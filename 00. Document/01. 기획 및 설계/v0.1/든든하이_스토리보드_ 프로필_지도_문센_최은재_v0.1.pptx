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3648" r:id="rId1"/>
    <p:sldMasterId id="2147483660" r:id="rId2"/>
  </p:sldMasterIdLst>
  <p:notesMasterIdLst>
    <p:notesMasterId r:id="rId16"/>
  </p:notesMasterIdLst>
  <p:handoutMasterIdLst>
    <p:handoutMasterId r:id="rId17"/>
  </p:handoutMasterIdLst>
  <p:sldIdLst>
    <p:sldId id="845" r:id="rId3"/>
    <p:sldId id="844" r:id="rId4"/>
    <p:sldId id="301" r:id="rId5"/>
    <p:sldId id="846" r:id="rId6"/>
    <p:sldId id="847" r:id="rId7"/>
    <p:sldId id="848" r:id="rId8"/>
    <p:sldId id="849" r:id="rId9"/>
    <p:sldId id="850" r:id="rId10"/>
    <p:sldId id="851" r:id="rId11"/>
    <p:sldId id="852" r:id="rId12"/>
    <p:sldId id="854" r:id="rId13"/>
    <p:sldId id="855" r:id="rId14"/>
    <p:sldId id="856" r:id="rId15"/>
  </p:sldIdLst>
  <p:sldSz cx="12192000" cy="6858000"/>
  <p:notesSz cx="6858000" cy="9144000"/>
  <p:embeddedFontLst>
    <p:embeddedFont>
      <p:font typeface="나눔명조" panose="020B0600000101010101" charset="-127"/>
      <p:regular r:id="rId18"/>
      <p:bold r:id="rId19"/>
    </p:embeddedFont>
    <p:embeddedFont>
      <p:font typeface="Arial Black" panose="020B0A04020102020204" pitchFamily="34" charset="0"/>
      <p:bold r:id="rId20"/>
    </p:embeddedFont>
    <p:embeddedFont>
      <p:font typeface="나눔고딕" panose="020D0604000000000000" pitchFamily="50" charset="-127"/>
      <p:regular r:id="rId21"/>
      <p:bold r:id="rId22"/>
    </p:embeddedFont>
    <p:embeddedFont>
      <p:font typeface="맑은 고딕" panose="020B0503020000020004" pitchFamily="50" charset="-127"/>
      <p:regular r:id="rId23"/>
      <p:bold r:id="rId24"/>
    </p:embeddedFont>
    <p:embeddedFont>
      <p:font typeface="함초롬바탕" panose="02030604000101010101" pitchFamily="18" charset="-127"/>
      <p:regular r:id="rId25"/>
      <p:bold r:id="rId26"/>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ixels-103" initials="p" lastIdx="4" clrIdx="0">
    <p:extLst>
      <p:ext uri="{19B8F6BF-5375-455C-9EA6-DF929625EA0E}">
        <p15:presenceInfo xmlns:p15="http://schemas.microsoft.com/office/powerpoint/2012/main" userId="pixels-103"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8788E"/>
    <a:srgbClr val="313F51"/>
    <a:srgbClr val="D9D9D9"/>
    <a:srgbClr val="F7F7F7"/>
    <a:srgbClr val="80C342"/>
    <a:srgbClr val="F1F3F5"/>
    <a:srgbClr val="F0F3F5"/>
    <a:srgbClr val="5E6E86"/>
    <a:srgbClr val="2D3B50"/>
    <a:srgbClr val="7E8B9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6014" autoAdjust="0"/>
    <p:restoredTop sz="97473" autoAdjust="0"/>
  </p:normalViewPr>
  <p:slideViewPr>
    <p:cSldViewPr snapToGrid="0">
      <p:cViewPr>
        <p:scale>
          <a:sx n="75" d="100"/>
          <a:sy n="75" d="100"/>
        </p:scale>
        <p:origin x="130" y="134"/>
      </p:cViewPr>
      <p:guideLst/>
    </p:cSldViewPr>
  </p:slideViewPr>
  <p:outlineViewPr>
    <p:cViewPr>
      <p:scale>
        <a:sx n="33" d="100"/>
        <a:sy n="33" d="100"/>
      </p:scale>
      <p:origin x="0" y="-27936"/>
    </p:cViewPr>
  </p:outlineViewPr>
  <p:notesTextViewPr>
    <p:cViewPr>
      <p:scale>
        <a:sx n="1" d="1"/>
        <a:sy n="1" d="1"/>
      </p:scale>
      <p:origin x="0" y="0"/>
    </p:cViewPr>
  </p:notesTextViewPr>
  <p:sorterViewPr>
    <p:cViewPr>
      <p:scale>
        <a:sx n="100" d="100"/>
        <a:sy n="100" d="100"/>
      </p:scale>
      <p:origin x="0" y="-2424"/>
    </p:cViewPr>
  </p:sorterViewPr>
  <p:notesViewPr>
    <p:cSldViewPr snapToGrid="0">
      <p:cViewPr varScale="1">
        <p:scale>
          <a:sx n="76" d="100"/>
          <a:sy n="76" d="100"/>
        </p:scale>
        <p:origin x="2640"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5" Type="http://schemas.openxmlformats.org/officeDocument/2006/relationships/font" Target="fonts/font8.fntdata"/><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32" Type="http://schemas.microsoft.com/office/2016/11/relationships/changesInfo" Target="changesInfos/changesInfo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commentAuthors" Target="commentAuthors.xml"/><Relationship Id="rId30"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소은 박" userId="b8fec4c6180cae9f" providerId="LiveId" clId="{E1D9AD0E-B71F-4120-9672-0A7B96CF5D25}"/>
    <pc:docChg chg="undo custSel addSld delSld modSld delSection modSection">
      <pc:chgData name="소은 박" userId="b8fec4c6180cae9f" providerId="LiveId" clId="{E1D9AD0E-B71F-4120-9672-0A7B96CF5D25}" dt="2025-04-01T14:46:53.731" v="57" actId="20577"/>
      <pc:docMkLst>
        <pc:docMk/>
      </pc:docMkLst>
      <pc:sldChg chg="del">
        <pc:chgData name="소은 박" userId="b8fec4c6180cae9f" providerId="LiveId" clId="{E1D9AD0E-B71F-4120-9672-0A7B96CF5D25}" dt="2025-04-01T14:45:19.064" v="0" actId="47"/>
        <pc:sldMkLst>
          <pc:docMk/>
          <pc:sldMk cId="0" sldId="257"/>
        </pc:sldMkLst>
      </pc:sldChg>
      <pc:sldChg chg="del">
        <pc:chgData name="소은 박" userId="b8fec4c6180cae9f" providerId="LiveId" clId="{E1D9AD0E-B71F-4120-9672-0A7B96CF5D25}" dt="2025-04-01T14:45:59.400" v="2" actId="47"/>
        <pc:sldMkLst>
          <pc:docMk/>
          <pc:sldMk cId="4012928129" sldId="294"/>
        </pc:sldMkLst>
      </pc:sldChg>
      <pc:sldChg chg="del">
        <pc:chgData name="소은 박" userId="b8fec4c6180cae9f" providerId="LiveId" clId="{E1D9AD0E-B71F-4120-9672-0A7B96CF5D25}" dt="2025-04-01T14:45:59.400" v="2" actId="47"/>
        <pc:sldMkLst>
          <pc:docMk/>
          <pc:sldMk cId="1401675774" sldId="297"/>
        </pc:sldMkLst>
      </pc:sldChg>
      <pc:sldChg chg="modSp mod">
        <pc:chgData name="소은 박" userId="b8fec4c6180cae9f" providerId="LiveId" clId="{E1D9AD0E-B71F-4120-9672-0A7B96CF5D25}" dt="2025-04-01T14:46:53.731" v="57" actId="20577"/>
        <pc:sldMkLst>
          <pc:docMk/>
          <pc:sldMk cId="560247683" sldId="301"/>
        </pc:sldMkLst>
        <pc:spChg chg="mod">
          <ac:chgData name="소은 박" userId="b8fec4c6180cae9f" providerId="LiveId" clId="{E1D9AD0E-B71F-4120-9672-0A7B96CF5D25}" dt="2025-04-01T14:46:48.412" v="43" actId="20577"/>
          <ac:spMkLst>
            <pc:docMk/>
            <pc:sldMk cId="560247683" sldId="301"/>
            <ac:spMk id="10" creationId="{626C422E-9948-9D4D-310C-0DF61E8A00ED}"/>
          </ac:spMkLst>
        </pc:spChg>
        <pc:spChg chg="mod">
          <ac:chgData name="소은 박" userId="b8fec4c6180cae9f" providerId="LiveId" clId="{E1D9AD0E-B71F-4120-9672-0A7B96CF5D25}" dt="2025-04-01T14:46:53.731" v="57" actId="20577"/>
          <ac:spMkLst>
            <pc:docMk/>
            <pc:sldMk cId="560247683" sldId="301"/>
            <ac:spMk id="28" creationId="{50D28FE6-B23B-4E4A-B868-647A6EC72A97}"/>
          </ac:spMkLst>
        </pc:spChg>
        <pc:spChg chg="mod">
          <ac:chgData name="소은 박" userId="b8fec4c6180cae9f" providerId="LiveId" clId="{E1D9AD0E-B71F-4120-9672-0A7B96CF5D25}" dt="2025-04-01T14:46:34.254" v="28" actId="20577"/>
          <ac:spMkLst>
            <pc:docMk/>
            <pc:sldMk cId="560247683" sldId="301"/>
            <ac:spMk id="74" creationId="{00000000-0000-0000-0000-000000000000}"/>
          </ac:spMkLst>
        </pc:spChg>
        <pc:graphicFrameChg chg="modGraphic">
          <ac:chgData name="소은 박" userId="b8fec4c6180cae9f" providerId="LiveId" clId="{E1D9AD0E-B71F-4120-9672-0A7B96CF5D25}" dt="2025-04-01T14:46:43.369" v="29" actId="6549"/>
          <ac:graphicFrameMkLst>
            <pc:docMk/>
            <pc:sldMk cId="560247683" sldId="301"/>
            <ac:graphicFrameMk id="13" creationId="{8F907304-AB57-6DDD-C892-39120AFF4C76}"/>
          </ac:graphicFrameMkLst>
        </pc:graphicFrameChg>
      </pc:sldChg>
      <pc:sldChg chg="add del">
        <pc:chgData name="소은 박" userId="b8fec4c6180cae9f" providerId="LiveId" clId="{E1D9AD0E-B71F-4120-9672-0A7B96CF5D25}" dt="2025-04-01T14:46:14.825" v="7" actId="47"/>
        <pc:sldMkLst>
          <pc:docMk/>
          <pc:sldMk cId="1687071885" sldId="382"/>
        </pc:sldMkLst>
      </pc:sldChg>
      <pc:sldChg chg="del">
        <pc:chgData name="소은 박" userId="b8fec4c6180cae9f" providerId="LiveId" clId="{E1D9AD0E-B71F-4120-9672-0A7B96CF5D25}" dt="2025-04-01T14:46:10.016" v="4" actId="47"/>
        <pc:sldMkLst>
          <pc:docMk/>
          <pc:sldMk cId="3128365276" sldId="383"/>
        </pc:sldMkLst>
      </pc:sldChg>
      <pc:sldChg chg="del">
        <pc:chgData name="소은 박" userId="b8fec4c6180cae9f" providerId="LiveId" clId="{E1D9AD0E-B71F-4120-9672-0A7B96CF5D25}" dt="2025-04-01T14:46:18.413" v="8" actId="47"/>
        <pc:sldMkLst>
          <pc:docMk/>
          <pc:sldMk cId="3166961250" sldId="405"/>
        </pc:sldMkLst>
      </pc:sldChg>
      <pc:sldChg chg="del">
        <pc:chgData name="소은 박" userId="b8fec4c6180cae9f" providerId="LiveId" clId="{E1D9AD0E-B71F-4120-9672-0A7B96CF5D25}" dt="2025-04-01T14:46:24.354" v="9" actId="47"/>
        <pc:sldMkLst>
          <pc:docMk/>
          <pc:sldMk cId="1505540817" sldId="421"/>
        </pc:sldMkLst>
      </pc:sldChg>
      <pc:sldChg chg="del">
        <pc:chgData name="소은 박" userId="b8fec4c6180cae9f" providerId="LiveId" clId="{E1D9AD0E-B71F-4120-9672-0A7B96CF5D25}" dt="2025-04-01T14:46:24.354" v="9" actId="47"/>
        <pc:sldMkLst>
          <pc:docMk/>
          <pc:sldMk cId="2611471270" sldId="422"/>
        </pc:sldMkLst>
      </pc:sldChg>
      <pc:sldChg chg="del">
        <pc:chgData name="소은 박" userId="b8fec4c6180cae9f" providerId="LiveId" clId="{E1D9AD0E-B71F-4120-9672-0A7B96CF5D25}" dt="2025-04-01T14:45:59.400" v="2" actId="47"/>
        <pc:sldMkLst>
          <pc:docMk/>
          <pc:sldMk cId="974415634" sldId="423"/>
        </pc:sldMkLst>
      </pc:sldChg>
      <pc:sldChg chg="del">
        <pc:chgData name="소은 박" userId="b8fec4c6180cae9f" providerId="LiveId" clId="{E1D9AD0E-B71F-4120-9672-0A7B96CF5D25}" dt="2025-04-01T14:46:24.354" v="9" actId="47"/>
        <pc:sldMkLst>
          <pc:docMk/>
          <pc:sldMk cId="183836452" sldId="424"/>
        </pc:sldMkLst>
      </pc:sldChg>
      <pc:sldChg chg="del">
        <pc:chgData name="소은 박" userId="b8fec4c6180cae9f" providerId="LiveId" clId="{E1D9AD0E-B71F-4120-9672-0A7B96CF5D25}" dt="2025-04-01T14:45:59.400" v="2" actId="47"/>
        <pc:sldMkLst>
          <pc:docMk/>
          <pc:sldMk cId="360700969" sldId="430"/>
        </pc:sldMkLst>
      </pc:sldChg>
      <pc:sldChg chg="del">
        <pc:chgData name="소은 박" userId="b8fec4c6180cae9f" providerId="LiveId" clId="{E1D9AD0E-B71F-4120-9672-0A7B96CF5D25}" dt="2025-04-01T14:45:59.400" v="2" actId="47"/>
        <pc:sldMkLst>
          <pc:docMk/>
          <pc:sldMk cId="1092479797" sldId="431"/>
        </pc:sldMkLst>
      </pc:sldChg>
      <pc:sldChg chg="del">
        <pc:chgData name="소은 박" userId="b8fec4c6180cae9f" providerId="LiveId" clId="{E1D9AD0E-B71F-4120-9672-0A7B96CF5D25}" dt="2025-04-01T14:46:24.354" v="9" actId="47"/>
        <pc:sldMkLst>
          <pc:docMk/>
          <pc:sldMk cId="766966668" sldId="432"/>
        </pc:sldMkLst>
      </pc:sldChg>
      <pc:sldChg chg="del">
        <pc:chgData name="소은 박" userId="b8fec4c6180cae9f" providerId="LiveId" clId="{E1D9AD0E-B71F-4120-9672-0A7B96CF5D25}" dt="2025-04-01T14:45:59.400" v="2" actId="47"/>
        <pc:sldMkLst>
          <pc:docMk/>
          <pc:sldMk cId="2697279957" sldId="433"/>
        </pc:sldMkLst>
      </pc:sldChg>
      <pc:sldChg chg="del">
        <pc:chgData name="소은 박" userId="b8fec4c6180cae9f" providerId="LiveId" clId="{E1D9AD0E-B71F-4120-9672-0A7B96CF5D25}" dt="2025-04-01T14:45:59.400" v="2" actId="47"/>
        <pc:sldMkLst>
          <pc:docMk/>
          <pc:sldMk cId="3611686521" sldId="435"/>
        </pc:sldMkLst>
      </pc:sldChg>
      <pc:sldChg chg="del">
        <pc:chgData name="소은 박" userId="b8fec4c6180cae9f" providerId="LiveId" clId="{E1D9AD0E-B71F-4120-9672-0A7B96CF5D25}" dt="2025-04-01T14:45:59.400" v="2" actId="47"/>
        <pc:sldMkLst>
          <pc:docMk/>
          <pc:sldMk cId="2333921041" sldId="437"/>
        </pc:sldMkLst>
      </pc:sldChg>
      <pc:sldChg chg="del">
        <pc:chgData name="소은 박" userId="b8fec4c6180cae9f" providerId="LiveId" clId="{E1D9AD0E-B71F-4120-9672-0A7B96CF5D25}" dt="2025-04-01T14:45:59.400" v="2" actId="47"/>
        <pc:sldMkLst>
          <pc:docMk/>
          <pc:sldMk cId="1035128299" sldId="438"/>
        </pc:sldMkLst>
      </pc:sldChg>
      <pc:sldChg chg="del">
        <pc:chgData name="소은 박" userId="b8fec4c6180cae9f" providerId="LiveId" clId="{E1D9AD0E-B71F-4120-9672-0A7B96CF5D25}" dt="2025-04-01T14:45:59.400" v="2" actId="47"/>
        <pc:sldMkLst>
          <pc:docMk/>
          <pc:sldMk cId="2306880639" sldId="440"/>
        </pc:sldMkLst>
      </pc:sldChg>
      <pc:sldChg chg="del">
        <pc:chgData name="소은 박" userId="b8fec4c6180cae9f" providerId="LiveId" clId="{E1D9AD0E-B71F-4120-9672-0A7B96CF5D25}" dt="2025-04-01T14:45:59.400" v="2" actId="47"/>
        <pc:sldMkLst>
          <pc:docMk/>
          <pc:sldMk cId="1295093405" sldId="441"/>
        </pc:sldMkLst>
      </pc:sldChg>
      <pc:sldChg chg="del">
        <pc:chgData name="소은 박" userId="b8fec4c6180cae9f" providerId="LiveId" clId="{E1D9AD0E-B71F-4120-9672-0A7B96CF5D25}" dt="2025-04-01T14:45:59.400" v="2" actId="47"/>
        <pc:sldMkLst>
          <pc:docMk/>
          <pc:sldMk cId="3437966014" sldId="442"/>
        </pc:sldMkLst>
      </pc:sldChg>
      <pc:sldChg chg="del">
        <pc:chgData name="소은 박" userId="b8fec4c6180cae9f" providerId="LiveId" clId="{E1D9AD0E-B71F-4120-9672-0A7B96CF5D25}" dt="2025-04-01T14:45:59.400" v="2" actId="47"/>
        <pc:sldMkLst>
          <pc:docMk/>
          <pc:sldMk cId="275282573" sldId="444"/>
        </pc:sldMkLst>
      </pc:sldChg>
      <pc:sldChg chg="del">
        <pc:chgData name="소은 박" userId="b8fec4c6180cae9f" providerId="LiveId" clId="{E1D9AD0E-B71F-4120-9672-0A7B96CF5D25}" dt="2025-04-01T14:45:59.400" v="2" actId="47"/>
        <pc:sldMkLst>
          <pc:docMk/>
          <pc:sldMk cId="2466341736" sldId="446"/>
        </pc:sldMkLst>
      </pc:sldChg>
      <pc:sldChg chg="del">
        <pc:chgData name="소은 박" userId="b8fec4c6180cae9f" providerId="LiveId" clId="{E1D9AD0E-B71F-4120-9672-0A7B96CF5D25}" dt="2025-04-01T14:45:59.400" v="2" actId="47"/>
        <pc:sldMkLst>
          <pc:docMk/>
          <pc:sldMk cId="1453636717" sldId="449"/>
        </pc:sldMkLst>
      </pc:sldChg>
      <pc:sldChg chg="del">
        <pc:chgData name="소은 박" userId="b8fec4c6180cae9f" providerId="LiveId" clId="{E1D9AD0E-B71F-4120-9672-0A7B96CF5D25}" dt="2025-04-01T14:45:59.400" v="2" actId="47"/>
        <pc:sldMkLst>
          <pc:docMk/>
          <pc:sldMk cId="3417229221" sldId="455"/>
        </pc:sldMkLst>
      </pc:sldChg>
      <pc:sldChg chg="del">
        <pc:chgData name="소은 박" userId="b8fec4c6180cae9f" providerId="LiveId" clId="{E1D9AD0E-B71F-4120-9672-0A7B96CF5D25}" dt="2025-04-01T14:45:59.400" v="2" actId="47"/>
        <pc:sldMkLst>
          <pc:docMk/>
          <pc:sldMk cId="1536326995" sldId="456"/>
        </pc:sldMkLst>
      </pc:sldChg>
      <pc:sldChg chg="del">
        <pc:chgData name="소은 박" userId="b8fec4c6180cae9f" providerId="LiveId" clId="{E1D9AD0E-B71F-4120-9672-0A7B96CF5D25}" dt="2025-04-01T14:45:59.400" v="2" actId="47"/>
        <pc:sldMkLst>
          <pc:docMk/>
          <pc:sldMk cId="92993074" sldId="458"/>
        </pc:sldMkLst>
      </pc:sldChg>
      <pc:sldChg chg="del">
        <pc:chgData name="소은 박" userId="b8fec4c6180cae9f" providerId="LiveId" clId="{E1D9AD0E-B71F-4120-9672-0A7B96CF5D25}" dt="2025-04-01T14:45:59.400" v="2" actId="47"/>
        <pc:sldMkLst>
          <pc:docMk/>
          <pc:sldMk cId="3666510688" sldId="460"/>
        </pc:sldMkLst>
      </pc:sldChg>
      <pc:sldChg chg="del">
        <pc:chgData name="소은 박" userId="b8fec4c6180cae9f" providerId="LiveId" clId="{E1D9AD0E-B71F-4120-9672-0A7B96CF5D25}" dt="2025-04-01T14:45:59.400" v="2" actId="47"/>
        <pc:sldMkLst>
          <pc:docMk/>
          <pc:sldMk cId="1510362411" sldId="461"/>
        </pc:sldMkLst>
      </pc:sldChg>
      <pc:sldChg chg="del">
        <pc:chgData name="소은 박" userId="b8fec4c6180cae9f" providerId="LiveId" clId="{E1D9AD0E-B71F-4120-9672-0A7B96CF5D25}" dt="2025-04-01T14:45:59.400" v="2" actId="47"/>
        <pc:sldMkLst>
          <pc:docMk/>
          <pc:sldMk cId="1737550719" sldId="463"/>
        </pc:sldMkLst>
      </pc:sldChg>
      <pc:sldChg chg="del">
        <pc:chgData name="소은 박" userId="b8fec4c6180cae9f" providerId="LiveId" clId="{E1D9AD0E-B71F-4120-9672-0A7B96CF5D25}" dt="2025-04-01T14:45:59.400" v="2" actId="47"/>
        <pc:sldMkLst>
          <pc:docMk/>
          <pc:sldMk cId="4266585553" sldId="464"/>
        </pc:sldMkLst>
      </pc:sldChg>
      <pc:sldChg chg="del">
        <pc:chgData name="소은 박" userId="b8fec4c6180cae9f" providerId="LiveId" clId="{E1D9AD0E-B71F-4120-9672-0A7B96CF5D25}" dt="2025-04-01T14:45:59.400" v="2" actId="47"/>
        <pc:sldMkLst>
          <pc:docMk/>
          <pc:sldMk cId="2784534760" sldId="468"/>
        </pc:sldMkLst>
      </pc:sldChg>
      <pc:sldChg chg="del">
        <pc:chgData name="소은 박" userId="b8fec4c6180cae9f" providerId="LiveId" clId="{E1D9AD0E-B71F-4120-9672-0A7B96CF5D25}" dt="2025-04-01T14:45:59.400" v="2" actId="47"/>
        <pc:sldMkLst>
          <pc:docMk/>
          <pc:sldMk cId="1107385293" sldId="469"/>
        </pc:sldMkLst>
      </pc:sldChg>
      <pc:sldChg chg="del">
        <pc:chgData name="소은 박" userId="b8fec4c6180cae9f" providerId="LiveId" clId="{E1D9AD0E-B71F-4120-9672-0A7B96CF5D25}" dt="2025-04-01T14:45:59.400" v="2" actId="47"/>
        <pc:sldMkLst>
          <pc:docMk/>
          <pc:sldMk cId="1900797561" sldId="472"/>
        </pc:sldMkLst>
      </pc:sldChg>
      <pc:sldChg chg="del">
        <pc:chgData name="소은 박" userId="b8fec4c6180cae9f" providerId="LiveId" clId="{E1D9AD0E-B71F-4120-9672-0A7B96CF5D25}" dt="2025-04-01T14:45:59.400" v="2" actId="47"/>
        <pc:sldMkLst>
          <pc:docMk/>
          <pc:sldMk cId="1145313420" sldId="473"/>
        </pc:sldMkLst>
      </pc:sldChg>
      <pc:sldChg chg="del">
        <pc:chgData name="소은 박" userId="b8fec4c6180cae9f" providerId="LiveId" clId="{E1D9AD0E-B71F-4120-9672-0A7B96CF5D25}" dt="2025-04-01T14:45:59.400" v="2" actId="47"/>
        <pc:sldMkLst>
          <pc:docMk/>
          <pc:sldMk cId="1501785075" sldId="475"/>
        </pc:sldMkLst>
      </pc:sldChg>
      <pc:sldChg chg="del">
        <pc:chgData name="소은 박" userId="b8fec4c6180cae9f" providerId="LiveId" clId="{E1D9AD0E-B71F-4120-9672-0A7B96CF5D25}" dt="2025-04-01T14:45:59.400" v="2" actId="47"/>
        <pc:sldMkLst>
          <pc:docMk/>
          <pc:sldMk cId="3053985456" sldId="476"/>
        </pc:sldMkLst>
      </pc:sldChg>
      <pc:sldChg chg="del">
        <pc:chgData name="소은 박" userId="b8fec4c6180cae9f" providerId="LiveId" clId="{E1D9AD0E-B71F-4120-9672-0A7B96CF5D25}" dt="2025-04-01T14:45:59.400" v="2" actId="47"/>
        <pc:sldMkLst>
          <pc:docMk/>
          <pc:sldMk cId="1397358102" sldId="478"/>
        </pc:sldMkLst>
      </pc:sldChg>
      <pc:sldChg chg="del">
        <pc:chgData name="소은 박" userId="b8fec4c6180cae9f" providerId="LiveId" clId="{E1D9AD0E-B71F-4120-9672-0A7B96CF5D25}" dt="2025-04-01T14:45:59.400" v="2" actId="47"/>
        <pc:sldMkLst>
          <pc:docMk/>
          <pc:sldMk cId="93674740" sldId="479"/>
        </pc:sldMkLst>
      </pc:sldChg>
      <pc:sldChg chg="del">
        <pc:chgData name="소은 박" userId="b8fec4c6180cae9f" providerId="LiveId" clId="{E1D9AD0E-B71F-4120-9672-0A7B96CF5D25}" dt="2025-04-01T14:45:59.400" v="2" actId="47"/>
        <pc:sldMkLst>
          <pc:docMk/>
          <pc:sldMk cId="3537037969" sldId="480"/>
        </pc:sldMkLst>
      </pc:sldChg>
      <pc:sldChg chg="del">
        <pc:chgData name="소은 박" userId="b8fec4c6180cae9f" providerId="LiveId" clId="{E1D9AD0E-B71F-4120-9672-0A7B96CF5D25}" dt="2025-04-01T14:45:59.400" v="2" actId="47"/>
        <pc:sldMkLst>
          <pc:docMk/>
          <pc:sldMk cId="1528841843" sldId="481"/>
        </pc:sldMkLst>
      </pc:sldChg>
      <pc:sldChg chg="del">
        <pc:chgData name="소은 박" userId="b8fec4c6180cae9f" providerId="LiveId" clId="{E1D9AD0E-B71F-4120-9672-0A7B96CF5D25}" dt="2025-04-01T14:45:59.400" v="2" actId="47"/>
        <pc:sldMkLst>
          <pc:docMk/>
          <pc:sldMk cId="198919403" sldId="482"/>
        </pc:sldMkLst>
      </pc:sldChg>
      <pc:sldChg chg="del">
        <pc:chgData name="소은 박" userId="b8fec4c6180cae9f" providerId="LiveId" clId="{E1D9AD0E-B71F-4120-9672-0A7B96CF5D25}" dt="2025-04-01T14:45:59.400" v="2" actId="47"/>
        <pc:sldMkLst>
          <pc:docMk/>
          <pc:sldMk cId="2452323463" sldId="483"/>
        </pc:sldMkLst>
      </pc:sldChg>
      <pc:sldChg chg="del">
        <pc:chgData name="소은 박" userId="b8fec4c6180cae9f" providerId="LiveId" clId="{E1D9AD0E-B71F-4120-9672-0A7B96CF5D25}" dt="2025-04-01T14:45:59.400" v="2" actId="47"/>
        <pc:sldMkLst>
          <pc:docMk/>
          <pc:sldMk cId="2017555290" sldId="484"/>
        </pc:sldMkLst>
      </pc:sldChg>
      <pc:sldChg chg="del">
        <pc:chgData name="소은 박" userId="b8fec4c6180cae9f" providerId="LiveId" clId="{E1D9AD0E-B71F-4120-9672-0A7B96CF5D25}" dt="2025-04-01T14:45:59.400" v="2" actId="47"/>
        <pc:sldMkLst>
          <pc:docMk/>
          <pc:sldMk cId="4249256393" sldId="485"/>
        </pc:sldMkLst>
      </pc:sldChg>
      <pc:sldChg chg="del">
        <pc:chgData name="소은 박" userId="b8fec4c6180cae9f" providerId="LiveId" clId="{E1D9AD0E-B71F-4120-9672-0A7B96CF5D25}" dt="2025-04-01T14:45:59.400" v="2" actId="47"/>
        <pc:sldMkLst>
          <pc:docMk/>
          <pc:sldMk cId="4107042391" sldId="486"/>
        </pc:sldMkLst>
      </pc:sldChg>
      <pc:sldChg chg="del">
        <pc:chgData name="소은 박" userId="b8fec4c6180cae9f" providerId="LiveId" clId="{E1D9AD0E-B71F-4120-9672-0A7B96CF5D25}" dt="2025-04-01T14:45:59.400" v="2" actId="47"/>
        <pc:sldMkLst>
          <pc:docMk/>
          <pc:sldMk cId="3228313750" sldId="487"/>
        </pc:sldMkLst>
      </pc:sldChg>
      <pc:sldChg chg="del">
        <pc:chgData name="소은 박" userId="b8fec4c6180cae9f" providerId="LiveId" clId="{E1D9AD0E-B71F-4120-9672-0A7B96CF5D25}" dt="2025-04-01T14:45:59.400" v="2" actId="47"/>
        <pc:sldMkLst>
          <pc:docMk/>
          <pc:sldMk cId="1579530092" sldId="488"/>
        </pc:sldMkLst>
      </pc:sldChg>
      <pc:sldChg chg="del">
        <pc:chgData name="소은 박" userId="b8fec4c6180cae9f" providerId="LiveId" clId="{E1D9AD0E-B71F-4120-9672-0A7B96CF5D25}" dt="2025-04-01T14:45:59.400" v="2" actId="47"/>
        <pc:sldMkLst>
          <pc:docMk/>
          <pc:sldMk cId="1256661939" sldId="491"/>
        </pc:sldMkLst>
      </pc:sldChg>
      <pc:sldChg chg="del">
        <pc:chgData name="소은 박" userId="b8fec4c6180cae9f" providerId="LiveId" clId="{E1D9AD0E-B71F-4120-9672-0A7B96CF5D25}" dt="2025-04-01T14:45:59.400" v="2" actId="47"/>
        <pc:sldMkLst>
          <pc:docMk/>
          <pc:sldMk cId="1419263658" sldId="492"/>
        </pc:sldMkLst>
      </pc:sldChg>
      <pc:sldChg chg="del">
        <pc:chgData name="소은 박" userId="b8fec4c6180cae9f" providerId="LiveId" clId="{E1D9AD0E-B71F-4120-9672-0A7B96CF5D25}" dt="2025-04-01T14:45:59.400" v="2" actId="47"/>
        <pc:sldMkLst>
          <pc:docMk/>
          <pc:sldMk cId="1428878574" sldId="494"/>
        </pc:sldMkLst>
      </pc:sldChg>
      <pc:sldChg chg="del">
        <pc:chgData name="소은 박" userId="b8fec4c6180cae9f" providerId="LiveId" clId="{E1D9AD0E-B71F-4120-9672-0A7B96CF5D25}" dt="2025-04-01T14:45:59.400" v="2" actId="47"/>
        <pc:sldMkLst>
          <pc:docMk/>
          <pc:sldMk cId="720428518" sldId="495"/>
        </pc:sldMkLst>
      </pc:sldChg>
      <pc:sldChg chg="del">
        <pc:chgData name="소은 박" userId="b8fec4c6180cae9f" providerId="LiveId" clId="{E1D9AD0E-B71F-4120-9672-0A7B96CF5D25}" dt="2025-04-01T14:45:59.400" v="2" actId="47"/>
        <pc:sldMkLst>
          <pc:docMk/>
          <pc:sldMk cId="20664631" sldId="501"/>
        </pc:sldMkLst>
      </pc:sldChg>
      <pc:sldChg chg="del">
        <pc:chgData name="소은 박" userId="b8fec4c6180cae9f" providerId="LiveId" clId="{E1D9AD0E-B71F-4120-9672-0A7B96CF5D25}" dt="2025-04-01T14:45:59.400" v="2" actId="47"/>
        <pc:sldMkLst>
          <pc:docMk/>
          <pc:sldMk cId="1225403975" sldId="502"/>
        </pc:sldMkLst>
      </pc:sldChg>
      <pc:sldChg chg="del">
        <pc:chgData name="소은 박" userId="b8fec4c6180cae9f" providerId="LiveId" clId="{E1D9AD0E-B71F-4120-9672-0A7B96CF5D25}" dt="2025-04-01T14:45:59.400" v="2" actId="47"/>
        <pc:sldMkLst>
          <pc:docMk/>
          <pc:sldMk cId="3998522830" sldId="504"/>
        </pc:sldMkLst>
      </pc:sldChg>
      <pc:sldChg chg="del">
        <pc:chgData name="소은 박" userId="b8fec4c6180cae9f" providerId="LiveId" clId="{E1D9AD0E-B71F-4120-9672-0A7B96CF5D25}" dt="2025-04-01T14:45:59.400" v="2" actId="47"/>
        <pc:sldMkLst>
          <pc:docMk/>
          <pc:sldMk cId="3167948690" sldId="505"/>
        </pc:sldMkLst>
      </pc:sldChg>
      <pc:sldChg chg="del">
        <pc:chgData name="소은 박" userId="b8fec4c6180cae9f" providerId="LiveId" clId="{E1D9AD0E-B71F-4120-9672-0A7B96CF5D25}" dt="2025-04-01T14:45:59.400" v="2" actId="47"/>
        <pc:sldMkLst>
          <pc:docMk/>
          <pc:sldMk cId="3840038666" sldId="509"/>
        </pc:sldMkLst>
      </pc:sldChg>
      <pc:sldChg chg="del">
        <pc:chgData name="소은 박" userId="b8fec4c6180cae9f" providerId="LiveId" clId="{E1D9AD0E-B71F-4120-9672-0A7B96CF5D25}" dt="2025-04-01T14:45:59.400" v="2" actId="47"/>
        <pc:sldMkLst>
          <pc:docMk/>
          <pc:sldMk cId="1486897494" sldId="512"/>
        </pc:sldMkLst>
      </pc:sldChg>
      <pc:sldChg chg="del">
        <pc:chgData name="소은 박" userId="b8fec4c6180cae9f" providerId="LiveId" clId="{E1D9AD0E-B71F-4120-9672-0A7B96CF5D25}" dt="2025-04-01T14:45:59.400" v="2" actId="47"/>
        <pc:sldMkLst>
          <pc:docMk/>
          <pc:sldMk cId="2437862674" sldId="514"/>
        </pc:sldMkLst>
      </pc:sldChg>
      <pc:sldChg chg="del">
        <pc:chgData name="소은 박" userId="b8fec4c6180cae9f" providerId="LiveId" clId="{E1D9AD0E-B71F-4120-9672-0A7B96CF5D25}" dt="2025-04-01T14:45:59.400" v="2" actId="47"/>
        <pc:sldMkLst>
          <pc:docMk/>
          <pc:sldMk cId="275723100" sldId="517"/>
        </pc:sldMkLst>
      </pc:sldChg>
      <pc:sldChg chg="del">
        <pc:chgData name="소은 박" userId="b8fec4c6180cae9f" providerId="LiveId" clId="{E1D9AD0E-B71F-4120-9672-0A7B96CF5D25}" dt="2025-04-01T14:45:59.400" v="2" actId="47"/>
        <pc:sldMkLst>
          <pc:docMk/>
          <pc:sldMk cId="4032230000" sldId="518"/>
        </pc:sldMkLst>
      </pc:sldChg>
      <pc:sldChg chg="del">
        <pc:chgData name="소은 박" userId="b8fec4c6180cae9f" providerId="LiveId" clId="{E1D9AD0E-B71F-4120-9672-0A7B96CF5D25}" dt="2025-04-01T14:45:59.400" v="2" actId="47"/>
        <pc:sldMkLst>
          <pc:docMk/>
          <pc:sldMk cId="2720209688" sldId="519"/>
        </pc:sldMkLst>
      </pc:sldChg>
      <pc:sldChg chg="del">
        <pc:chgData name="소은 박" userId="b8fec4c6180cae9f" providerId="LiveId" clId="{E1D9AD0E-B71F-4120-9672-0A7B96CF5D25}" dt="2025-04-01T14:45:59.400" v="2" actId="47"/>
        <pc:sldMkLst>
          <pc:docMk/>
          <pc:sldMk cId="743729548" sldId="522"/>
        </pc:sldMkLst>
      </pc:sldChg>
      <pc:sldChg chg="del">
        <pc:chgData name="소은 박" userId="b8fec4c6180cae9f" providerId="LiveId" clId="{E1D9AD0E-B71F-4120-9672-0A7B96CF5D25}" dt="2025-04-01T14:45:59.400" v="2" actId="47"/>
        <pc:sldMkLst>
          <pc:docMk/>
          <pc:sldMk cId="4109140116" sldId="527"/>
        </pc:sldMkLst>
      </pc:sldChg>
      <pc:sldChg chg="del">
        <pc:chgData name="소은 박" userId="b8fec4c6180cae9f" providerId="LiveId" clId="{E1D9AD0E-B71F-4120-9672-0A7B96CF5D25}" dt="2025-04-01T14:45:59.400" v="2" actId="47"/>
        <pc:sldMkLst>
          <pc:docMk/>
          <pc:sldMk cId="4211058400" sldId="529"/>
        </pc:sldMkLst>
      </pc:sldChg>
      <pc:sldChg chg="del">
        <pc:chgData name="소은 박" userId="b8fec4c6180cae9f" providerId="LiveId" clId="{E1D9AD0E-B71F-4120-9672-0A7B96CF5D25}" dt="2025-04-01T14:45:59.400" v="2" actId="47"/>
        <pc:sldMkLst>
          <pc:docMk/>
          <pc:sldMk cId="837317291" sldId="530"/>
        </pc:sldMkLst>
      </pc:sldChg>
      <pc:sldChg chg="del">
        <pc:chgData name="소은 박" userId="b8fec4c6180cae9f" providerId="LiveId" clId="{E1D9AD0E-B71F-4120-9672-0A7B96CF5D25}" dt="2025-04-01T14:45:59.400" v="2" actId="47"/>
        <pc:sldMkLst>
          <pc:docMk/>
          <pc:sldMk cId="1108989196" sldId="532"/>
        </pc:sldMkLst>
      </pc:sldChg>
      <pc:sldChg chg="del">
        <pc:chgData name="소은 박" userId="b8fec4c6180cae9f" providerId="LiveId" clId="{E1D9AD0E-B71F-4120-9672-0A7B96CF5D25}" dt="2025-04-01T14:45:59.400" v="2" actId="47"/>
        <pc:sldMkLst>
          <pc:docMk/>
          <pc:sldMk cId="1879756037" sldId="533"/>
        </pc:sldMkLst>
      </pc:sldChg>
      <pc:sldChg chg="del">
        <pc:chgData name="소은 박" userId="b8fec4c6180cae9f" providerId="LiveId" clId="{E1D9AD0E-B71F-4120-9672-0A7B96CF5D25}" dt="2025-04-01T14:45:59.400" v="2" actId="47"/>
        <pc:sldMkLst>
          <pc:docMk/>
          <pc:sldMk cId="1605665356" sldId="534"/>
        </pc:sldMkLst>
      </pc:sldChg>
      <pc:sldChg chg="del">
        <pc:chgData name="소은 박" userId="b8fec4c6180cae9f" providerId="LiveId" clId="{E1D9AD0E-B71F-4120-9672-0A7B96CF5D25}" dt="2025-04-01T14:45:59.400" v="2" actId="47"/>
        <pc:sldMkLst>
          <pc:docMk/>
          <pc:sldMk cId="1167331234" sldId="536"/>
        </pc:sldMkLst>
      </pc:sldChg>
      <pc:sldChg chg="del">
        <pc:chgData name="소은 박" userId="b8fec4c6180cae9f" providerId="LiveId" clId="{E1D9AD0E-B71F-4120-9672-0A7B96CF5D25}" dt="2025-04-01T14:45:59.400" v="2" actId="47"/>
        <pc:sldMkLst>
          <pc:docMk/>
          <pc:sldMk cId="2456497971" sldId="538"/>
        </pc:sldMkLst>
      </pc:sldChg>
      <pc:sldChg chg="del">
        <pc:chgData name="소은 박" userId="b8fec4c6180cae9f" providerId="LiveId" clId="{E1D9AD0E-B71F-4120-9672-0A7B96CF5D25}" dt="2025-04-01T14:45:59.400" v="2" actId="47"/>
        <pc:sldMkLst>
          <pc:docMk/>
          <pc:sldMk cId="3733827370" sldId="540"/>
        </pc:sldMkLst>
      </pc:sldChg>
      <pc:sldChg chg="del">
        <pc:chgData name="소은 박" userId="b8fec4c6180cae9f" providerId="LiveId" clId="{E1D9AD0E-B71F-4120-9672-0A7B96CF5D25}" dt="2025-04-01T14:45:59.400" v="2" actId="47"/>
        <pc:sldMkLst>
          <pc:docMk/>
          <pc:sldMk cId="2412583241" sldId="541"/>
        </pc:sldMkLst>
      </pc:sldChg>
      <pc:sldChg chg="del">
        <pc:chgData name="소은 박" userId="b8fec4c6180cae9f" providerId="LiveId" clId="{E1D9AD0E-B71F-4120-9672-0A7B96CF5D25}" dt="2025-04-01T14:45:59.400" v="2" actId="47"/>
        <pc:sldMkLst>
          <pc:docMk/>
          <pc:sldMk cId="1696185149" sldId="542"/>
        </pc:sldMkLst>
      </pc:sldChg>
      <pc:sldChg chg="del">
        <pc:chgData name="소은 박" userId="b8fec4c6180cae9f" providerId="LiveId" clId="{E1D9AD0E-B71F-4120-9672-0A7B96CF5D25}" dt="2025-04-01T14:45:59.400" v="2" actId="47"/>
        <pc:sldMkLst>
          <pc:docMk/>
          <pc:sldMk cId="1689035026" sldId="555"/>
        </pc:sldMkLst>
      </pc:sldChg>
      <pc:sldChg chg="del">
        <pc:chgData name="소은 박" userId="b8fec4c6180cae9f" providerId="LiveId" clId="{E1D9AD0E-B71F-4120-9672-0A7B96CF5D25}" dt="2025-04-01T14:45:59.400" v="2" actId="47"/>
        <pc:sldMkLst>
          <pc:docMk/>
          <pc:sldMk cId="1598122584" sldId="556"/>
        </pc:sldMkLst>
      </pc:sldChg>
      <pc:sldChg chg="del">
        <pc:chgData name="소은 박" userId="b8fec4c6180cae9f" providerId="LiveId" clId="{E1D9AD0E-B71F-4120-9672-0A7B96CF5D25}" dt="2025-04-01T14:45:59.400" v="2" actId="47"/>
        <pc:sldMkLst>
          <pc:docMk/>
          <pc:sldMk cId="128267491" sldId="563"/>
        </pc:sldMkLst>
      </pc:sldChg>
      <pc:sldChg chg="del">
        <pc:chgData name="소은 박" userId="b8fec4c6180cae9f" providerId="LiveId" clId="{E1D9AD0E-B71F-4120-9672-0A7B96CF5D25}" dt="2025-04-01T14:45:59.400" v="2" actId="47"/>
        <pc:sldMkLst>
          <pc:docMk/>
          <pc:sldMk cId="973915581" sldId="564"/>
        </pc:sldMkLst>
      </pc:sldChg>
      <pc:sldChg chg="del">
        <pc:chgData name="소은 박" userId="b8fec4c6180cae9f" providerId="LiveId" clId="{E1D9AD0E-B71F-4120-9672-0A7B96CF5D25}" dt="2025-04-01T14:45:59.400" v="2" actId="47"/>
        <pc:sldMkLst>
          <pc:docMk/>
          <pc:sldMk cId="697146874" sldId="567"/>
        </pc:sldMkLst>
      </pc:sldChg>
      <pc:sldChg chg="del">
        <pc:chgData name="소은 박" userId="b8fec4c6180cae9f" providerId="LiveId" clId="{E1D9AD0E-B71F-4120-9672-0A7B96CF5D25}" dt="2025-04-01T14:45:59.400" v="2" actId="47"/>
        <pc:sldMkLst>
          <pc:docMk/>
          <pc:sldMk cId="532212831" sldId="569"/>
        </pc:sldMkLst>
      </pc:sldChg>
      <pc:sldChg chg="del">
        <pc:chgData name="소은 박" userId="b8fec4c6180cae9f" providerId="LiveId" clId="{E1D9AD0E-B71F-4120-9672-0A7B96CF5D25}" dt="2025-04-01T14:45:59.400" v="2" actId="47"/>
        <pc:sldMkLst>
          <pc:docMk/>
          <pc:sldMk cId="303562854" sldId="570"/>
        </pc:sldMkLst>
      </pc:sldChg>
      <pc:sldChg chg="del">
        <pc:chgData name="소은 박" userId="b8fec4c6180cae9f" providerId="LiveId" clId="{E1D9AD0E-B71F-4120-9672-0A7B96CF5D25}" dt="2025-04-01T14:45:59.400" v="2" actId="47"/>
        <pc:sldMkLst>
          <pc:docMk/>
          <pc:sldMk cId="1616517077" sldId="571"/>
        </pc:sldMkLst>
      </pc:sldChg>
      <pc:sldChg chg="del">
        <pc:chgData name="소은 박" userId="b8fec4c6180cae9f" providerId="LiveId" clId="{E1D9AD0E-B71F-4120-9672-0A7B96CF5D25}" dt="2025-04-01T14:45:59.400" v="2" actId="47"/>
        <pc:sldMkLst>
          <pc:docMk/>
          <pc:sldMk cId="2406177601" sldId="574"/>
        </pc:sldMkLst>
      </pc:sldChg>
      <pc:sldChg chg="del">
        <pc:chgData name="소은 박" userId="b8fec4c6180cae9f" providerId="LiveId" clId="{E1D9AD0E-B71F-4120-9672-0A7B96CF5D25}" dt="2025-04-01T14:45:59.400" v="2" actId="47"/>
        <pc:sldMkLst>
          <pc:docMk/>
          <pc:sldMk cId="3277971101" sldId="575"/>
        </pc:sldMkLst>
      </pc:sldChg>
      <pc:sldChg chg="del">
        <pc:chgData name="소은 박" userId="b8fec4c6180cae9f" providerId="LiveId" clId="{E1D9AD0E-B71F-4120-9672-0A7B96CF5D25}" dt="2025-04-01T14:45:59.400" v="2" actId="47"/>
        <pc:sldMkLst>
          <pc:docMk/>
          <pc:sldMk cId="2303091737" sldId="578"/>
        </pc:sldMkLst>
      </pc:sldChg>
      <pc:sldChg chg="del">
        <pc:chgData name="소은 박" userId="b8fec4c6180cae9f" providerId="LiveId" clId="{E1D9AD0E-B71F-4120-9672-0A7B96CF5D25}" dt="2025-04-01T14:45:59.400" v="2" actId="47"/>
        <pc:sldMkLst>
          <pc:docMk/>
          <pc:sldMk cId="2164048717" sldId="581"/>
        </pc:sldMkLst>
      </pc:sldChg>
      <pc:sldChg chg="del">
        <pc:chgData name="소은 박" userId="b8fec4c6180cae9f" providerId="LiveId" clId="{E1D9AD0E-B71F-4120-9672-0A7B96CF5D25}" dt="2025-04-01T14:45:59.400" v="2" actId="47"/>
        <pc:sldMkLst>
          <pc:docMk/>
          <pc:sldMk cId="3997822499" sldId="582"/>
        </pc:sldMkLst>
      </pc:sldChg>
      <pc:sldChg chg="del">
        <pc:chgData name="소은 박" userId="b8fec4c6180cae9f" providerId="LiveId" clId="{E1D9AD0E-B71F-4120-9672-0A7B96CF5D25}" dt="2025-04-01T14:45:59.400" v="2" actId="47"/>
        <pc:sldMkLst>
          <pc:docMk/>
          <pc:sldMk cId="198969492" sldId="583"/>
        </pc:sldMkLst>
      </pc:sldChg>
      <pc:sldChg chg="del">
        <pc:chgData name="소은 박" userId="b8fec4c6180cae9f" providerId="LiveId" clId="{E1D9AD0E-B71F-4120-9672-0A7B96CF5D25}" dt="2025-04-01T14:45:59.400" v="2" actId="47"/>
        <pc:sldMkLst>
          <pc:docMk/>
          <pc:sldMk cId="3904957419" sldId="584"/>
        </pc:sldMkLst>
      </pc:sldChg>
      <pc:sldChg chg="del">
        <pc:chgData name="소은 박" userId="b8fec4c6180cae9f" providerId="LiveId" clId="{E1D9AD0E-B71F-4120-9672-0A7B96CF5D25}" dt="2025-04-01T14:45:59.400" v="2" actId="47"/>
        <pc:sldMkLst>
          <pc:docMk/>
          <pc:sldMk cId="2621139438" sldId="586"/>
        </pc:sldMkLst>
      </pc:sldChg>
      <pc:sldChg chg="del">
        <pc:chgData name="소은 박" userId="b8fec4c6180cae9f" providerId="LiveId" clId="{E1D9AD0E-B71F-4120-9672-0A7B96CF5D25}" dt="2025-04-01T14:45:59.400" v="2" actId="47"/>
        <pc:sldMkLst>
          <pc:docMk/>
          <pc:sldMk cId="3075902889" sldId="587"/>
        </pc:sldMkLst>
      </pc:sldChg>
      <pc:sldChg chg="del">
        <pc:chgData name="소은 박" userId="b8fec4c6180cae9f" providerId="LiveId" clId="{E1D9AD0E-B71F-4120-9672-0A7B96CF5D25}" dt="2025-04-01T14:45:59.400" v="2" actId="47"/>
        <pc:sldMkLst>
          <pc:docMk/>
          <pc:sldMk cId="3385924215" sldId="588"/>
        </pc:sldMkLst>
      </pc:sldChg>
      <pc:sldChg chg="del">
        <pc:chgData name="소은 박" userId="b8fec4c6180cae9f" providerId="LiveId" clId="{E1D9AD0E-B71F-4120-9672-0A7B96CF5D25}" dt="2025-04-01T14:45:59.400" v="2" actId="47"/>
        <pc:sldMkLst>
          <pc:docMk/>
          <pc:sldMk cId="4267775729" sldId="589"/>
        </pc:sldMkLst>
      </pc:sldChg>
      <pc:sldChg chg="del">
        <pc:chgData name="소은 박" userId="b8fec4c6180cae9f" providerId="LiveId" clId="{E1D9AD0E-B71F-4120-9672-0A7B96CF5D25}" dt="2025-04-01T14:45:59.400" v="2" actId="47"/>
        <pc:sldMkLst>
          <pc:docMk/>
          <pc:sldMk cId="1300295494" sldId="590"/>
        </pc:sldMkLst>
      </pc:sldChg>
      <pc:sldChg chg="del">
        <pc:chgData name="소은 박" userId="b8fec4c6180cae9f" providerId="LiveId" clId="{E1D9AD0E-B71F-4120-9672-0A7B96CF5D25}" dt="2025-04-01T14:45:59.400" v="2" actId="47"/>
        <pc:sldMkLst>
          <pc:docMk/>
          <pc:sldMk cId="2374593772" sldId="591"/>
        </pc:sldMkLst>
      </pc:sldChg>
      <pc:sldChg chg="del">
        <pc:chgData name="소은 박" userId="b8fec4c6180cae9f" providerId="LiveId" clId="{E1D9AD0E-B71F-4120-9672-0A7B96CF5D25}" dt="2025-04-01T14:45:59.400" v="2" actId="47"/>
        <pc:sldMkLst>
          <pc:docMk/>
          <pc:sldMk cId="3753635043" sldId="592"/>
        </pc:sldMkLst>
      </pc:sldChg>
      <pc:sldChg chg="del">
        <pc:chgData name="소은 박" userId="b8fec4c6180cae9f" providerId="LiveId" clId="{E1D9AD0E-B71F-4120-9672-0A7B96CF5D25}" dt="2025-04-01T14:45:59.400" v="2" actId="47"/>
        <pc:sldMkLst>
          <pc:docMk/>
          <pc:sldMk cId="511988775" sldId="594"/>
        </pc:sldMkLst>
      </pc:sldChg>
      <pc:sldChg chg="del">
        <pc:chgData name="소은 박" userId="b8fec4c6180cae9f" providerId="LiveId" clId="{E1D9AD0E-B71F-4120-9672-0A7B96CF5D25}" dt="2025-04-01T14:45:30.793" v="1" actId="47"/>
        <pc:sldMkLst>
          <pc:docMk/>
          <pc:sldMk cId="3167339964" sldId="597"/>
        </pc:sldMkLst>
      </pc:sldChg>
      <pc:sldChg chg="del">
        <pc:chgData name="소은 박" userId="b8fec4c6180cae9f" providerId="LiveId" clId="{E1D9AD0E-B71F-4120-9672-0A7B96CF5D25}" dt="2025-04-01T14:46:10.016" v="4" actId="47"/>
        <pc:sldMkLst>
          <pc:docMk/>
          <pc:sldMk cId="976917088" sldId="599"/>
        </pc:sldMkLst>
      </pc:sldChg>
      <pc:sldChg chg="del">
        <pc:chgData name="소은 박" userId="b8fec4c6180cae9f" providerId="LiveId" clId="{E1D9AD0E-B71F-4120-9672-0A7B96CF5D25}" dt="2025-04-01T14:45:59.400" v="2" actId="47"/>
        <pc:sldMkLst>
          <pc:docMk/>
          <pc:sldMk cId="3385463002" sldId="600"/>
        </pc:sldMkLst>
      </pc:sldChg>
      <pc:sldChg chg="del">
        <pc:chgData name="소은 박" userId="b8fec4c6180cae9f" providerId="LiveId" clId="{E1D9AD0E-B71F-4120-9672-0A7B96CF5D25}" dt="2025-04-01T14:45:59.400" v="2" actId="47"/>
        <pc:sldMkLst>
          <pc:docMk/>
          <pc:sldMk cId="3848106540" sldId="602"/>
        </pc:sldMkLst>
      </pc:sldChg>
      <pc:sldChg chg="del">
        <pc:chgData name="소은 박" userId="b8fec4c6180cae9f" providerId="LiveId" clId="{E1D9AD0E-B71F-4120-9672-0A7B96CF5D25}" dt="2025-04-01T14:45:59.400" v="2" actId="47"/>
        <pc:sldMkLst>
          <pc:docMk/>
          <pc:sldMk cId="1635603924" sldId="604"/>
        </pc:sldMkLst>
      </pc:sldChg>
      <pc:sldChg chg="del">
        <pc:chgData name="소은 박" userId="b8fec4c6180cae9f" providerId="LiveId" clId="{E1D9AD0E-B71F-4120-9672-0A7B96CF5D25}" dt="2025-04-01T14:45:30.793" v="1" actId="47"/>
        <pc:sldMkLst>
          <pc:docMk/>
          <pc:sldMk cId="634242298" sldId="608"/>
        </pc:sldMkLst>
      </pc:sldChg>
      <pc:sldChg chg="del">
        <pc:chgData name="소은 박" userId="b8fec4c6180cae9f" providerId="LiveId" clId="{E1D9AD0E-B71F-4120-9672-0A7B96CF5D25}" dt="2025-04-01T14:46:10.016" v="4" actId="47"/>
        <pc:sldMkLst>
          <pc:docMk/>
          <pc:sldMk cId="586966360" sldId="609"/>
        </pc:sldMkLst>
      </pc:sldChg>
      <pc:sldChg chg="del">
        <pc:chgData name="소은 박" userId="b8fec4c6180cae9f" providerId="LiveId" clId="{E1D9AD0E-B71F-4120-9672-0A7B96CF5D25}" dt="2025-04-01T14:46:10.016" v="4" actId="47"/>
        <pc:sldMkLst>
          <pc:docMk/>
          <pc:sldMk cId="2775386301" sldId="613"/>
        </pc:sldMkLst>
      </pc:sldChg>
      <pc:sldChg chg="del">
        <pc:chgData name="소은 박" userId="b8fec4c6180cae9f" providerId="LiveId" clId="{E1D9AD0E-B71F-4120-9672-0A7B96CF5D25}" dt="2025-04-01T14:46:10.016" v="4" actId="47"/>
        <pc:sldMkLst>
          <pc:docMk/>
          <pc:sldMk cId="4003675505" sldId="614"/>
        </pc:sldMkLst>
      </pc:sldChg>
      <pc:sldChg chg="del">
        <pc:chgData name="소은 박" userId="b8fec4c6180cae9f" providerId="LiveId" clId="{E1D9AD0E-B71F-4120-9672-0A7B96CF5D25}" dt="2025-04-01T14:45:59.400" v="2" actId="47"/>
        <pc:sldMkLst>
          <pc:docMk/>
          <pc:sldMk cId="1286835877" sldId="615"/>
        </pc:sldMkLst>
      </pc:sldChg>
      <pc:sldChg chg="del">
        <pc:chgData name="소은 박" userId="b8fec4c6180cae9f" providerId="LiveId" clId="{E1D9AD0E-B71F-4120-9672-0A7B96CF5D25}" dt="2025-04-01T14:45:59.400" v="2" actId="47"/>
        <pc:sldMkLst>
          <pc:docMk/>
          <pc:sldMk cId="4045406464" sldId="616"/>
        </pc:sldMkLst>
      </pc:sldChg>
      <pc:sldChg chg="del">
        <pc:chgData name="소은 박" userId="b8fec4c6180cae9f" providerId="LiveId" clId="{E1D9AD0E-B71F-4120-9672-0A7B96CF5D25}" dt="2025-04-01T14:45:59.400" v="2" actId="47"/>
        <pc:sldMkLst>
          <pc:docMk/>
          <pc:sldMk cId="3884770026" sldId="617"/>
        </pc:sldMkLst>
      </pc:sldChg>
      <pc:sldChg chg="del">
        <pc:chgData name="소은 박" userId="b8fec4c6180cae9f" providerId="LiveId" clId="{E1D9AD0E-B71F-4120-9672-0A7B96CF5D25}" dt="2025-04-01T14:45:59.400" v="2" actId="47"/>
        <pc:sldMkLst>
          <pc:docMk/>
          <pc:sldMk cId="3436680991" sldId="618"/>
        </pc:sldMkLst>
      </pc:sldChg>
      <pc:sldChg chg="del">
        <pc:chgData name="소은 박" userId="b8fec4c6180cae9f" providerId="LiveId" clId="{E1D9AD0E-B71F-4120-9672-0A7B96CF5D25}" dt="2025-04-01T14:45:59.400" v="2" actId="47"/>
        <pc:sldMkLst>
          <pc:docMk/>
          <pc:sldMk cId="447716533" sldId="621"/>
        </pc:sldMkLst>
      </pc:sldChg>
      <pc:sldChg chg="del">
        <pc:chgData name="소은 박" userId="b8fec4c6180cae9f" providerId="LiveId" clId="{E1D9AD0E-B71F-4120-9672-0A7B96CF5D25}" dt="2025-04-01T14:45:59.400" v="2" actId="47"/>
        <pc:sldMkLst>
          <pc:docMk/>
          <pc:sldMk cId="737951718" sldId="622"/>
        </pc:sldMkLst>
      </pc:sldChg>
      <pc:sldChg chg="del">
        <pc:chgData name="소은 박" userId="b8fec4c6180cae9f" providerId="LiveId" clId="{E1D9AD0E-B71F-4120-9672-0A7B96CF5D25}" dt="2025-04-01T14:45:30.793" v="1" actId="47"/>
        <pc:sldMkLst>
          <pc:docMk/>
          <pc:sldMk cId="1256940681" sldId="628"/>
        </pc:sldMkLst>
      </pc:sldChg>
      <pc:sldChg chg="del">
        <pc:chgData name="소은 박" userId="b8fec4c6180cae9f" providerId="LiveId" clId="{E1D9AD0E-B71F-4120-9672-0A7B96CF5D25}" dt="2025-04-01T14:45:59.400" v="2" actId="47"/>
        <pc:sldMkLst>
          <pc:docMk/>
          <pc:sldMk cId="1585918249" sldId="637"/>
        </pc:sldMkLst>
      </pc:sldChg>
      <pc:sldChg chg="del">
        <pc:chgData name="소은 박" userId="b8fec4c6180cae9f" providerId="LiveId" clId="{E1D9AD0E-B71F-4120-9672-0A7B96CF5D25}" dt="2025-04-01T14:45:59.400" v="2" actId="47"/>
        <pc:sldMkLst>
          <pc:docMk/>
          <pc:sldMk cId="1876009581" sldId="640"/>
        </pc:sldMkLst>
      </pc:sldChg>
      <pc:sldChg chg="del">
        <pc:chgData name="소은 박" userId="b8fec4c6180cae9f" providerId="LiveId" clId="{E1D9AD0E-B71F-4120-9672-0A7B96CF5D25}" dt="2025-04-01T14:45:59.400" v="2" actId="47"/>
        <pc:sldMkLst>
          <pc:docMk/>
          <pc:sldMk cId="3277559880" sldId="641"/>
        </pc:sldMkLst>
      </pc:sldChg>
      <pc:sldChg chg="del">
        <pc:chgData name="소은 박" userId="b8fec4c6180cae9f" providerId="LiveId" clId="{E1D9AD0E-B71F-4120-9672-0A7B96CF5D25}" dt="2025-04-01T14:45:59.400" v="2" actId="47"/>
        <pc:sldMkLst>
          <pc:docMk/>
          <pc:sldMk cId="3750125312" sldId="646"/>
        </pc:sldMkLst>
      </pc:sldChg>
      <pc:sldChg chg="del">
        <pc:chgData name="소은 박" userId="b8fec4c6180cae9f" providerId="LiveId" clId="{E1D9AD0E-B71F-4120-9672-0A7B96CF5D25}" dt="2025-04-01T14:45:59.400" v="2" actId="47"/>
        <pc:sldMkLst>
          <pc:docMk/>
          <pc:sldMk cId="3053828488" sldId="647"/>
        </pc:sldMkLst>
      </pc:sldChg>
      <pc:sldChg chg="del">
        <pc:chgData name="소은 박" userId="b8fec4c6180cae9f" providerId="LiveId" clId="{E1D9AD0E-B71F-4120-9672-0A7B96CF5D25}" dt="2025-04-01T14:45:59.400" v="2" actId="47"/>
        <pc:sldMkLst>
          <pc:docMk/>
          <pc:sldMk cId="1817435977" sldId="648"/>
        </pc:sldMkLst>
      </pc:sldChg>
      <pc:sldChg chg="del">
        <pc:chgData name="소은 박" userId="b8fec4c6180cae9f" providerId="LiveId" clId="{E1D9AD0E-B71F-4120-9672-0A7B96CF5D25}" dt="2025-04-01T14:45:59.400" v="2" actId="47"/>
        <pc:sldMkLst>
          <pc:docMk/>
          <pc:sldMk cId="3833232608" sldId="651"/>
        </pc:sldMkLst>
      </pc:sldChg>
      <pc:sldChg chg="del">
        <pc:chgData name="소은 박" userId="b8fec4c6180cae9f" providerId="LiveId" clId="{E1D9AD0E-B71F-4120-9672-0A7B96CF5D25}" dt="2025-04-01T14:45:59.400" v="2" actId="47"/>
        <pc:sldMkLst>
          <pc:docMk/>
          <pc:sldMk cId="832390598" sldId="655"/>
        </pc:sldMkLst>
      </pc:sldChg>
      <pc:sldChg chg="del">
        <pc:chgData name="소은 박" userId="b8fec4c6180cae9f" providerId="LiveId" clId="{E1D9AD0E-B71F-4120-9672-0A7B96CF5D25}" dt="2025-04-01T14:45:59.400" v="2" actId="47"/>
        <pc:sldMkLst>
          <pc:docMk/>
          <pc:sldMk cId="1806154948" sldId="658"/>
        </pc:sldMkLst>
      </pc:sldChg>
      <pc:sldChg chg="del">
        <pc:chgData name="소은 박" userId="b8fec4c6180cae9f" providerId="LiveId" clId="{E1D9AD0E-B71F-4120-9672-0A7B96CF5D25}" dt="2025-04-01T14:45:59.400" v="2" actId="47"/>
        <pc:sldMkLst>
          <pc:docMk/>
          <pc:sldMk cId="901686558" sldId="659"/>
        </pc:sldMkLst>
      </pc:sldChg>
      <pc:sldChg chg="del">
        <pc:chgData name="소은 박" userId="b8fec4c6180cae9f" providerId="LiveId" clId="{E1D9AD0E-B71F-4120-9672-0A7B96CF5D25}" dt="2025-04-01T14:45:59.400" v="2" actId="47"/>
        <pc:sldMkLst>
          <pc:docMk/>
          <pc:sldMk cId="1353267017" sldId="660"/>
        </pc:sldMkLst>
      </pc:sldChg>
      <pc:sldChg chg="del">
        <pc:chgData name="소은 박" userId="b8fec4c6180cae9f" providerId="LiveId" clId="{E1D9AD0E-B71F-4120-9672-0A7B96CF5D25}" dt="2025-04-01T14:45:59.400" v="2" actId="47"/>
        <pc:sldMkLst>
          <pc:docMk/>
          <pc:sldMk cId="3394282664" sldId="661"/>
        </pc:sldMkLst>
      </pc:sldChg>
      <pc:sldChg chg="del">
        <pc:chgData name="소은 박" userId="b8fec4c6180cae9f" providerId="LiveId" clId="{E1D9AD0E-B71F-4120-9672-0A7B96CF5D25}" dt="2025-04-01T14:45:59.400" v="2" actId="47"/>
        <pc:sldMkLst>
          <pc:docMk/>
          <pc:sldMk cId="3918007923" sldId="662"/>
        </pc:sldMkLst>
      </pc:sldChg>
      <pc:sldChg chg="del">
        <pc:chgData name="소은 박" userId="b8fec4c6180cae9f" providerId="LiveId" clId="{E1D9AD0E-B71F-4120-9672-0A7B96CF5D25}" dt="2025-04-01T14:45:59.400" v="2" actId="47"/>
        <pc:sldMkLst>
          <pc:docMk/>
          <pc:sldMk cId="2530580624" sldId="663"/>
        </pc:sldMkLst>
      </pc:sldChg>
      <pc:sldChg chg="del">
        <pc:chgData name="소은 박" userId="b8fec4c6180cae9f" providerId="LiveId" clId="{E1D9AD0E-B71F-4120-9672-0A7B96CF5D25}" dt="2025-04-01T14:45:59.400" v="2" actId="47"/>
        <pc:sldMkLst>
          <pc:docMk/>
          <pc:sldMk cId="2823334077" sldId="664"/>
        </pc:sldMkLst>
      </pc:sldChg>
      <pc:sldChg chg="del">
        <pc:chgData name="소은 박" userId="b8fec4c6180cae9f" providerId="LiveId" clId="{E1D9AD0E-B71F-4120-9672-0A7B96CF5D25}" dt="2025-04-01T14:45:59.400" v="2" actId="47"/>
        <pc:sldMkLst>
          <pc:docMk/>
          <pc:sldMk cId="1655767936" sldId="665"/>
        </pc:sldMkLst>
      </pc:sldChg>
      <pc:sldChg chg="del">
        <pc:chgData name="소은 박" userId="b8fec4c6180cae9f" providerId="LiveId" clId="{E1D9AD0E-B71F-4120-9672-0A7B96CF5D25}" dt="2025-04-01T14:45:59.400" v="2" actId="47"/>
        <pc:sldMkLst>
          <pc:docMk/>
          <pc:sldMk cId="1543042720" sldId="666"/>
        </pc:sldMkLst>
      </pc:sldChg>
      <pc:sldChg chg="del">
        <pc:chgData name="소은 박" userId="b8fec4c6180cae9f" providerId="LiveId" clId="{E1D9AD0E-B71F-4120-9672-0A7B96CF5D25}" dt="2025-04-01T14:45:59.400" v="2" actId="47"/>
        <pc:sldMkLst>
          <pc:docMk/>
          <pc:sldMk cId="2448580877" sldId="667"/>
        </pc:sldMkLst>
      </pc:sldChg>
      <pc:sldChg chg="del">
        <pc:chgData name="소은 박" userId="b8fec4c6180cae9f" providerId="LiveId" clId="{E1D9AD0E-B71F-4120-9672-0A7B96CF5D25}" dt="2025-04-01T14:45:59.400" v="2" actId="47"/>
        <pc:sldMkLst>
          <pc:docMk/>
          <pc:sldMk cId="3450218472" sldId="668"/>
        </pc:sldMkLst>
      </pc:sldChg>
      <pc:sldChg chg="del">
        <pc:chgData name="소은 박" userId="b8fec4c6180cae9f" providerId="LiveId" clId="{E1D9AD0E-B71F-4120-9672-0A7B96CF5D25}" dt="2025-04-01T14:45:59.400" v="2" actId="47"/>
        <pc:sldMkLst>
          <pc:docMk/>
          <pc:sldMk cId="2938297895" sldId="669"/>
        </pc:sldMkLst>
      </pc:sldChg>
      <pc:sldChg chg="del">
        <pc:chgData name="소은 박" userId="b8fec4c6180cae9f" providerId="LiveId" clId="{E1D9AD0E-B71F-4120-9672-0A7B96CF5D25}" dt="2025-04-01T14:45:59.400" v="2" actId="47"/>
        <pc:sldMkLst>
          <pc:docMk/>
          <pc:sldMk cId="3441536511" sldId="672"/>
        </pc:sldMkLst>
      </pc:sldChg>
      <pc:sldChg chg="del">
        <pc:chgData name="소은 박" userId="b8fec4c6180cae9f" providerId="LiveId" clId="{E1D9AD0E-B71F-4120-9672-0A7B96CF5D25}" dt="2025-04-01T14:45:59.400" v="2" actId="47"/>
        <pc:sldMkLst>
          <pc:docMk/>
          <pc:sldMk cId="250680598" sldId="673"/>
        </pc:sldMkLst>
      </pc:sldChg>
      <pc:sldChg chg="del">
        <pc:chgData name="소은 박" userId="b8fec4c6180cae9f" providerId="LiveId" clId="{E1D9AD0E-B71F-4120-9672-0A7B96CF5D25}" dt="2025-04-01T14:45:59.400" v="2" actId="47"/>
        <pc:sldMkLst>
          <pc:docMk/>
          <pc:sldMk cId="2221717252" sldId="674"/>
        </pc:sldMkLst>
      </pc:sldChg>
      <pc:sldChg chg="del">
        <pc:chgData name="소은 박" userId="b8fec4c6180cae9f" providerId="LiveId" clId="{E1D9AD0E-B71F-4120-9672-0A7B96CF5D25}" dt="2025-04-01T14:45:59.400" v="2" actId="47"/>
        <pc:sldMkLst>
          <pc:docMk/>
          <pc:sldMk cId="3185179534" sldId="675"/>
        </pc:sldMkLst>
      </pc:sldChg>
      <pc:sldChg chg="del">
        <pc:chgData name="소은 박" userId="b8fec4c6180cae9f" providerId="LiveId" clId="{E1D9AD0E-B71F-4120-9672-0A7B96CF5D25}" dt="2025-04-01T14:45:59.400" v="2" actId="47"/>
        <pc:sldMkLst>
          <pc:docMk/>
          <pc:sldMk cId="2726654605" sldId="676"/>
        </pc:sldMkLst>
      </pc:sldChg>
      <pc:sldChg chg="del">
        <pc:chgData name="소은 박" userId="b8fec4c6180cae9f" providerId="LiveId" clId="{E1D9AD0E-B71F-4120-9672-0A7B96CF5D25}" dt="2025-04-01T14:45:59.400" v="2" actId="47"/>
        <pc:sldMkLst>
          <pc:docMk/>
          <pc:sldMk cId="1366854481" sldId="678"/>
        </pc:sldMkLst>
      </pc:sldChg>
      <pc:sldChg chg="del">
        <pc:chgData name="소은 박" userId="b8fec4c6180cae9f" providerId="LiveId" clId="{E1D9AD0E-B71F-4120-9672-0A7B96CF5D25}" dt="2025-04-01T14:45:59.400" v="2" actId="47"/>
        <pc:sldMkLst>
          <pc:docMk/>
          <pc:sldMk cId="3193923041" sldId="679"/>
        </pc:sldMkLst>
      </pc:sldChg>
      <pc:sldChg chg="del">
        <pc:chgData name="소은 박" userId="b8fec4c6180cae9f" providerId="LiveId" clId="{E1D9AD0E-B71F-4120-9672-0A7B96CF5D25}" dt="2025-04-01T14:45:59.400" v="2" actId="47"/>
        <pc:sldMkLst>
          <pc:docMk/>
          <pc:sldMk cId="1457282956" sldId="680"/>
        </pc:sldMkLst>
      </pc:sldChg>
      <pc:sldChg chg="del">
        <pc:chgData name="소은 박" userId="b8fec4c6180cae9f" providerId="LiveId" clId="{E1D9AD0E-B71F-4120-9672-0A7B96CF5D25}" dt="2025-04-01T14:45:59.400" v="2" actId="47"/>
        <pc:sldMkLst>
          <pc:docMk/>
          <pc:sldMk cId="926744713" sldId="681"/>
        </pc:sldMkLst>
      </pc:sldChg>
      <pc:sldChg chg="del">
        <pc:chgData name="소은 박" userId="b8fec4c6180cae9f" providerId="LiveId" clId="{E1D9AD0E-B71F-4120-9672-0A7B96CF5D25}" dt="2025-04-01T14:45:59.400" v="2" actId="47"/>
        <pc:sldMkLst>
          <pc:docMk/>
          <pc:sldMk cId="3864723090" sldId="682"/>
        </pc:sldMkLst>
      </pc:sldChg>
      <pc:sldChg chg="del">
        <pc:chgData name="소은 박" userId="b8fec4c6180cae9f" providerId="LiveId" clId="{E1D9AD0E-B71F-4120-9672-0A7B96CF5D25}" dt="2025-04-01T14:45:59.400" v="2" actId="47"/>
        <pc:sldMkLst>
          <pc:docMk/>
          <pc:sldMk cId="3772796719" sldId="684"/>
        </pc:sldMkLst>
      </pc:sldChg>
      <pc:sldChg chg="del">
        <pc:chgData name="소은 박" userId="b8fec4c6180cae9f" providerId="LiveId" clId="{E1D9AD0E-B71F-4120-9672-0A7B96CF5D25}" dt="2025-04-01T14:45:59.400" v="2" actId="47"/>
        <pc:sldMkLst>
          <pc:docMk/>
          <pc:sldMk cId="2081192633" sldId="685"/>
        </pc:sldMkLst>
      </pc:sldChg>
      <pc:sldChg chg="del">
        <pc:chgData name="소은 박" userId="b8fec4c6180cae9f" providerId="LiveId" clId="{E1D9AD0E-B71F-4120-9672-0A7B96CF5D25}" dt="2025-04-01T14:45:59.400" v="2" actId="47"/>
        <pc:sldMkLst>
          <pc:docMk/>
          <pc:sldMk cId="2739864775" sldId="686"/>
        </pc:sldMkLst>
      </pc:sldChg>
      <pc:sldChg chg="del">
        <pc:chgData name="소은 박" userId="b8fec4c6180cae9f" providerId="LiveId" clId="{E1D9AD0E-B71F-4120-9672-0A7B96CF5D25}" dt="2025-04-01T14:45:59.400" v="2" actId="47"/>
        <pc:sldMkLst>
          <pc:docMk/>
          <pc:sldMk cId="1053259875" sldId="697"/>
        </pc:sldMkLst>
      </pc:sldChg>
      <pc:sldChg chg="del">
        <pc:chgData name="소은 박" userId="b8fec4c6180cae9f" providerId="LiveId" clId="{E1D9AD0E-B71F-4120-9672-0A7B96CF5D25}" dt="2025-04-01T14:45:30.793" v="1" actId="47"/>
        <pc:sldMkLst>
          <pc:docMk/>
          <pc:sldMk cId="3456642651" sldId="698"/>
        </pc:sldMkLst>
      </pc:sldChg>
      <pc:sldChg chg="del">
        <pc:chgData name="소은 박" userId="b8fec4c6180cae9f" providerId="LiveId" clId="{E1D9AD0E-B71F-4120-9672-0A7B96CF5D25}" dt="2025-04-01T14:45:59.400" v="2" actId="47"/>
        <pc:sldMkLst>
          <pc:docMk/>
          <pc:sldMk cId="580155273" sldId="699"/>
        </pc:sldMkLst>
      </pc:sldChg>
      <pc:sldChg chg="del">
        <pc:chgData name="소은 박" userId="b8fec4c6180cae9f" providerId="LiveId" clId="{E1D9AD0E-B71F-4120-9672-0A7B96CF5D25}" dt="2025-04-01T14:45:59.400" v="2" actId="47"/>
        <pc:sldMkLst>
          <pc:docMk/>
          <pc:sldMk cId="1282819408" sldId="700"/>
        </pc:sldMkLst>
      </pc:sldChg>
      <pc:sldChg chg="del">
        <pc:chgData name="소은 박" userId="b8fec4c6180cae9f" providerId="LiveId" clId="{E1D9AD0E-B71F-4120-9672-0A7B96CF5D25}" dt="2025-04-01T14:45:59.400" v="2" actId="47"/>
        <pc:sldMkLst>
          <pc:docMk/>
          <pc:sldMk cId="3680437129" sldId="701"/>
        </pc:sldMkLst>
      </pc:sldChg>
      <pc:sldChg chg="del">
        <pc:chgData name="소은 박" userId="b8fec4c6180cae9f" providerId="LiveId" clId="{E1D9AD0E-B71F-4120-9672-0A7B96CF5D25}" dt="2025-04-01T14:45:59.400" v="2" actId="47"/>
        <pc:sldMkLst>
          <pc:docMk/>
          <pc:sldMk cId="2142097904" sldId="702"/>
        </pc:sldMkLst>
      </pc:sldChg>
      <pc:sldChg chg="del">
        <pc:chgData name="소은 박" userId="b8fec4c6180cae9f" providerId="LiveId" clId="{E1D9AD0E-B71F-4120-9672-0A7B96CF5D25}" dt="2025-04-01T14:45:59.400" v="2" actId="47"/>
        <pc:sldMkLst>
          <pc:docMk/>
          <pc:sldMk cId="1093438594" sldId="703"/>
        </pc:sldMkLst>
      </pc:sldChg>
      <pc:sldChg chg="del">
        <pc:chgData name="소은 박" userId="b8fec4c6180cae9f" providerId="LiveId" clId="{E1D9AD0E-B71F-4120-9672-0A7B96CF5D25}" dt="2025-04-01T14:45:59.400" v="2" actId="47"/>
        <pc:sldMkLst>
          <pc:docMk/>
          <pc:sldMk cId="2439617535" sldId="704"/>
        </pc:sldMkLst>
      </pc:sldChg>
      <pc:sldChg chg="del">
        <pc:chgData name="소은 박" userId="b8fec4c6180cae9f" providerId="LiveId" clId="{E1D9AD0E-B71F-4120-9672-0A7B96CF5D25}" dt="2025-04-01T14:45:59.400" v="2" actId="47"/>
        <pc:sldMkLst>
          <pc:docMk/>
          <pc:sldMk cId="3000929594" sldId="705"/>
        </pc:sldMkLst>
      </pc:sldChg>
      <pc:sldChg chg="del">
        <pc:chgData name="소은 박" userId="b8fec4c6180cae9f" providerId="LiveId" clId="{E1D9AD0E-B71F-4120-9672-0A7B96CF5D25}" dt="2025-04-01T14:45:59.400" v="2" actId="47"/>
        <pc:sldMkLst>
          <pc:docMk/>
          <pc:sldMk cId="100833663" sldId="709"/>
        </pc:sldMkLst>
      </pc:sldChg>
      <pc:sldChg chg="del">
        <pc:chgData name="소은 박" userId="b8fec4c6180cae9f" providerId="LiveId" clId="{E1D9AD0E-B71F-4120-9672-0A7B96CF5D25}" dt="2025-04-01T14:45:59.400" v="2" actId="47"/>
        <pc:sldMkLst>
          <pc:docMk/>
          <pc:sldMk cId="1158300783" sldId="712"/>
        </pc:sldMkLst>
      </pc:sldChg>
      <pc:sldChg chg="del">
        <pc:chgData name="소은 박" userId="b8fec4c6180cae9f" providerId="LiveId" clId="{E1D9AD0E-B71F-4120-9672-0A7B96CF5D25}" dt="2025-04-01T14:45:59.400" v="2" actId="47"/>
        <pc:sldMkLst>
          <pc:docMk/>
          <pc:sldMk cId="320839005" sldId="713"/>
        </pc:sldMkLst>
      </pc:sldChg>
      <pc:sldChg chg="del">
        <pc:chgData name="소은 박" userId="b8fec4c6180cae9f" providerId="LiveId" clId="{E1D9AD0E-B71F-4120-9672-0A7B96CF5D25}" dt="2025-04-01T14:45:59.400" v="2" actId="47"/>
        <pc:sldMkLst>
          <pc:docMk/>
          <pc:sldMk cId="1698101637" sldId="714"/>
        </pc:sldMkLst>
      </pc:sldChg>
      <pc:sldChg chg="del">
        <pc:chgData name="소은 박" userId="b8fec4c6180cae9f" providerId="LiveId" clId="{E1D9AD0E-B71F-4120-9672-0A7B96CF5D25}" dt="2025-04-01T14:45:59.400" v="2" actId="47"/>
        <pc:sldMkLst>
          <pc:docMk/>
          <pc:sldMk cId="3034043320" sldId="715"/>
        </pc:sldMkLst>
      </pc:sldChg>
      <pc:sldChg chg="del">
        <pc:chgData name="소은 박" userId="b8fec4c6180cae9f" providerId="LiveId" clId="{E1D9AD0E-B71F-4120-9672-0A7B96CF5D25}" dt="2025-04-01T14:45:59.400" v="2" actId="47"/>
        <pc:sldMkLst>
          <pc:docMk/>
          <pc:sldMk cId="221710686" sldId="717"/>
        </pc:sldMkLst>
      </pc:sldChg>
      <pc:sldChg chg="del">
        <pc:chgData name="소은 박" userId="b8fec4c6180cae9f" providerId="LiveId" clId="{E1D9AD0E-B71F-4120-9672-0A7B96CF5D25}" dt="2025-04-01T14:45:59.400" v="2" actId="47"/>
        <pc:sldMkLst>
          <pc:docMk/>
          <pc:sldMk cId="3143644591" sldId="718"/>
        </pc:sldMkLst>
      </pc:sldChg>
      <pc:sldChg chg="del">
        <pc:chgData name="소은 박" userId="b8fec4c6180cae9f" providerId="LiveId" clId="{E1D9AD0E-B71F-4120-9672-0A7B96CF5D25}" dt="2025-04-01T14:45:59.400" v="2" actId="47"/>
        <pc:sldMkLst>
          <pc:docMk/>
          <pc:sldMk cId="2889439278" sldId="720"/>
        </pc:sldMkLst>
      </pc:sldChg>
      <pc:sldChg chg="del">
        <pc:chgData name="소은 박" userId="b8fec4c6180cae9f" providerId="LiveId" clId="{E1D9AD0E-B71F-4120-9672-0A7B96CF5D25}" dt="2025-04-01T14:45:59.400" v="2" actId="47"/>
        <pc:sldMkLst>
          <pc:docMk/>
          <pc:sldMk cId="87140727" sldId="721"/>
        </pc:sldMkLst>
      </pc:sldChg>
      <pc:sldChg chg="del">
        <pc:chgData name="소은 박" userId="b8fec4c6180cae9f" providerId="LiveId" clId="{E1D9AD0E-B71F-4120-9672-0A7B96CF5D25}" dt="2025-04-01T14:45:59.400" v="2" actId="47"/>
        <pc:sldMkLst>
          <pc:docMk/>
          <pc:sldMk cId="4203997556" sldId="722"/>
        </pc:sldMkLst>
      </pc:sldChg>
      <pc:sldChg chg="del">
        <pc:chgData name="소은 박" userId="b8fec4c6180cae9f" providerId="LiveId" clId="{E1D9AD0E-B71F-4120-9672-0A7B96CF5D25}" dt="2025-04-01T14:45:59.400" v="2" actId="47"/>
        <pc:sldMkLst>
          <pc:docMk/>
          <pc:sldMk cId="2423030814" sldId="723"/>
        </pc:sldMkLst>
      </pc:sldChg>
      <pc:sldChg chg="del">
        <pc:chgData name="소은 박" userId="b8fec4c6180cae9f" providerId="LiveId" clId="{E1D9AD0E-B71F-4120-9672-0A7B96CF5D25}" dt="2025-04-01T14:45:59.400" v="2" actId="47"/>
        <pc:sldMkLst>
          <pc:docMk/>
          <pc:sldMk cId="3868797422" sldId="724"/>
        </pc:sldMkLst>
      </pc:sldChg>
      <pc:sldChg chg="del">
        <pc:chgData name="소은 박" userId="b8fec4c6180cae9f" providerId="LiveId" clId="{E1D9AD0E-B71F-4120-9672-0A7B96CF5D25}" dt="2025-04-01T14:45:59.400" v="2" actId="47"/>
        <pc:sldMkLst>
          <pc:docMk/>
          <pc:sldMk cId="3710183668" sldId="725"/>
        </pc:sldMkLst>
      </pc:sldChg>
      <pc:sldChg chg="del">
        <pc:chgData name="소은 박" userId="b8fec4c6180cae9f" providerId="LiveId" clId="{E1D9AD0E-B71F-4120-9672-0A7B96CF5D25}" dt="2025-04-01T14:45:59.400" v="2" actId="47"/>
        <pc:sldMkLst>
          <pc:docMk/>
          <pc:sldMk cId="1896226850" sldId="726"/>
        </pc:sldMkLst>
      </pc:sldChg>
      <pc:sldChg chg="del">
        <pc:chgData name="소은 박" userId="b8fec4c6180cae9f" providerId="LiveId" clId="{E1D9AD0E-B71F-4120-9672-0A7B96CF5D25}" dt="2025-04-01T14:45:59.400" v="2" actId="47"/>
        <pc:sldMkLst>
          <pc:docMk/>
          <pc:sldMk cId="2788590837" sldId="727"/>
        </pc:sldMkLst>
      </pc:sldChg>
      <pc:sldChg chg="del">
        <pc:chgData name="소은 박" userId="b8fec4c6180cae9f" providerId="LiveId" clId="{E1D9AD0E-B71F-4120-9672-0A7B96CF5D25}" dt="2025-04-01T14:45:59.400" v="2" actId="47"/>
        <pc:sldMkLst>
          <pc:docMk/>
          <pc:sldMk cId="2680387901" sldId="728"/>
        </pc:sldMkLst>
      </pc:sldChg>
      <pc:sldChg chg="del">
        <pc:chgData name="소은 박" userId="b8fec4c6180cae9f" providerId="LiveId" clId="{E1D9AD0E-B71F-4120-9672-0A7B96CF5D25}" dt="2025-04-01T14:45:59.400" v="2" actId="47"/>
        <pc:sldMkLst>
          <pc:docMk/>
          <pc:sldMk cId="2686255185" sldId="729"/>
        </pc:sldMkLst>
      </pc:sldChg>
      <pc:sldChg chg="del">
        <pc:chgData name="소은 박" userId="b8fec4c6180cae9f" providerId="LiveId" clId="{E1D9AD0E-B71F-4120-9672-0A7B96CF5D25}" dt="2025-04-01T14:45:59.400" v="2" actId="47"/>
        <pc:sldMkLst>
          <pc:docMk/>
          <pc:sldMk cId="2447985587" sldId="730"/>
        </pc:sldMkLst>
      </pc:sldChg>
      <pc:sldChg chg="del">
        <pc:chgData name="소은 박" userId="b8fec4c6180cae9f" providerId="LiveId" clId="{E1D9AD0E-B71F-4120-9672-0A7B96CF5D25}" dt="2025-04-01T14:45:59.400" v="2" actId="47"/>
        <pc:sldMkLst>
          <pc:docMk/>
          <pc:sldMk cId="4135245910" sldId="732"/>
        </pc:sldMkLst>
      </pc:sldChg>
      <pc:sldChg chg="del">
        <pc:chgData name="소은 박" userId="b8fec4c6180cae9f" providerId="LiveId" clId="{E1D9AD0E-B71F-4120-9672-0A7B96CF5D25}" dt="2025-04-01T14:45:59.400" v="2" actId="47"/>
        <pc:sldMkLst>
          <pc:docMk/>
          <pc:sldMk cId="3048776441" sldId="733"/>
        </pc:sldMkLst>
      </pc:sldChg>
      <pc:sldChg chg="del">
        <pc:chgData name="소은 박" userId="b8fec4c6180cae9f" providerId="LiveId" clId="{E1D9AD0E-B71F-4120-9672-0A7B96CF5D25}" dt="2025-04-01T14:45:59.400" v="2" actId="47"/>
        <pc:sldMkLst>
          <pc:docMk/>
          <pc:sldMk cId="3196924418" sldId="735"/>
        </pc:sldMkLst>
      </pc:sldChg>
      <pc:sldChg chg="del">
        <pc:chgData name="소은 박" userId="b8fec4c6180cae9f" providerId="LiveId" clId="{E1D9AD0E-B71F-4120-9672-0A7B96CF5D25}" dt="2025-04-01T14:45:59.400" v="2" actId="47"/>
        <pc:sldMkLst>
          <pc:docMk/>
          <pc:sldMk cId="1160637705" sldId="738"/>
        </pc:sldMkLst>
      </pc:sldChg>
      <pc:sldChg chg="del">
        <pc:chgData name="소은 박" userId="b8fec4c6180cae9f" providerId="LiveId" clId="{E1D9AD0E-B71F-4120-9672-0A7B96CF5D25}" dt="2025-04-01T14:45:59.400" v="2" actId="47"/>
        <pc:sldMkLst>
          <pc:docMk/>
          <pc:sldMk cId="2347568978" sldId="739"/>
        </pc:sldMkLst>
      </pc:sldChg>
      <pc:sldChg chg="del">
        <pc:chgData name="소은 박" userId="b8fec4c6180cae9f" providerId="LiveId" clId="{E1D9AD0E-B71F-4120-9672-0A7B96CF5D25}" dt="2025-04-01T14:45:59.400" v="2" actId="47"/>
        <pc:sldMkLst>
          <pc:docMk/>
          <pc:sldMk cId="1352800197" sldId="740"/>
        </pc:sldMkLst>
      </pc:sldChg>
      <pc:sldChg chg="del">
        <pc:chgData name="소은 박" userId="b8fec4c6180cae9f" providerId="LiveId" clId="{E1D9AD0E-B71F-4120-9672-0A7B96CF5D25}" dt="2025-04-01T14:45:59.400" v="2" actId="47"/>
        <pc:sldMkLst>
          <pc:docMk/>
          <pc:sldMk cId="40345157" sldId="742"/>
        </pc:sldMkLst>
      </pc:sldChg>
      <pc:sldChg chg="del">
        <pc:chgData name="소은 박" userId="b8fec4c6180cae9f" providerId="LiveId" clId="{E1D9AD0E-B71F-4120-9672-0A7B96CF5D25}" dt="2025-04-01T14:45:59.400" v="2" actId="47"/>
        <pc:sldMkLst>
          <pc:docMk/>
          <pc:sldMk cId="2177624216" sldId="743"/>
        </pc:sldMkLst>
      </pc:sldChg>
      <pc:sldChg chg="del">
        <pc:chgData name="소은 박" userId="b8fec4c6180cae9f" providerId="LiveId" clId="{E1D9AD0E-B71F-4120-9672-0A7B96CF5D25}" dt="2025-04-01T14:45:59.400" v="2" actId="47"/>
        <pc:sldMkLst>
          <pc:docMk/>
          <pc:sldMk cId="1726949492" sldId="744"/>
        </pc:sldMkLst>
      </pc:sldChg>
      <pc:sldChg chg="del">
        <pc:chgData name="소은 박" userId="b8fec4c6180cae9f" providerId="LiveId" clId="{E1D9AD0E-B71F-4120-9672-0A7B96CF5D25}" dt="2025-04-01T14:45:59.400" v="2" actId="47"/>
        <pc:sldMkLst>
          <pc:docMk/>
          <pc:sldMk cId="1180756517" sldId="745"/>
        </pc:sldMkLst>
      </pc:sldChg>
      <pc:sldChg chg="del">
        <pc:chgData name="소은 박" userId="b8fec4c6180cae9f" providerId="LiveId" clId="{E1D9AD0E-B71F-4120-9672-0A7B96CF5D25}" dt="2025-04-01T14:45:59.400" v="2" actId="47"/>
        <pc:sldMkLst>
          <pc:docMk/>
          <pc:sldMk cId="2337094012" sldId="746"/>
        </pc:sldMkLst>
      </pc:sldChg>
      <pc:sldChg chg="del">
        <pc:chgData name="소은 박" userId="b8fec4c6180cae9f" providerId="LiveId" clId="{E1D9AD0E-B71F-4120-9672-0A7B96CF5D25}" dt="2025-04-01T14:45:59.400" v="2" actId="47"/>
        <pc:sldMkLst>
          <pc:docMk/>
          <pc:sldMk cId="2267356189" sldId="747"/>
        </pc:sldMkLst>
      </pc:sldChg>
      <pc:sldChg chg="del">
        <pc:chgData name="소은 박" userId="b8fec4c6180cae9f" providerId="LiveId" clId="{E1D9AD0E-B71F-4120-9672-0A7B96CF5D25}" dt="2025-04-01T14:45:30.793" v="1" actId="47"/>
        <pc:sldMkLst>
          <pc:docMk/>
          <pc:sldMk cId="1178948074" sldId="821"/>
        </pc:sldMkLst>
      </pc:sldChg>
      <pc:sldChg chg="del">
        <pc:chgData name="소은 박" userId="b8fec4c6180cae9f" providerId="LiveId" clId="{E1D9AD0E-B71F-4120-9672-0A7B96CF5D25}" dt="2025-04-01T14:45:59.400" v="2" actId="47"/>
        <pc:sldMkLst>
          <pc:docMk/>
          <pc:sldMk cId="666889400" sldId="823"/>
        </pc:sldMkLst>
      </pc:sldChg>
      <pc:sldChg chg="del">
        <pc:chgData name="소은 박" userId="b8fec4c6180cae9f" providerId="LiveId" clId="{E1D9AD0E-B71F-4120-9672-0A7B96CF5D25}" dt="2025-04-01T14:45:59.400" v="2" actId="47"/>
        <pc:sldMkLst>
          <pc:docMk/>
          <pc:sldMk cId="276278397" sldId="824"/>
        </pc:sldMkLst>
      </pc:sldChg>
      <pc:sldChg chg="del">
        <pc:chgData name="소은 박" userId="b8fec4c6180cae9f" providerId="LiveId" clId="{E1D9AD0E-B71F-4120-9672-0A7B96CF5D25}" dt="2025-04-01T14:45:59.400" v="2" actId="47"/>
        <pc:sldMkLst>
          <pc:docMk/>
          <pc:sldMk cId="2060443296" sldId="825"/>
        </pc:sldMkLst>
      </pc:sldChg>
      <pc:sldChg chg="del">
        <pc:chgData name="소은 박" userId="b8fec4c6180cae9f" providerId="LiveId" clId="{E1D9AD0E-B71F-4120-9672-0A7B96CF5D25}" dt="2025-04-01T14:45:59.400" v="2" actId="47"/>
        <pc:sldMkLst>
          <pc:docMk/>
          <pc:sldMk cId="501733872" sldId="826"/>
        </pc:sldMkLst>
      </pc:sldChg>
      <pc:sldChg chg="del">
        <pc:chgData name="소은 박" userId="b8fec4c6180cae9f" providerId="LiveId" clId="{E1D9AD0E-B71F-4120-9672-0A7B96CF5D25}" dt="2025-04-01T14:45:59.400" v="2" actId="47"/>
        <pc:sldMkLst>
          <pc:docMk/>
          <pc:sldMk cId="2929890815" sldId="827"/>
        </pc:sldMkLst>
      </pc:sldChg>
      <pc:sldChg chg="del">
        <pc:chgData name="소은 박" userId="b8fec4c6180cae9f" providerId="LiveId" clId="{E1D9AD0E-B71F-4120-9672-0A7B96CF5D25}" dt="2025-04-01T14:45:59.400" v="2" actId="47"/>
        <pc:sldMkLst>
          <pc:docMk/>
          <pc:sldMk cId="3026466503" sldId="828"/>
        </pc:sldMkLst>
      </pc:sldChg>
      <pc:sldChg chg="del">
        <pc:chgData name="소은 박" userId="b8fec4c6180cae9f" providerId="LiveId" clId="{E1D9AD0E-B71F-4120-9672-0A7B96CF5D25}" dt="2025-04-01T14:45:59.400" v="2" actId="47"/>
        <pc:sldMkLst>
          <pc:docMk/>
          <pc:sldMk cId="3081729777" sldId="829"/>
        </pc:sldMkLst>
      </pc:sldChg>
      <pc:sldChg chg="del">
        <pc:chgData name="소은 박" userId="b8fec4c6180cae9f" providerId="LiveId" clId="{E1D9AD0E-B71F-4120-9672-0A7B96CF5D25}" dt="2025-04-01T14:45:59.400" v="2" actId="47"/>
        <pc:sldMkLst>
          <pc:docMk/>
          <pc:sldMk cId="3322574832" sldId="830"/>
        </pc:sldMkLst>
      </pc:sldChg>
      <pc:sldChg chg="del">
        <pc:chgData name="소은 박" userId="b8fec4c6180cae9f" providerId="LiveId" clId="{E1D9AD0E-B71F-4120-9672-0A7B96CF5D25}" dt="2025-04-01T14:45:59.400" v="2" actId="47"/>
        <pc:sldMkLst>
          <pc:docMk/>
          <pc:sldMk cId="3294460424" sldId="831"/>
        </pc:sldMkLst>
      </pc:sldChg>
      <pc:sldChg chg="del">
        <pc:chgData name="소은 박" userId="b8fec4c6180cae9f" providerId="LiveId" clId="{E1D9AD0E-B71F-4120-9672-0A7B96CF5D25}" dt="2025-04-01T14:45:59.400" v="2" actId="47"/>
        <pc:sldMkLst>
          <pc:docMk/>
          <pc:sldMk cId="1721768870" sldId="832"/>
        </pc:sldMkLst>
      </pc:sldChg>
      <pc:sldChg chg="del">
        <pc:chgData name="소은 박" userId="b8fec4c6180cae9f" providerId="LiveId" clId="{E1D9AD0E-B71F-4120-9672-0A7B96CF5D25}" dt="2025-04-01T14:45:59.400" v="2" actId="47"/>
        <pc:sldMkLst>
          <pc:docMk/>
          <pc:sldMk cId="1120978597" sldId="834"/>
        </pc:sldMkLst>
      </pc:sldChg>
      <pc:sldChg chg="del">
        <pc:chgData name="소은 박" userId="b8fec4c6180cae9f" providerId="LiveId" clId="{E1D9AD0E-B71F-4120-9672-0A7B96CF5D25}" dt="2025-04-01T14:45:59.400" v="2" actId="47"/>
        <pc:sldMkLst>
          <pc:docMk/>
          <pc:sldMk cId="3757108532" sldId="835"/>
        </pc:sldMkLst>
      </pc:sldChg>
      <pc:sldChg chg="del">
        <pc:chgData name="소은 박" userId="b8fec4c6180cae9f" providerId="LiveId" clId="{E1D9AD0E-B71F-4120-9672-0A7B96CF5D25}" dt="2025-04-01T14:45:59.400" v="2" actId="47"/>
        <pc:sldMkLst>
          <pc:docMk/>
          <pc:sldMk cId="329012404" sldId="836"/>
        </pc:sldMkLst>
      </pc:sldChg>
      <pc:sldChg chg="del">
        <pc:chgData name="소은 박" userId="b8fec4c6180cae9f" providerId="LiveId" clId="{E1D9AD0E-B71F-4120-9672-0A7B96CF5D25}" dt="2025-04-01T14:45:59.400" v="2" actId="47"/>
        <pc:sldMkLst>
          <pc:docMk/>
          <pc:sldMk cId="819683674" sldId="837"/>
        </pc:sldMkLst>
      </pc:sldChg>
      <pc:sldChg chg="del">
        <pc:chgData name="소은 박" userId="b8fec4c6180cae9f" providerId="LiveId" clId="{E1D9AD0E-B71F-4120-9672-0A7B96CF5D25}" dt="2025-04-01T14:45:59.400" v="2" actId="47"/>
        <pc:sldMkLst>
          <pc:docMk/>
          <pc:sldMk cId="754477978" sldId="838"/>
        </pc:sldMkLst>
      </pc:sldChg>
      <pc:sldChg chg="del">
        <pc:chgData name="소은 박" userId="b8fec4c6180cae9f" providerId="LiveId" clId="{E1D9AD0E-B71F-4120-9672-0A7B96CF5D25}" dt="2025-04-01T14:45:59.400" v="2" actId="47"/>
        <pc:sldMkLst>
          <pc:docMk/>
          <pc:sldMk cId="2792217967" sldId="840"/>
        </pc:sldMkLst>
      </pc:sldChg>
      <pc:sldChg chg="del">
        <pc:chgData name="소은 박" userId="b8fec4c6180cae9f" providerId="LiveId" clId="{E1D9AD0E-B71F-4120-9672-0A7B96CF5D25}" dt="2025-04-01T14:45:59.400" v="2" actId="47"/>
        <pc:sldMkLst>
          <pc:docMk/>
          <pc:sldMk cId="1531391862" sldId="841"/>
        </pc:sldMkLst>
      </pc:sldChg>
      <pc:sldChg chg="del">
        <pc:chgData name="소은 박" userId="b8fec4c6180cae9f" providerId="LiveId" clId="{E1D9AD0E-B71F-4120-9672-0A7B96CF5D25}" dt="2025-04-01T14:45:59.400" v="2" actId="47"/>
        <pc:sldMkLst>
          <pc:docMk/>
          <pc:sldMk cId="1252250907" sldId="842"/>
        </pc:sldMkLst>
      </pc:sldChg>
      <pc:sldChg chg="del">
        <pc:chgData name="소은 박" userId="b8fec4c6180cae9f" providerId="LiveId" clId="{E1D9AD0E-B71F-4120-9672-0A7B96CF5D25}" dt="2025-04-01T14:45:59.400" v="2" actId="47"/>
        <pc:sldMkLst>
          <pc:docMk/>
          <pc:sldMk cId="2805086316" sldId="848"/>
        </pc:sldMkLst>
      </pc:sldChg>
      <pc:sldChg chg="del">
        <pc:chgData name="소은 박" userId="b8fec4c6180cae9f" providerId="LiveId" clId="{E1D9AD0E-B71F-4120-9672-0A7B96CF5D25}" dt="2025-04-01T14:45:59.400" v="2" actId="47"/>
        <pc:sldMkLst>
          <pc:docMk/>
          <pc:sldMk cId="2457255226" sldId="849"/>
        </pc:sldMkLst>
      </pc:sldChg>
      <pc:sldChg chg="del">
        <pc:chgData name="소은 박" userId="b8fec4c6180cae9f" providerId="LiveId" clId="{E1D9AD0E-B71F-4120-9672-0A7B96CF5D25}" dt="2025-04-01T14:45:59.400" v="2" actId="47"/>
        <pc:sldMkLst>
          <pc:docMk/>
          <pc:sldMk cId="2477682623" sldId="850"/>
        </pc:sldMkLst>
      </pc:sldChg>
      <pc:sldChg chg="del">
        <pc:chgData name="소은 박" userId="b8fec4c6180cae9f" providerId="LiveId" clId="{E1D9AD0E-B71F-4120-9672-0A7B96CF5D25}" dt="2025-04-01T14:45:59.400" v="2" actId="47"/>
        <pc:sldMkLst>
          <pc:docMk/>
          <pc:sldMk cId="904110363" sldId="851"/>
        </pc:sldMkLst>
      </pc:sldChg>
      <pc:sldChg chg="del">
        <pc:chgData name="소은 박" userId="b8fec4c6180cae9f" providerId="LiveId" clId="{E1D9AD0E-B71F-4120-9672-0A7B96CF5D25}" dt="2025-04-01T14:45:59.400" v="2" actId="47"/>
        <pc:sldMkLst>
          <pc:docMk/>
          <pc:sldMk cId="1917965944" sldId="852"/>
        </pc:sldMkLst>
      </pc:sldChg>
      <pc:sldChg chg="del">
        <pc:chgData name="소은 박" userId="b8fec4c6180cae9f" providerId="LiveId" clId="{E1D9AD0E-B71F-4120-9672-0A7B96CF5D25}" dt="2025-04-01T14:45:59.400" v="2" actId="47"/>
        <pc:sldMkLst>
          <pc:docMk/>
          <pc:sldMk cId="168084750" sldId="853"/>
        </pc:sldMkLst>
      </pc:sldChg>
      <pc:sldChg chg="del">
        <pc:chgData name="소은 박" userId="b8fec4c6180cae9f" providerId="LiveId" clId="{E1D9AD0E-B71F-4120-9672-0A7B96CF5D25}" dt="2025-04-01T14:45:59.400" v="2" actId="47"/>
        <pc:sldMkLst>
          <pc:docMk/>
          <pc:sldMk cId="2583794920" sldId="854"/>
        </pc:sldMkLst>
      </pc:sldChg>
      <pc:sldChg chg="del">
        <pc:chgData name="소은 박" userId="b8fec4c6180cae9f" providerId="LiveId" clId="{E1D9AD0E-B71F-4120-9672-0A7B96CF5D25}" dt="2025-04-01T14:45:59.400" v="2" actId="47"/>
        <pc:sldMkLst>
          <pc:docMk/>
          <pc:sldMk cId="2749512368" sldId="855"/>
        </pc:sldMkLst>
      </pc:sldChg>
      <pc:sldChg chg="del">
        <pc:chgData name="소은 박" userId="b8fec4c6180cae9f" providerId="LiveId" clId="{E1D9AD0E-B71F-4120-9672-0A7B96CF5D25}" dt="2025-04-01T14:45:59.400" v="2" actId="47"/>
        <pc:sldMkLst>
          <pc:docMk/>
          <pc:sldMk cId="3777610658" sldId="856"/>
        </pc:sldMkLst>
      </pc:sldChg>
      <pc:sldChg chg="del">
        <pc:chgData name="소은 박" userId="b8fec4c6180cae9f" providerId="LiveId" clId="{E1D9AD0E-B71F-4120-9672-0A7B96CF5D25}" dt="2025-04-01T14:45:59.400" v="2" actId="47"/>
        <pc:sldMkLst>
          <pc:docMk/>
          <pc:sldMk cId="3030457326" sldId="857"/>
        </pc:sldMkLst>
      </pc:sldChg>
      <pc:sldChg chg="del">
        <pc:chgData name="소은 박" userId="b8fec4c6180cae9f" providerId="LiveId" clId="{E1D9AD0E-B71F-4120-9672-0A7B96CF5D25}" dt="2025-04-01T14:45:59.400" v="2" actId="47"/>
        <pc:sldMkLst>
          <pc:docMk/>
          <pc:sldMk cId="3906667355" sldId="858"/>
        </pc:sldMkLst>
      </pc:sldChg>
      <pc:sldChg chg="del">
        <pc:chgData name="소은 박" userId="b8fec4c6180cae9f" providerId="LiveId" clId="{E1D9AD0E-B71F-4120-9672-0A7B96CF5D25}" dt="2025-04-01T14:45:59.400" v="2" actId="47"/>
        <pc:sldMkLst>
          <pc:docMk/>
          <pc:sldMk cId="626357294" sldId="859"/>
        </pc:sldMkLst>
      </pc:sldChg>
      <pc:sldChg chg="del">
        <pc:chgData name="소은 박" userId="b8fec4c6180cae9f" providerId="LiveId" clId="{E1D9AD0E-B71F-4120-9672-0A7B96CF5D25}" dt="2025-04-01T14:45:59.400" v="2" actId="47"/>
        <pc:sldMkLst>
          <pc:docMk/>
          <pc:sldMk cId="1195949258" sldId="860"/>
        </pc:sldMkLst>
      </pc:sldChg>
      <pc:sldChg chg="del">
        <pc:chgData name="소은 박" userId="b8fec4c6180cae9f" providerId="LiveId" clId="{E1D9AD0E-B71F-4120-9672-0A7B96CF5D25}" dt="2025-04-01T14:45:59.400" v="2" actId="47"/>
        <pc:sldMkLst>
          <pc:docMk/>
          <pc:sldMk cId="1922577531" sldId="861"/>
        </pc:sldMkLst>
      </pc:sldChg>
      <pc:sldChg chg="del">
        <pc:chgData name="소은 박" userId="b8fec4c6180cae9f" providerId="LiveId" clId="{E1D9AD0E-B71F-4120-9672-0A7B96CF5D25}" dt="2025-04-01T14:45:59.400" v="2" actId="47"/>
        <pc:sldMkLst>
          <pc:docMk/>
          <pc:sldMk cId="2328743947" sldId="862"/>
        </pc:sldMkLst>
      </pc:sldChg>
      <pc:sldChg chg="del">
        <pc:chgData name="소은 박" userId="b8fec4c6180cae9f" providerId="LiveId" clId="{E1D9AD0E-B71F-4120-9672-0A7B96CF5D25}" dt="2025-04-01T14:45:59.400" v="2" actId="47"/>
        <pc:sldMkLst>
          <pc:docMk/>
          <pc:sldMk cId="2438818791" sldId="863"/>
        </pc:sldMkLst>
      </pc:sldChg>
      <pc:sldChg chg="del">
        <pc:chgData name="소은 박" userId="b8fec4c6180cae9f" providerId="LiveId" clId="{E1D9AD0E-B71F-4120-9672-0A7B96CF5D25}" dt="2025-04-01T14:45:59.400" v="2" actId="47"/>
        <pc:sldMkLst>
          <pc:docMk/>
          <pc:sldMk cId="2285801692" sldId="864"/>
        </pc:sldMkLst>
      </pc:sldChg>
      <pc:sldChg chg="del">
        <pc:chgData name="소은 박" userId="b8fec4c6180cae9f" providerId="LiveId" clId="{E1D9AD0E-B71F-4120-9672-0A7B96CF5D25}" dt="2025-04-01T14:45:59.400" v="2" actId="47"/>
        <pc:sldMkLst>
          <pc:docMk/>
          <pc:sldMk cId="3309734936" sldId="865"/>
        </pc:sldMkLst>
      </pc:sldChg>
      <pc:sldChg chg="del">
        <pc:chgData name="소은 박" userId="b8fec4c6180cae9f" providerId="LiveId" clId="{E1D9AD0E-B71F-4120-9672-0A7B96CF5D25}" dt="2025-04-01T14:45:59.400" v="2" actId="47"/>
        <pc:sldMkLst>
          <pc:docMk/>
          <pc:sldMk cId="3233744375" sldId="866"/>
        </pc:sldMkLst>
      </pc:sldChg>
      <pc:sldChg chg="del">
        <pc:chgData name="소은 박" userId="b8fec4c6180cae9f" providerId="LiveId" clId="{E1D9AD0E-B71F-4120-9672-0A7B96CF5D25}" dt="2025-04-01T14:45:59.400" v="2" actId="47"/>
        <pc:sldMkLst>
          <pc:docMk/>
          <pc:sldMk cId="775586253" sldId="867"/>
        </pc:sldMkLst>
      </pc:sldChg>
      <pc:sldChg chg="del">
        <pc:chgData name="소은 박" userId="b8fec4c6180cae9f" providerId="LiveId" clId="{E1D9AD0E-B71F-4120-9672-0A7B96CF5D25}" dt="2025-04-01T14:45:59.400" v="2" actId="47"/>
        <pc:sldMkLst>
          <pc:docMk/>
          <pc:sldMk cId="4181509640" sldId="868"/>
        </pc:sldMkLst>
      </pc:sldChg>
      <pc:sldChg chg="del">
        <pc:chgData name="소은 박" userId="b8fec4c6180cae9f" providerId="LiveId" clId="{E1D9AD0E-B71F-4120-9672-0A7B96CF5D25}" dt="2025-04-01T14:45:59.400" v="2" actId="47"/>
        <pc:sldMkLst>
          <pc:docMk/>
          <pc:sldMk cId="1100012851" sldId="869"/>
        </pc:sldMkLst>
      </pc:sldChg>
      <pc:sldChg chg="del">
        <pc:chgData name="소은 박" userId="b8fec4c6180cae9f" providerId="LiveId" clId="{E1D9AD0E-B71F-4120-9672-0A7B96CF5D25}" dt="2025-04-01T14:45:59.400" v="2" actId="47"/>
        <pc:sldMkLst>
          <pc:docMk/>
          <pc:sldMk cId="3245955446" sldId="870"/>
        </pc:sldMkLst>
      </pc:sldChg>
      <pc:sldChg chg="del">
        <pc:chgData name="소은 박" userId="b8fec4c6180cae9f" providerId="LiveId" clId="{E1D9AD0E-B71F-4120-9672-0A7B96CF5D25}" dt="2025-04-01T14:45:59.400" v="2" actId="47"/>
        <pc:sldMkLst>
          <pc:docMk/>
          <pc:sldMk cId="3053464901" sldId="871"/>
        </pc:sldMkLst>
      </pc:sldChg>
      <pc:sldChg chg="del">
        <pc:chgData name="소은 박" userId="b8fec4c6180cae9f" providerId="LiveId" clId="{E1D9AD0E-B71F-4120-9672-0A7B96CF5D25}" dt="2025-04-01T14:45:59.400" v="2" actId="47"/>
        <pc:sldMkLst>
          <pc:docMk/>
          <pc:sldMk cId="4057650038" sldId="873"/>
        </pc:sldMkLst>
      </pc:sldChg>
      <pc:sldChg chg="del">
        <pc:chgData name="소은 박" userId="b8fec4c6180cae9f" providerId="LiveId" clId="{E1D9AD0E-B71F-4120-9672-0A7B96CF5D25}" dt="2025-04-01T14:45:59.400" v="2" actId="47"/>
        <pc:sldMkLst>
          <pc:docMk/>
          <pc:sldMk cId="4088945185" sldId="874"/>
        </pc:sldMkLst>
      </pc:sldChg>
      <pc:sldChg chg="del">
        <pc:chgData name="소은 박" userId="b8fec4c6180cae9f" providerId="LiveId" clId="{E1D9AD0E-B71F-4120-9672-0A7B96CF5D25}" dt="2025-04-01T14:45:59.400" v="2" actId="47"/>
        <pc:sldMkLst>
          <pc:docMk/>
          <pc:sldMk cId="295756743" sldId="875"/>
        </pc:sldMkLst>
      </pc:sldChg>
      <pc:sldChg chg="del">
        <pc:chgData name="소은 박" userId="b8fec4c6180cae9f" providerId="LiveId" clId="{E1D9AD0E-B71F-4120-9672-0A7B96CF5D25}" dt="2025-04-01T14:45:59.400" v="2" actId="47"/>
        <pc:sldMkLst>
          <pc:docMk/>
          <pc:sldMk cId="585498999" sldId="881"/>
        </pc:sldMkLst>
      </pc:sldChg>
      <pc:sldChg chg="del">
        <pc:chgData name="소은 박" userId="b8fec4c6180cae9f" providerId="LiveId" clId="{E1D9AD0E-B71F-4120-9672-0A7B96CF5D25}" dt="2025-04-01T14:45:59.400" v="2" actId="47"/>
        <pc:sldMkLst>
          <pc:docMk/>
          <pc:sldMk cId="214936891" sldId="882"/>
        </pc:sldMkLst>
      </pc:sldChg>
      <pc:sldChg chg="del">
        <pc:chgData name="소은 박" userId="b8fec4c6180cae9f" providerId="LiveId" clId="{E1D9AD0E-B71F-4120-9672-0A7B96CF5D25}" dt="2025-04-01T14:45:59.400" v="2" actId="47"/>
        <pc:sldMkLst>
          <pc:docMk/>
          <pc:sldMk cId="1171850453" sldId="883"/>
        </pc:sldMkLst>
      </pc:sldChg>
      <pc:sldChg chg="del">
        <pc:chgData name="소은 박" userId="b8fec4c6180cae9f" providerId="LiveId" clId="{E1D9AD0E-B71F-4120-9672-0A7B96CF5D25}" dt="2025-04-01T14:45:59.400" v="2" actId="47"/>
        <pc:sldMkLst>
          <pc:docMk/>
          <pc:sldMk cId="2232827349" sldId="884"/>
        </pc:sldMkLst>
      </pc:sldChg>
      <pc:sldChg chg="del">
        <pc:chgData name="소은 박" userId="b8fec4c6180cae9f" providerId="LiveId" clId="{E1D9AD0E-B71F-4120-9672-0A7B96CF5D25}" dt="2025-04-01T14:45:59.400" v="2" actId="47"/>
        <pc:sldMkLst>
          <pc:docMk/>
          <pc:sldMk cId="451516265" sldId="885"/>
        </pc:sldMkLst>
      </pc:sldChg>
      <pc:sldChg chg="del">
        <pc:chgData name="소은 박" userId="b8fec4c6180cae9f" providerId="LiveId" clId="{E1D9AD0E-B71F-4120-9672-0A7B96CF5D25}" dt="2025-04-01T14:45:59.400" v="2" actId="47"/>
        <pc:sldMkLst>
          <pc:docMk/>
          <pc:sldMk cId="1526291458" sldId="886"/>
        </pc:sldMkLst>
      </pc:sldChg>
      <pc:sldChg chg="del">
        <pc:chgData name="소은 박" userId="b8fec4c6180cae9f" providerId="LiveId" clId="{E1D9AD0E-B71F-4120-9672-0A7B96CF5D25}" dt="2025-04-01T14:45:59.400" v="2" actId="47"/>
        <pc:sldMkLst>
          <pc:docMk/>
          <pc:sldMk cId="1599403053" sldId="887"/>
        </pc:sldMkLst>
      </pc:sldChg>
      <pc:sldChg chg="del">
        <pc:chgData name="소은 박" userId="b8fec4c6180cae9f" providerId="LiveId" clId="{E1D9AD0E-B71F-4120-9672-0A7B96CF5D25}" dt="2025-04-01T14:45:59.400" v="2" actId="47"/>
        <pc:sldMkLst>
          <pc:docMk/>
          <pc:sldMk cId="1960721881" sldId="888"/>
        </pc:sldMkLst>
      </pc:sldChg>
      <pc:sldChg chg="del">
        <pc:chgData name="소은 박" userId="b8fec4c6180cae9f" providerId="LiveId" clId="{E1D9AD0E-B71F-4120-9672-0A7B96CF5D25}" dt="2025-04-01T14:45:59.400" v="2" actId="47"/>
        <pc:sldMkLst>
          <pc:docMk/>
          <pc:sldMk cId="1403470722" sldId="889"/>
        </pc:sldMkLst>
      </pc:sldChg>
      <pc:sldChg chg="del">
        <pc:chgData name="소은 박" userId="b8fec4c6180cae9f" providerId="LiveId" clId="{E1D9AD0E-B71F-4120-9672-0A7B96CF5D25}" dt="2025-04-01T14:45:59.400" v="2" actId="47"/>
        <pc:sldMkLst>
          <pc:docMk/>
          <pc:sldMk cId="1040964927" sldId="890"/>
        </pc:sldMkLst>
      </pc:sldChg>
      <pc:sldChg chg="del">
        <pc:chgData name="소은 박" userId="b8fec4c6180cae9f" providerId="LiveId" clId="{E1D9AD0E-B71F-4120-9672-0A7B96CF5D25}" dt="2025-04-01T14:45:59.400" v="2" actId="47"/>
        <pc:sldMkLst>
          <pc:docMk/>
          <pc:sldMk cId="2647547219" sldId="891"/>
        </pc:sldMkLst>
      </pc:sldChg>
      <pc:sldChg chg="del">
        <pc:chgData name="소은 박" userId="b8fec4c6180cae9f" providerId="LiveId" clId="{E1D9AD0E-B71F-4120-9672-0A7B96CF5D25}" dt="2025-04-01T14:45:59.400" v="2" actId="47"/>
        <pc:sldMkLst>
          <pc:docMk/>
          <pc:sldMk cId="1218297819" sldId="892"/>
        </pc:sldMkLst>
      </pc:sldChg>
      <pc:sldChg chg="del">
        <pc:chgData name="소은 박" userId="b8fec4c6180cae9f" providerId="LiveId" clId="{E1D9AD0E-B71F-4120-9672-0A7B96CF5D25}" dt="2025-04-01T14:45:59.400" v="2" actId="47"/>
        <pc:sldMkLst>
          <pc:docMk/>
          <pc:sldMk cId="4112142086" sldId="893"/>
        </pc:sldMkLst>
      </pc:sldChg>
      <pc:sldChg chg="del">
        <pc:chgData name="소은 박" userId="b8fec4c6180cae9f" providerId="LiveId" clId="{E1D9AD0E-B71F-4120-9672-0A7B96CF5D25}" dt="2025-04-01T14:45:59.400" v="2" actId="47"/>
        <pc:sldMkLst>
          <pc:docMk/>
          <pc:sldMk cId="1952822800" sldId="894"/>
        </pc:sldMkLst>
      </pc:sldChg>
      <pc:sldChg chg="del">
        <pc:chgData name="소은 박" userId="b8fec4c6180cae9f" providerId="LiveId" clId="{E1D9AD0E-B71F-4120-9672-0A7B96CF5D25}" dt="2025-04-01T14:45:59.400" v="2" actId="47"/>
        <pc:sldMkLst>
          <pc:docMk/>
          <pc:sldMk cId="4039667349" sldId="897"/>
        </pc:sldMkLst>
      </pc:sldChg>
      <pc:sldChg chg="del">
        <pc:chgData name="소은 박" userId="b8fec4c6180cae9f" providerId="LiveId" clId="{E1D9AD0E-B71F-4120-9672-0A7B96CF5D25}" dt="2025-04-01T14:45:59.400" v="2" actId="47"/>
        <pc:sldMkLst>
          <pc:docMk/>
          <pc:sldMk cId="646943720" sldId="898"/>
        </pc:sldMkLst>
      </pc:sldChg>
      <pc:sldChg chg="del">
        <pc:chgData name="소은 박" userId="b8fec4c6180cae9f" providerId="LiveId" clId="{E1D9AD0E-B71F-4120-9672-0A7B96CF5D25}" dt="2025-04-01T14:45:59.400" v="2" actId="47"/>
        <pc:sldMkLst>
          <pc:docMk/>
          <pc:sldMk cId="1247048889" sldId="899"/>
        </pc:sldMkLst>
      </pc:sldChg>
      <pc:sldChg chg="del">
        <pc:chgData name="소은 박" userId="b8fec4c6180cae9f" providerId="LiveId" clId="{E1D9AD0E-B71F-4120-9672-0A7B96CF5D25}" dt="2025-04-01T14:45:59.400" v="2" actId="47"/>
        <pc:sldMkLst>
          <pc:docMk/>
          <pc:sldMk cId="2567386039" sldId="900"/>
        </pc:sldMkLst>
      </pc:sldChg>
      <pc:sldChg chg="del">
        <pc:chgData name="소은 박" userId="b8fec4c6180cae9f" providerId="LiveId" clId="{E1D9AD0E-B71F-4120-9672-0A7B96CF5D25}" dt="2025-04-01T14:45:59.400" v="2" actId="47"/>
        <pc:sldMkLst>
          <pc:docMk/>
          <pc:sldMk cId="2323331507" sldId="901"/>
        </pc:sldMkLst>
      </pc:sldChg>
      <pc:sldMasterChg chg="addSldLayout delSldLayout">
        <pc:chgData name="소은 박" userId="b8fec4c6180cae9f" providerId="LiveId" clId="{E1D9AD0E-B71F-4120-9672-0A7B96CF5D25}" dt="2025-04-01T14:46:24.354" v="9" actId="47"/>
        <pc:sldMasterMkLst>
          <pc:docMk/>
          <pc:sldMasterMk cId="2559331267" sldId="2147483648"/>
        </pc:sldMasterMkLst>
        <pc:sldLayoutChg chg="del">
          <pc:chgData name="소은 박" userId="b8fec4c6180cae9f" providerId="LiveId" clId="{E1D9AD0E-B71F-4120-9672-0A7B96CF5D25}" dt="2025-04-01T14:46:24.354" v="9" actId="47"/>
          <pc:sldLayoutMkLst>
            <pc:docMk/>
            <pc:sldMasterMk cId="2559331267" sldId="2147483648"/>
            <pc:sldLayoutMk cId="3631230595" sldId="2147483679"/>
          </pc:sldLayoutMkLst>
        </pc:sldLayoutChg>
        <pc:sldLayoutChg chg="add del">
          <pc:chgData name="소은 박" userId="b8fec4c6180cae9f" providerId="LiveId" clId="{E1D9AD0E-B71F-4120-9672-0A7B96CF5D25}" dt="2025-04-01T14:46:14.825" v="7" actId="47"/>
          <pc:sldLayoutMkLst>
            <pc:docMk/>
            <pc:sldMasterMk cId="2559331267" sldId="2147483648"/>
            <pc:sldLayoutMk cId="1949185975" sldId="2147483680"/>
          </pc:sldLayoutMkLst>
        </pc:sldLayoutChg>
        <pc:sldLayoutChg chg="del">
          <pc:chgData name="소은 박" userId="b8fec4c6180cae9f" providerId="LiveId" clId="{E1D9AD0E-B71F-4120-9672-0A7B96CF5D25}" dt="2025-04-01T14:45:19.064" v="0" actId="47"/>
          <pc:sldLayoutMkLst>
            <pc:docMk/>
            <pc:sldMasterMk cId="2559331267" sldId="2147483648"/>
            <pc:sldLayoutMk cId="3133663249" sldId="2147483685"/>
          </pc:sldLayoutMkLst>
        </pc:sldLayout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D78E16CB-E131-8D1C-7660-55715EB7E02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a:extLst>
              <a:ext uri="{FF2B5EF4-FFF2-40B4-BE49-F238E27FC236}">
                <a16:creationId xmlns:a16="http://schemas.microsoft.com/office/drawing/2014/main" id="{BFAD0D6E-90D1-7CAD-9211-734EFDCEE77B}"/>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FEE9F8D-4C14-4B26-80A7-14DC4769A9FA}" type="datetimeFigureOut">
              <a:rPr lang="ko-KR" altLang="en-US" smtClean="0"/>
              <a:t>2025-04-02</a:t>
            </a:fld>
            <a:endParaRPr lang="ko-KR" altLang="en-US"/>
          </a:p>
        </p:txBody>
      </p:sp>
      <p:sp>
        <p:nvSpPr>
          <p:cNvPr id="4" name="바닥글 개체 틀 3">
            <a:extLst>
              <a:ext uri="{FF2B5EF4-FFF2-40B4-BE49-F238E27FC236}">
                <a16:creationId xmlns:a16="http://schemas.microsoft.com/office/drawing/2014/main" id="{0B3791F2-20B0-6584-97C8-297FC3729B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5" name="슬라이드 번호 개체 틀 4">
            <a:extLst>
              <a:ext uri="{FF2B5EF4-FFF2-40B4-BE49-F238E27FC236}">
                <a16:creationId xmlns:a16="http://schemas.microsoft.com/office/drawing/2014/main" id="{C5CD674D-AF32-B6C4-1208-F170DE0B83B9}"/>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39D0FA0-A0BD-40C7-8CF5-E729DBEFED33}" type="slidenum">
              <a:rPr lang="ko-KR" altLang="en-US" smtClean="0"/>
              <a:t>‹#›</a:t>
            </a:fld>
            <a:endParaRPr lang="ko-KR" altLang="en-US"/>
          </a:p>
        </p:txBody>
      </p:sp>
    </p:spTree>
    <p:extLst>
      <p:ext uri="{BB962C8B-B14F-4D97-AF65-F5344CB8AC3E}">
        <p14:creationId xmlns:p14="http://schemas.microsoft.com/office/powerpoint/2010/main" val="355877217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ko-KR" altLang="en-US"/>
          </a:p>
        </p:txBody>
      </p:sp>
      <p:sp>
        <p:nvSpPr>
          <p:cNvPr id="3" name="날짜 개체 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95D99F-4282-47D6-A6B2-4A01DC01464E}" type="datetimeFigureOut">
              <a:rPr lang="ko-KR" altLang="en-US" smtClean="0"/>
              <a:t>2025-04-02</a:t>
            </a:fld>
            <a:endParaRPr lang="ko-KR" altLang="en-US"/>
          </a:p>
        </p:txBody>
      </p:sp>
      <p:sp>
        <p:nvSpPr>
          <p:cNvPr id="4" name="슬라이드 이미지 개체 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ko-KR" altLang="en-US"/>
          </a:p>
        </p:txBody>
      </p:sp>
      <p:sp>
        <p:nvSpPr>
          <p:cNvPr id="5" name="슬라이드 노트 개체 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6" name="바닥글 개체 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ko-KR" altLang="en-US"/>
          </a:p>
        </p:txBody>
      </p:sp>
      <p:sp>
        <p:nvSpPr>
          <p:cNvPr id="7" name="슬라이드 번호 개체 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9B02D-59F5-41C5-8C9A-5161D0B9086D}" type="slidenum">
              <a:rPr lang="ko-KR" altLang="en-US" smtClean="0"/>
              <a:t>‹#›</a:t>
            </a:fld>
            <a:endParaRPr lang="ko-KR" altLang="en-US"/>
          </a:p>
        </p:txBody>
      </p:sp>
    </p:spTree>
    <p:extLst>
      <p:ext uri="{BB962C8B-B14F-4D97-AF65-F5344CB8AC3E}">
        <p14:creationId xmlns:p14="http://schemas.microsoft.com/office/powerpoint/2010/main" val="1100257415"/>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530C8F-BBEB-CFF2-D373-A1EEB7A9E08E}"/>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B942056C-AE6F-A8CE-3443-F644C536450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5A0B45E9-ED9F-3F13-5A80-BD892C97DB80}"/>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1EEC7111-C62E-F4B3-90B9-41F5AC94EFCB}"/>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768404B-4451-9854-610E-549C1B48647C}"/>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592127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3978249"/>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pic>
        <p:nvPicPr>
          <p:cNvPr id="9" name="그림 8">
            <a:extLst>
              <a:ext uri="{FF2B5EF4-FFF2-40B4-BE49-F238E27FC236}">
                <a16:creationId xmlns:a16="http://schemas.microsoft.com/office/drawing/2014/main" id="{9A9DABA3-F5F1-4E48-B876-B0108F2599E9}"/>
              </a:ext>
            </a:extLst>
          </p:cNvPr>
          <p:cNvPicPr>
            <a:picLocks noChangeAspect="1"/>
          </p:cNvPicPr>
          <p:nvPr userDrawn="1"/>
        </p:nvPicPr>
        <p:blipFill rotWithShape="1">
          <a:blip r:embed="rId2"/>
          <a:srcRect l="82985" t="7128" r="1021" b="67475"/>
          <a:stretch/>
        </p:blipFill>
        <p:spPr>
          <a:xfrm>
            <a:off x="10025770" y="4664050"/>
            <a:ext cx="1904011" cy="1741716"/>
          </a:xfrm>
          <a:prstGeom prst="rect">
            <a:avLst/>
          </a:prstGeom>
        </p:spPr>
      </p:pic>
      <p:sp>
        <p:nvSpPr>
          <p:cNvPr id="11" name="내용 개체 틀 2">
            <a:extLst>
              <a:ext uri="{FF2B5EF4-FFF2-40B4-BE49-F238E27FC236}">
                <a16:creationId xmlns:a16="http://schemas.microsoft.com/office/drawing/2014/main" id="{5624C9D7-4FB9-4ED2-A978-950BF189B1DC}"/>
              </a:ext>
            </a:extLst>
          </p:cNvPr>
          <p:cNvSpPr>
            <a:spLocks noGrp="1"/>
          </p:cNvSpPr>
          <p:nvPr>
            <p:ph idx="12"/>
          </p:nvPr>
        </p:nvSpPr>
        <p:spPr>
          <a:xfrm>
            <a:off x="10025770" y="4884717"/>
            <a:ext cx="1845276" cy="1873350"/>
          </a:xfrm>
        </p:spPr>
        <p:txBody>
          <a:bodyPr>
            <a:noAutofit/>
          </a:bodyPr>
          <a:lstStyle>
            <a:lvl1pPr>
              <a:defRPr sz="700"/>
            </a:lvl1pPr>
            <a:lvl2pPr>
              <a:defRPr sz="700"/>
            </a:lvl2pPr>
            <a:lvl3pPr>
              <a:defRPr sz="700"/>
            </a:lvl3pPr>
            <a:lvl4pPr>
              <a:defRPr sz="700"/>
            </a:lvl4pPr>
            <a:lvl5pPr>
              <a:defRPr sz="7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4" name="직사각형 3">
            <a:extLst>
              <a:ext uri="{FF2B5EF4-FFF2-40B4-BE49-F238E27FC236}">
                <a16:creationId xmlns:a16="http://schemas.microsoft.com/office/drawing/2014/main" id="{129DA458-A931-45F5-824F-92A790226A9F}"/>
              </a:ext>
            </a:extLst>
          </p:cNvPr>
          <p:cNvSpPr/>
          <p:nvPr userDrawn="1"/>
        </p:nvSpPr>
        <p:spPr>
          <a:xfrm>
            <a:off x="10296923" y="4692244"/>
            <a:ext cx="1361704" cy="144972"/>
          </a:xfrm>
          <a:prstGeom prst="rect">
            <a:avLst/>
          </a:prstGeom>
          <a:solidFill>
            <a:srgbClr val="DDDDD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2" name="직사각형 11">
            <a:extLst>
              <a:ext uri="{FF2B5EF4-FFF2-40B4-BE49-F238E27FC236}">
                <a16:creationId xmlns:a16="http://schemas.microsoft.com/office/drawing/2014/main" id="{7EA9372C-D391-4596-A3B4-3153136C9293}"/>
              </a:ext>
            </a:extLst>
          </p:cNvPr>
          <p:cNvSpPr/>
          <p:nvPr userDrawn="1"/>
        </p:nvSpPr>
        <p:spPr>
          <a:xfrm>
            <a:off x="10863634" y="52042"/>
            <a:ext cx="743171" cy="134005"/>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21" name="그림 20">
            <a:extLst>
              <a:ext uri="{FF2B5EF4-FFF2-40B4-BE49-F238E27FC236}">
                <a16:creationId xmlns:a16="http://schemas.microsoft.com/office/drawing/2014/main" id="{ECDCDC69-EC7F-4C9F-BBCB-82C4391B23A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1036695" y="82203"/>
            <a:ext cx="397048" cy="103844"/>
          </a:xfrm>
          <a:prstGeom prst="rect">
            <a:avLst/>
          </a:prstGeom>
        </p:spPr>
      </p:pic>
      <p:sp>
        <p:nvSpPr>
          <p:cNvPr id="5" name="슬라이드 번호 개체 틀 6">
            <a:extLst>
              <a:ext uri="{FF2B5EF4-FFF2-40B4-BE49-F238E27FC236}">
                <a16:creationId xmlns:a16="http://schemas.microsoft.com/office/drawing/2014/main" id="{DD135F55-AD68-8ADD-F9F6-BA9D806752B8}"/>
              </a:ext>
            </a:extLst>
          </p:cNvPr>
          <p:cNvSpPr>
            <a:spLocks noGrp="1"/>
          </p:cNvSpPr>
          <p:nvPr>
            <p:ph type="sldNum" sz="quarter" idx="14"/>
          </p:nvPr>
        </p:nvSpPr>
        <p:spPr>
          <a:xfrm>
            <a:off x="10613561" y="203201"/>
            <a:ext cx="1303021" cy="182563"/>
          </a:xfrm>
        </p:spPr>
        <p:txBody>
          <a:bodyPr/>
          <a:lstStyle>
            <a:lvl1pPr algn="ctr">
              <a:defRPr/>
            </a:lvl1pPr>
          </a:lstStyle>
          <a:p>
            <a:fld id="{EB66B8C8-9F2F-4508-A8DB-1207EC41BFB8}" type="slidenum">
              <a:rPr lang="ko-KR" altLang="en-US" smtClean="0"/>
              <a:pPr/>
              <a:t>‹#›</a:t>
            </a:fld>
            <a:endParaRPr lang="ko-KR" altLang="en-US"/>
          </a:p>
        </p:txBody>
      </p:sp>
      <p:pic>
        <p:nvPicPr>
          <p:cNvPr id="14" name="내용 개체 틀 11">
            <a:extLst>
              <a:ext uri="{FF2B5EF4-FFF2-40B4-BE49-F238E27FC236}">
                <a16:creationId xmlns:a16="http://schemas.microsoft.com/office/drawing/2014/main" id="{43D391F7-5536-46DE-9C45-5B4859F7DA89}"/>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10681945" y="4720651"/>
            <a:ext cx="583127" cy="120056"/>
          </a:xfrm>
          <a:prstGeom prst="rect">
            <a:avLst/>
          </a:prstGeom>
        </p:spPr>
      </p:pic>
      <p:sp>
        <p:nvSpPr>
          <p:cNvPr id="13" name="직사각형 12">
            <a:extLst>
              <a:ext uri="{FF2B5EF4-FFF2-40B4-BE49-F238E27FC236}">
                <a16:creationId xmlns:a16="http://schemas.microsoft.com/office/drawing/2014/main" id="{FF950DE0-9DEB-488A-8C41-97F8EB9B010C}"/>
              </a:ext>
            </a:extLst>
          </p:cNvPr>
          <p:cNvSpPr/>
          <p:nvPr userDrawn="1"/>
        </p:nvSpPr>
        <p:spPr>
          <a:xfrm>
            <a:off x="8161421" y="61721"/>
            <a:ext cx="790074" cy="124326"/>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7" name="그림 6">
            <a:extLst>
              <a:ext uri="{FF2B5EF4-FFF2-40B4-BE49-F238E27FC236}">
                <a16:creationId xmlns:a16="http://schemas.microsoft.com/office/drawing/2014/main" id="{D0145051-6A28-4E59-85C0-4C7600C4E46F}"/>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8528381" y="86897"/>
            <a:ext cx="214343" cy="107172"/>
          </a:xfrm>
          <a:prstGeom prst="rect">
            <a:avLst/>
          </a:prstGeom>
        </p:spPr>
      </p:pic>
    </p:spTree>
    <p:extLst>
      <p:ext uri="{BB962C8B-B14F-4D97-AF65-F5344CB8AC3E}">
        <p14:creationId xmlns:p14="http://schemas.microsoft.com/office/powerpoint/2010/main" val="11794400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6D3850A-F970-4F74-2BD3-DD282DB56320}"/>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43782543-B8E0-9CF6-85F4-504EC57796C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07B9D991-6938-1B49-6F95-0F57617CAE38}"/>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FE3D1E89-51C6-31DC-3B2E-A92BD8615C52}"/>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4CE8040D-FFDC-2A14-5202-3979777D321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571578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6F8B74-677A-8265-B2F1-7BF52E00C793}"/>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15A28C36-F7A7-1441-ED35-87B085A85C5C}"/>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26D9CE16-045B-0734-EB63-74A863F154FD}"/>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EE182735-CBB7-AA7C-9D33-BEEC212B99A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78CFEC35-FE92-2676-0240-8B170D801E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3A42C12C-3F5E-3BC0-5BAC-F1F82ED4405E}"/>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0167014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004B0F-F6E6-4CF4-9C67-345AD39F5E47}"/>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2C3A8290-531F-7604-1D38-F7F16BCF20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4" name="내용 개체 틀 3">
            <a:extLst>
              <a:ext uri="{FF2B5EF4-FFF2-40B4-BE49-F238E27FC236}">
                <a16:creationId xmlns:a16="http://schemas.microsoft.com/office/drawing/2014/main" id="{DA16BC5A-EDA3-94B1-CB85-8DC21E5378F0}"/>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A38A0B7F-F8BF-34CD-5233-A0C5EB4F6F9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F8505BCA-47F6-7D34-468B-8B59CDA2D0E1}"/>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AA19256F-A343-8116-4B58-C2B0634FB1C0}"/>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24288723-3FE8-E298-A1D9-400D1832316B}"/>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0A3746E7-CE88-91C9-E45E-FE010EE6576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1561672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89182F99-362A-6034-E24A-2C37204EFFCD}"/>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A787B5F1-A130-D24B-3B2E-E8012DA397F1}"/>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CE797140-EAE1-152A-5E95-0C3E89F2CEE1}"/>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95270F13-26A3-5BB8-CC83-469B2B084A41}"/>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8229329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4F734B43-1732-617C-6599-6BEA407A9C62}"/>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13CBA9D6-0057-C748-01EA-D956D932DD21}"/>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30628AAB-2F8E-848E-E5E3-C9D1AAA72E9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4796139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3F7B1E3-C0FC-56AC-0538-93B6E578F0E1}"/>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17015CC6-AF0D-FF54-DBB3-3B9ED265CD5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DA07782D-CEE0-EBE7-B007-E5109D7154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CE3F125B-C9A9-6412-0464-3DEB8AB2981B}"/>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02EC907A-E552-D21F-BCE7-AE25F0AAC3E0}"/>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C40C2579-01DC-99F8-741F-A69722500092}"/>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5031994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5B1B332-DB45-CDA0-888D-B701FCFD5798}"/>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87190178-55B9-E206-6D3E-11B37FC5CA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21B11432-80C6-62D6-C862-93ECCAD5D0D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529C49A8-9BDD-D46E-7BCE-A6505284A039}"/>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DF3E9430-50A0-1BF7-272D-61F0EEED819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8B7019E1-CDB8-DDAB-99E0-2635E4DB1AEA}"/>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6357110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F9E404A-575E-249A-56FA-86D4001C7401}"/>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14381F9-18C9-B37E-DA4D-CE77F711E0DF}"/>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38DF204A-7E57-2FCD-9005-B7B906F8F10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B678D06-E63B-2669-E90E-E37B8AAF6F04}"/>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6D696402-522B-F69B-EAFB-ECF228BAA41B}"/>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1178915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170F0E4C-C2C6-1DF3-E7D9-100596207341}"/>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A2C1EB3F-94B3-9C9A-02F8-7C263EE04DFA}"/>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D2C3F1BE-D08A-1661-64E3-AF5623AAD1DC}"/>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60DEB1D-85BB-5F0E-0C65-B4E315400E1D}"/>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0E13A97E-C3FB-85F6-DF5D-3669ED6CB36D}"/>
              </a:ext>
            </a:extLst>
          </p:cNvPr>
          <p:cNvSpPr>
            <a:spLocks noGrp="1"/>
          </p:cNvSpPr>
          <p:nvPr>
            <p:ph type="sldNum" sz="quarter" idx="12"/>
          </p:nvPr>
        </p:nvSpPr>
        <p:spPr/>
        <p:txBody>
          <a:body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30928139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4949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sz="600">
                <a:solidFill>
                  <a:srgbClr val="8D95A0"/>
                </a:solidFill>
                <a:latin typeface="나눔고딕" pitchFamily="2" charset="-127"/>
                <a:ea typeface="나눔고딕" pitchFamily="2" charset="-127"/>
              </a:rPr>
              <a:t>©</a:t>
            </a:r>
            <a:r>
              <a:rPr lang="en-US" altLang="ko-KR" sz="600">
                <a:solidFill>
                  <a:srgbClr val="8D95A0"/>
                </a:solidFill>
                <a:latin typeface="나눔고딕" pitchFamily="2" charset="-127"/>
                <a:ea typeface="나눔고딕" pitchFamily="2" charset="-127"/>
              </a:rPr>
              <a:t> </a:t>
            </a:r>
            <a:r>
              <a:rPr lang="ko-KR" altLang="en-US" sz="600">
                <a:solidFill>
                  <a:schemeClr val="bg2">
                    <a:lumMod val="50000"/>
                  </a:schemeClr>
                </a:solidFill>
                <a:latin typeface="나눔고딕" pitchFamily="2" charset="-127"/>
                <a:ea typeface="나눔고딕" pitchFamily="2" charset="-127"/>
              </a:rPr>
              <a:t>박소은 </a:t>
            </a:r>
            <a:r>
              <a:rPr lang="en-US" altLang="ko-KR" sz="60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92572" y="3249263"/>
            <a:ext cx="1302868" cy="359473"/>
          </a:xfrm>
          <a:prstGeom prst="rect">
            <a:avLst/>
          </a:prstGeom>
          <a:solidFill>
            <a:srgbClr val="0070C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dirty="0">
                <a:latin typeface="맑은 고딕" panose="020B0503020000020004" pitchFamily="50" charset="-127"/>
                <a:ea typeface="맑은 고딕" panose="020B0503020000020004" pitchFamily="50" charset="-127"/>
              </a:rPr>
              <a:t>Public</a:t>
            </a:r>
            <a:endParaRPr b="1" i="0" dirty="0">
              <a:latin typeface="맑은 고딕" panose="020B0503020000020004" pitchFamily="50" charset="-127"/>
              <a:ea typeface="맑은 고딕" panose="020B0503020000020004" pitchFamily="50" charset="-127"/>
            </a:endParaRP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780EAAA1-5C92-E0E6-05B3-5278D7E7E8F2}"/>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a:solidFill>
                  <a:schemeClr val="bg2">
                    <a:lumMod val="50000"/>
                  </a:schemeClr>
                </a:solidFill>
                <a:latin typeface="나눔고딕" pitchFamily="2" charset="-127"/>
                <a:ea typeface="나눔고딕" pitchFamily="2" charset="-127"/>
              </a:rPr>
              <a:t>박소은 </a:t>
            </a:r>
            <a:r>
              <a:rPr lang="en-US" altLang="ko-KR" sz="600" dirty="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37118004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07812" cy="108491"/>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a:solidFill>
                  <a:srgbClr val="8D95A0"/>
                </a:solidFill>
                <a:latin typeface="나눔고딕" pitchFamily="2" charset="-127"/>
                <a:ea typeface="나눔고딕" pitchFamily="2" charset="-127"/>
              </a:rPr>
              <a:t>21©</a:t>
            </a:r>
            <a:r>
              <a:rPr lang="ko-KR" altLang="en-US" sz="600">
                <a:solidFill>
                  <a:srgbClr val="8D95A0"/>
                </a:solidFill>
                <a:latin typeface="나눔고딕" pitchFamily="2" charset="-127"/>
                <a:ea typeface="나눔고딕" pitchFamily="2" charset="-127"/>
              </a:rPr>
              <a:t>박소은</a:t>
            </a:r>
            <a:r>
              <a:rPr lang="en-US" altLang="ko-KR" sz="60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9"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04047FE0-99CA-4A25-A7D8-E3A981F3FFF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a:solidFill>
                  <a:schemeClr val="bg2">
                    <a:lumMod val="50000"/>
                  </a:schemeClr>
                </a:solidFill>
                <a:latin typeface="나눔고딕" pitchFamily="2" charset="-127"/>
                <a:ea typeface="나눔고딕" pitchFamily="2" charset="-127"/>
              </a:rPr>
              <a:t>박소은</a:t>
            </a:r>
            <a:r>
              <a:rPr lang="en-US" altLang="ko-KR" sz="60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ED7D31"/>
          </a:solidFill>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dirty="0">
                <a:latin typeface="맑은 고딕" panose="020B0503020000020004" pitchFamily="50" charset="-127"/>
                <a:ea typeface="맑은 고딕" panose="020B0503020000020004" pitchFamily="50" charset="-127"/>
              </a:rPr>
              <a:t>Internal</a:t>
            </a:r>
          </a:p>
        </p:txBody>
      </p:sp>
    </p:spTree>
    <p:extLst>
      <p:ext uri="{BB962C8B-B14F-4D97-AF65-F5344CB8AC3E}">
        <p14:creationId xmlns:p14="http://schemas.microsoft.com/office/powerpoint/2010/main" val="209718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628651"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20</a:t>
            </a:r>
            <a:r>
              <a:rPr lang="en-US" sz="600" dirty="0">
                <a:solidFill>
                  <a:srgbClr val="8D95A0"/>
                </a:solidFill>
                <a:latin typeface="나눔고딕" pitchFamily="2" charset="-127"/>
                <a:ea typeface="나눔고딕" pitchFamily="2" charset="-127"/>
              </a:rPr>
              <a:t>21</a:t>
            </a:r>
            <a:r>
              <a:rPr lang="en-US" sz="600">
                <a:solidFill>
                  <a:srgbClr val="8D95A0"/>
                </a:solidFill>
                <a:latin typeface="나눔고딕" pitchFamily="2" charset="-127"/>
                <a:ea typeface="나눔고딕" pitchFamily="2" charset="-127"/>
              </a:rPr>
              <a:t>©</a:t>
            </a:r>
            <a:r>
              <a:rPr lang="en-US" altLang="ko-KR" sz="600">
                <a:solidFill>
                  <a:srgbClr val="8D95A0"/>
                </a:solidFill>
                <a:latin typeface="나눔고딕" pitchFamily="2" charset="-127"/>
                <a:ea typeface="나눔고딕" pitchFamily="2" charset="-127"/>
              </a:rPr>
              <a:t> </a:t>
            </a:r>
            <a:r>
              <a:rPr lang="ko-KR" altLang="en-US" sz="600">
                <a:solidFill>
                  <a:schemeClr val="bg2">
                    <a:lumMod val="50000"/>
                  </a:schemeClr>
                </a:solidFill>
                <a:latin typeface="나눔고딕" pitchFamily="2" charset="-127"/>
                <a:ea typeface="나눔고딕" pitchFamily="2" charset="-127"/>
              </a:rPr>
              <a:t>박소은</a:t>
            </a:r>
            <a:r>
              <a:rPr lang="en-US" altLang="ko-KR" sz="60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89695" y="3249263"/>
            <a:ext cx="1302868" cy="359473"/>
          </a:xfrm>
          <a:prstGeom prst="rect">
            <a:avLst/>
          </a:prstGeom>
          <a:solidFill>
            <a:srgbClr val="C00000"/>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dirty="0">
                <a:latin typeface="맑은 고딕" panose="020B0503020000020004" pitchFamily="50" charset="-127"/>
                <a:ea typeface="맑은 고딕" panose="020B0503020000020004" pitchFamily="50" charset="-127"/>
              </a:rPr>
              <a:t> Confidential</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61209D0-DEFD-73F3-C402-9D533FC3F510}"/>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a:solidFill>
                  <a:schemeClr val="bg2">
                    <a:lumMod val="50000"/>
                  </a:schemeClr>
                </a:solidFill>
                <a:latin typeface="나눔고딕" pitchFamily="2" charset="-127"/>
                <a:ea typeface="나눔고딕" pitchFamily="2" charset="-127"/>
              </a:rPr>
              <a:t>박소은</a:t>
            </a:r>
            <a:r>
              <a:rPr lang="en-US" altLang="ko-KR" sz="60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663144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_제목 슬라이드">
    <p:spTree>
      <p:nvGrpSpPr>
        <p:cNvPr id="1" name=""/>
        <p:cNvGrpSpPr/>
        <p:nvPr/>
      </p:nvGrpSpPr>
      <p:grpSpPr>
        <a:xfrm>
          <a:off x="0" y="0"/>
          <a:ext cx="0" cy="0"/>
          <a:chOff x="0" y="0"/>
          <a:chExt cx="0" cy="0"/>
        </a:xfrm>
      </p:grpSpPr>
      <p:graphicFrame>
        <p:nvGraphicFramePr>
          <p:cNvPr id="10" name="표 9"/>
          <p:cNvGraphicFramePr>
            <a:graphicFrameLocks noGrp="1"/>
          </p:cNvGraphicFramePr>
          <p:nvPr userDrawn="1">
            <p:extLst>
              <p:ext uri="{D42A27DB-BD31-4B8C-83A1-F6EECF244321}">
                <p14:modId xmlns:p14="http://schemas.microsoft.com/office/powerpoint/2010/main" val="2978178397"/>
              </p:ext>
            </p:extLst>
          </p:nvPr>
        </p:nvGraphicFramePr>
        <p:xfrm>
          <a:off x="3323691" y="5758816"/>
          <a:ext cx="5544618" cy="259080"/>
        </p:xfrm>
        <a:graphic>
          <a:graphicData uri="http://schemas.openxmlformats.org/drawingml/2006/table">
            <a:tbl>
              <a:tblPr firstRow="1" bandRow="1">
                <a:tableStyleId>{5C22544A-7EE6-4342-B048-85BDC9FD1C3A}</a:tableStyleId>
              </a:tblPr>
              <a:tblGrid>
                <a:gridCol w="761023">
                  <a:extLst>
                    <a:ext uri="{9D8B030D-6E8A-4147-A177-3AD203B41FA5}">
                      <a16:colId xmlns:a16="http://schemas.microsoft.com/office/drawing/2014/main" val="20000"/>
                    </a:ext>
                  </a:extLst>
                </a:gridCol>
                <a:gridCol w="956719">
                  <a:extLst>
                    <a:ext uri="{9D8B030D-6E8A-4147-A177-3AD203B41FA5}">
                      <a16:colId xmlns:a16="http://schemas.microsoft.com/office/drawing/2014/main" val="20001"/>
                    </a:ext>
                  </a:extLst>
                </a:gridCol>
                <a:gridCol w="956719">
                  <a:extLst>
                    <a:ext uri="{9D8B030D-6E8A-4147-A177-3AD203B41FA5}">
                      <a16:colId xmlns:a16="http://schemas.microsoft.com/office/drawing/2014/main" val="748956557"/>
                    </a:ext>
                  </a:extLst>
                </a:gridCol>
                <a:gridCol w="956719">
                  <a:extLst>
                    <a:ext uri="{9D8B030D-6E8A-4147-A177-3AD203B41FA5}">
                      <a16:colId xmlns:a16="http://schemas.microsoft.com/office/drawing/2014/main" val="2052663771"/>
                    </a:ext>
                  </a:extLst>
                </a:gridCol>
                <a:gridCol w="956719">
                  <a:extLst>
                    <a:ext uri="{9D8B030D-6E8A-4147-A177-3AD203B41FA5}">
                      <a16:colId xmlns:a16="http://schemas.microsoft.com/office/drawing/2014/main" val="1774092345"/>
                    </a:ext>
                  </a:extLst>
                </a:gridCol>
                <a:gridCol w="956719">
                  <a:extLst>
                    <a:ext uri="{9D8B030D-6E8A-4147-A177-3AD203B41FA5}">
                      <a16:colId xmlns:a16="http://schemas.microsoft.com/office/drawing/2014/main" val="2811408782"/>
                    </a:ext>
                  </a:extLst>
                </a:gridCol>
              </a:tblGrid>
              <a:tr h="154824">
                <a:tc>
                  <a:txBody>
                    <a:bodyPr/>
                    <a:lstStyle/>
                    <a:p>
                      <a:pPr algn="l" latinLnBrk="1"/>
                      <a:r>
                        <a:rPr lang="en-US" altLang="ko-KR" sz="900" b="0" dirty="0">
                          <a:solidFill>
                            <a:schemeClr val="tx1"/>
                          </a:solidFill>
                          <a:latin typeface="+mn-ea"/>
                          <a:ea typeface="+mn-ea"/>
                        </a:rPr>
                        <a:t>Ver.</a:t>
                      </a:r>
                      <a:endParaRPr lang="ko-KR" altLang="en-US" sz="900" b="0" dirty="0">
                        <a:solidFill>
                          <a:schemeClr val="tx1"/>
                        </a:solidFill>
                        <a:latin typeface="+mn-ea"/>
                        <a:ea typeface="+mn-ea"/>
                      </a:endParaRPr>
                    </a:p>
                  </a:txBody>
                  <a:tcPr marL="121920" marR="121920" marT="60960" marB="60960" anchor="ctr">
                    <a:lnL w="952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Date.</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en-US" altLang="ko-KR" sz="900" b="0" dirty="0">
                          <a:solidFill>
                            <a:schemeClr val="tx1"/>
                          </a:solidFill>
                          <a:latin typeface="+mn-ea"/>
                          <a:ea typeface="+mn-ea"/>
                        </a:rPr>
                        <a:t>Writer.</a:t>
                      </a:r>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tc>
                  <a:txBody>
                    <a:bodyPr/>
                    <a:lstStyle/>
                    <a:p>
                      <a:pPr algn="l" latinLnBrk="1"/>
                      <a:endParaRPr lang="ko-KR" altLang="en-US" sz="900" b="0" dirty="0">
                        <a:solidFill>
                          <a:schemeClr val="tx1"/>
                        </a:solidFill>
                        <a:latin typeface="+mn-ea"/>
                        <a:ea typeface="+mn-ea"/>
                      </a:endParaRPr>
                    </a:p>
                  </a:txBody>
                  <a:tcPr marL="121920" marR="121920" marT="60960" marB="60960" anchor="ctr">
                    <a:lnL w="3175" cap="flat" cmpd="sng" algn="ctr">
                      <a:no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19" name="텍스트 개체 틀 18"/>
          <p:cNvSpPr>
            <a:spLocks noGrp="1"/>
          </p:cNvSpPr>
          <p:nvPr>
            <p:ph type="body" sz="quarter" idx="10" hasCustomPrompt="1"/>
          </p:nvPr>
        </p:nvSpPr>
        <p:spPr>
          <a:xfrm>
            <a:off x="4114897" y="5793464"/>
            <a:ext cx="904165"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버전 정보 등록</a:t>
            </a:r>
          </a:p>
        </p:txBody>
      </p:sp>
      <p:sp>
        <p:nvSpPr>
          <p:cNvPr id="20" name="텍스트 개체 틀 18"/>
          <p:cNvSpPr>
            <a:spLocks noGrp="1"/>
          </p:cNvSpPr>
          <p:nvPr>
            <p:ph type="body" sz="quarter" idx="11" hasCustomPrompt="1"/>
          </p:nvPr>
        </p:nvSpPr>
        <p:spPr>
          <a:xfrm>
            <a:off x="6028930" y="5790052"/>
            <a:ext cx="900818"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최종작성일자</a:t>
            </a:r>
          </a:p>
        </p:txBody>
      </p:sp>
      <p:sp>
        <p:nvSpPr>
          <p:cNvPr id="21" name="텍스트 개체 틀 18"/>
          <p:cNvSpPr>
            <a:spLocks noGrp="1"/>
          </p:cNvSpPr>
          <p:nvPr>
            <p:ph type="body" sz="quarter" idx="12" hasCustomPrompt="1"/>
          </p:nvPr>
        </p:nvSpPr>
        <p:spPr>
          <a:xfrm>
            <a:off x="7939616" y="5790052"/>
            <a:ext cx="900819" cy="191631"/>
          </a:xfrm>
          <a:prstGeom prst="rect">
            <a:avLst/>
          </a:prstGeom>
        </p:spPr>
        <p:txBody>
          <a:bodyPr anchor="ctr" anchorCtr="0"/>
          <a:lstStyle>
            <a:lvl1pPr algn="r">
              <a:defRPr sz="800">
                <a:solidFill>
                  <a:schemeClr val="tx1">
                    <a:lumMod val="50000"/>
                    <a:lumOff val="50000"/>
                  </a:schemeClr>
                </a:solidFill>
              </a:defRPr>
            </a:lvl1pPr>
          </a:lstStyle>
          <a:p>
            <a:pPr lvl="0"/>
            <a:r>
              <a:rPr lang="ko-KR" altLang="en-US" dirty="0"/>
              <a:t>작성자 명</a:t>
            </a:r>
          </a:p>
        </p:txBody>
      </p:sp>
      <p:graphicFrame>
        <p:nvGraphicFramePr>
          <p:cNvPr id="2" name="표 1"/>
          <p:cNvGraphicFramePr>
            <a:graphicFrameLocks noGrp="1"/>
          </p:cNvGraphicFramePr>
          <p:nvPr userDrawn="1">
            <p:extLst>
              <p:ext uri="{D42A27DB-BD31-4B8C-83A1-F6EECF244321}">
                <p14:modId xmlns:p14="http://schemas.microsoft.com/office/powerpoint/2010/main" val="2757704702"/>
              </p:ext>
            </p:extLst>
          </p:nvPr>
        </p:nvGraphicFramePr>
        <p:xfrm>
          <a:off x="431372" y="495402"/>
          <a:ext cx="10570691" cy="487680"/>
        </p:xfrm>
        <a:graphic>
          <a:graphicData uri="http://schemas.openxmlformats.org/drawingml/2006/table">
            <a:tbl>
              <a:tblPr firstRow="1" bandRow="1">
                <a:tableStyleId>{5C22544A-7EE6-4342-B048-85BDC9FD1C3A}</a:tableStyleId>
              </a:tblPr>
              <a:tblGrid>
                <a:gridCol w="10570691">
                  <a:extLst>
                    <a:ext uri="{9D8B030D-6E8A-4147-A177-3AD203B41FA5}">
                      <a16:colId xmlns:a16="http://schemas.microsoft.com/office/drawing/2014/main" val="20000"/>
                    </a:ext>
                  </a:extLst>
                </a:gridCol>
              </a:tblGrid>
              <a:tr h="487680">
                <a:tc>
                  <a:txBody>
                    <a:bodyPr/>
                    <a:lstStyle/>
                    <a:p>
                      <a:pPr latinLnBrk="1"/>
                      <a:endParaRPr lang="ko-KR" altLang="en-US" sz="2400" dirty="0"/>
                    </a:p>
                  </a:txBody>
                  <a:tcPr marL="121920" marR="121920" marT="60960" marB="60960">
                    <a:lnL w="3175" cap="flat" cmpd="sng" algn="ctr">
                      <a:solidFill>
                        <a:schemeClr val="bg1">
                          <a:lumMod val="85000"/>
                        </a:schemeClr>
                      </a:solidFill>
                      <a:prstDash val="solid"/>
                      <a:round/>
                      <a:headEnd type="none" w="med" len="med"/>
                      <a:tailEnd type="none" w="med" len="med"/>
                    </a:lnL>
                    <a:lnR w="3175" cap="flat" cmpd="sng" algn="ctr">
                      <a:noFill/>
                      <a:prstDash val="sysDot"/>
                      <a:round/>
                      <a:headEnd type="none" w="med" len="med"/>
                      <a:tailEnd type="none" w="med" len="med"/>
                    </a:lnR>
                    <a:lnT w="3175" cap="flat" cmpd="sng" algn="ctr">
                      <a:noFill/>
                      <a:prstDash val="sysDot"/>
                      <a:round/>
                      <a:headEnd type="none" w="med" len="med"/>
                      <a:tailEnd type="none" w="med" len="med"/>
                    </a:lnT>
                    <a:lnB w="3175" cap="flat" cmpd="sng" algn="ctr">
                      <a:solidFill>
                        <a:schemeClr val="bg1">
                          <a:lumMod val="85000"/>
                        </a:schemeClr>
                      </a:solidFill>
                      <a:prstDash val="solid"/>
                      <a:round/>
                      <a:headEnd type="none" w="med" len="med"/>
                      <a:tailEnd type="none" w="med" len="med"/>
                    </a:lnB>
                    <a:noFill/>
                  </a:tcPr>
                </a:tc>
                <a:extLst>
                  <a:ext uri="{0D108BD9-81ED-4DB2-BD59-A6C34878D82A}">
                    <a16:rowId xmlns:a16="http://schemas.microsoft.com/office/drawing/2014/main" val="10000"/>
                  </a:ext>
                </a:extLst>
              </a:tr>
            </a:tbl>
          </a:graphicData>
        </a:graphic>
      </p:graphicFrame>
      <p:sp>
        <p:nvSpPr>
          <p:cNvPr id="7" name="제목 개체 틀 9"/>
          <p:cNvSpPr>
            <a:spLocks noGrp="1"/>
          </p:cNvSpPr>
          <p:nvPr>
            <p:ph type="title" hasCustomPrompt="1"/>
          </p:nvPr>
        </p:nvSpPr>
        <p:spPr>
          <a:xfrm>
            <a:off x="431372" y="218044"/>
            <a:ext cx="11425269" cy="849577"/>
          </a:xfrm>
          <a:prstGeom prst="rect">
            <a:avLst/>
          </a:prstGeom>
        </p:spPr>
        <p:txBody>
          <a:bodyPr vert="horz" lIns="91440" tIns="45720" rIns="91440" bIns="45720" rtlCol="0" anchor="ctr">
            <a:noAutofit/>
          </a:bodyPr>
          <a:lstStyle>
            <a:lvl1pPr>
              <a:defRPr sz="2800">
                <a:solidFill>
                  <a:schemeClr val="tx1"/>
                </a:solidFill>
              </a:defRPr>
            </a:lvl1pPr>
          </a:lstStyle>
          <a:p>
            <a:r>
              <a:rPr lang="ko-KR" altLang="en-US" dirty="0"/>
              <a:t>기획서 제목 입력</a:t>
            </a:r>
          </a:p>
        </p:txBody>
      </p:sp>
      <p:sp>
        <p:nvSpPr>
          <p:cNvPr id="8" name="Copyrights 2018  ©Petdoc.  All Rights Reserved.">
            <a:extLst>
              <a:ext uri="{FF2B5EF4-FFF2-40B4-BE49-F238E27FC236}">
                <a16:creationId xmlns:a16="http://schemas.microsoft.com/office/drawing/2014/main" id="{FD2F9934-9D0C-4E19-AE89-48CB9973F4AD}"/>
              </a:ext>
            </a:extLst>
          </p:cNvPr>
          <p:cNvSpPr txBox="1"/>
          <p:nvPr userDrawn="1"/>
        </p:nvSpPr>
        <p:spPr>
          <a:xfrm>
            <a:off x="5175792" y="6454032"/>
            <a:ext cx="1542089" cy="108491"/>
          </a:xfrm>
          <a:prstGeom prst="rect">
            <a:avLst/>
          </a:prstGeom>
          <a:ln w="3175">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0" tIns="0" rIns="0" bIns="0">
            <a:spAutoFit/>
          </a:bodyPr>
          <a:lstStyle>
            <a:lvl1pPr defTabSz="503766">
              <a:lnSpc>
                <a:spcPct val="130000"/>
              </a:lnSpc>
              <a:defRPr sz="500">
                <a:solidFill>
                  <a:srgbClr val="AFA19E"/>
                </a:solidFill>
                <a:latin typeface="SF Pro Text Regular"/>
                <a:ea typeface="SF Pro Text Regular"/>
                <a:cs typeface="SF Pro Text Regular"/>
                <a:sym typeface="SF Pro Text Regular"/>
              </a:defRPr>
            </a:lvl1pPr>
          </a:lstStyle>
          <a:p>
            <a:r>
              <a:rPr sz="600" dirty="0">
                <a:solidFill>
                  <a:srgbClr val="8D95A0"/>
                </a:solidFill>
                <a:latin typeface="나눔고딕" pitchFamily="2" charset="-127"/>
                <a:ea typeface="나눔고딕" pitchFamily="2" charset="-127"/>
              </a:rPr>
              <a:t>Copyrights </a:t>
            </a:r>
            <a:r>
              <a:rPr sz="600">
                <a:solidFill>
                  <a:srgbClr val="8D95A0"/>
                </a:solidFill>
                <a:latin typeface="나눔고딕" pitchFamily="2" charset="-127"/>
                <a:ea typeface="나눔고딕" pitchFamily="2" charset="-127"/>
              </a:rPr>
              <a:t>20</a:t>
            </a:r>
            <a:r>
              <a:rPr lang="en-US" sz="600">
                <a:solidFill>
                  <a:srgbClr val="8D95A0"/>
                </a:solidFill>
                <a:latin typeface="나눔고딕" pitchFamily="2" charset="-127"/>
                <a:ea typeface="나눔고딕" pitchFamily="2" charset="-127"/>
              </a:rPr>
              <a:t>21</a:t>
            </a:r>
            <a:r>
              <a:rPr lang="ko-KR" altLang="en-US" sz="600">
                <a:solidFill>
                  <a:srgbClr val="8D95A0"/>
                </a:solidFill>
                <a:latin typeface="나눔고딕" pitchFamily="2" charset="-127"/>
                <a:ea typeface="나눔고딕" pitchFamily="2" charset="-127"/>
              </a:rPr>
              <a:t>박소은</a:t>
            </a:r>
            <a:r>
              <a:rPr lang="en-US" altLang="ko-KR" sz="600">
                <a:solidFill>
                  <a:schemeClr val="bg2">
                    <a:lumMod val="50000"/>
                  </a:schemeClr>
                </a:solidFill>
                <a:latin typeface="나눔고딕" pitchFamily="2" charset="-127"/>
                <a:ea typeface="나눔고딕" pitchFamily="2" charset="-127"/>
              </a:rPr>
              <a:t>. </a:t>
            </a:r>
            <a:r>
              <a:rPr sz="600" dirty="0">
                <a:solidFill>
                  <a:srgbClr val="8D95A0"/>
                </a:solidFill>
                <a:latin typeface="나눔고딕" pitchFamily="2" charset="-127"/>
                <a:ea typeface="나눔고딕" pitchFamily="2" charset="-127"/>
              </a:rPr>
              <a:t>All Rights Reserved.</a:t>
            </a:r>
          </a:p>
        </p:txBody>
      </p:sp>
      <p:sp>
        <p:nvSpPr>
          <p:cNvPr id="13" name="Confidential">
            <a:extLst>
              <a:ext uri="{FF2B5EF4-FFF2-40B4-BE49-F238E27FC236}">
                <a16:creationId xmlns:a16="http://schemas.microsoft.com/office/drawing/2014/main" id="{26B85E55-A23B-4282-B1C2-26BA012C5C07}"/>
              </a:ext>
            </a:extLst>
          </p:cNvPr>
          <p:cNvSpPr/>
          <p:nvPr userDrawn="1"/>
        </p:nvSpPr>
        <p:spPr>
          <a:xfrm>
            <a:off x="5475927" y="3249263"/>
            <a:ext cx="1302868" cy="359473"/>
          </a:xfrm>
          <a:prstGeom prst="rect">
            <a:avLst/>
          </a:prstGeom>
          <a:solidFill>
            <a:schemeClr val="tx1"/>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7782" tIns="37782" rIns="37782" bIns="37782" anchor="ctr"/>
          <a:lstStyle>
            <a:lvl1pPr algn="ctr">
              <a:defRPr sz="1100" i="1">
                <a:solidFill>
                  <a:srgbClr val="FFFFFF"/>
                </a:solidFill>
                <a:latin typeface="SF Pro Text Medium"/>
                <a:ea typeface="SF Pro Text Medium"/>
                <a:cs typeface="SF Pro Text Medium"/>
                <a:sym typeface="SF Pro Text Medium"/>
              </a:defRPr>
            </a:lvl1pPr>
          </a:lstStyle>
          <a:p>
            <a:r>
              <a:rPr lang="en-US" b="1" i="0" dirty="0">
                <a:latin typeface="맑은 고딕" panose="020B0503020000020004" pitchFamily="50" charset="-127"/>
                <a:ea typeface="맑은 고딕" panose="020B0503020000020004" pitchFamily="50" charset="-127"/>
              </a:rPr>
              <a:t> Restricted</a:t>
            </a:r>
          </a:p>
        </p:txBody>
      </p:sp>
      <p:sp>
        <p:nvSpPr>
          <p:cNvPr id="3" name="This report contains information that is confidential and proprietary to petdoc and is solely for the use of Petdoc personnel. No part of it may be used, circulated, quoted, or reproduced for distribution outside…">
            <a:extLst>
              <a:ext uri="{FF2B5EF4-FFF2-40B4-BE49-F238E27FC236}">
                <a16:creationId xmlns:a16="http://schemas.microsoft.com/office/drawing/2014/main" id="{8C755075-4879-B884-28FB-0E6316068365}"/>
              </a:ext>
            </a:extLst>
          </p:cNvPr>
          <p:cNvSpPr txBox="1"/>
          <p:nvPr userDrawn="1"/>
        </p:nvSpPr>
        <p:spPr>
          <a:xfrm>
            <a:off x="2847515" y="6115648"/>
            <a:ext cx="7273676" cy="228524"/>
          </a:xfrm>
          <a:prstGeom prst="rect">
            <a:avLst/>
          </a:prstGeom>
          <a:ln w="3175">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spAutoFit/>
          </a:bodyPr>
          <a:lstStyle/>
          <a:p>
            <a:pPr algn="ctr" defTabSz="503766">
              <a:lnSpc>
                <a:spcPct val="130000"/>
              </a:lnSpc>
              <a:defRPr sz="500">
                <a:solidFill>
                  <a:srgbClr val="AFA19E"/>
                </a:solidFill>
                <a:latin typeface="SF Pro Text Regular"/>
                <a:ea typeface="SF Pro Text Regular"/>
                <a:cs typeface="SF Pro Text Regular"/>
                <a:sym typeface="SF Pro Text Regular"/>
              </a:defRPr>
            </a:pPr>
            <a:r>
              <a:rPr lang="en-US" sz="600" dirty="0">
                <a:solidFill>
                  <a:srgbClr val="8D95A0"/>
                </a:solidFill>
                <a:latin typeface="나눔고딕" pitchFamily="2" charset="-127"/>
                <a:ea typeface="나눔고딕" pitchFamily="2" charset="-127"/>
              </a:rPr>
              <a:t>This report contains information that is confidential and proprietary to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and is solely for the use of </a:t>
            </a:r>
            <a:r>
              <a:rPr lang="en-US" sz="600" dirty="0" err="1">
                <a:solidFill>
                  <a:srgbClr val="8D95A0"/>
                </a:solidFill>
                <a:latin typeface="나눔고딕" pitchFamily="2" charset="-127"/>
                <a:ea typeface="나눔고딕" pitchFamily="2" charset="-127"/>
              </a:rPr>
              <a:t>Petdoc</a:t>
            </a:r>
            <a:r>
              <a:rPr lang="en-US" sz="600" dirty="0">
                <a:solidFill>
                  <a:srgbClr val="8D95A0"/>
                </a:solidFill>
                <a:latin typeface="나눔고딕" pitchFamily="2" charset="-127"/>
                <a:ea typeface="나눔고딕" pitchFamily="2" charset="-127"/>
              </a:rPr>
              <a:t> personnel. No part of it may be used, circulated, quoted, or reproduced for distribution outside</a:t>
            </a:r>
          </a:p>
          <a:p>
            <a:pPr algn="ctr" defTabSz="503766">
              <a:lnSpc>
                <a:spcPct val="130000"/>
              </a:lnSpc>
              <a:defRPr sz="500">
                <a:solidFill>
                  <a:srgbClr val="AFA19E"/>
                </a:solidFill>
                <a:latin typeface="SF Pro Text Regular"/>
                <a:ea typeface="SF Pro Text Regular"/>
                <a:cs typeface="SF Pro Text Regular"/>
                <a:sym typeface="SF Pro Text Regular"/>
              </a:defRPr>
            </a:pPr>
            <a:r>
              <a:rPr lang="ko-KR" altLang="en-US" sz="600">
                <a:solidFill>
                  <a:schemeClr val="bg2">
                    <a:lumMod val="50000"/>
                  </a:schemeClr>
                </a:solidFill>
                <a:latin typeface="나눔고딕" pitchFamily="2" charset="-127"/>
                <a:ea typeface="나눔고딕" pitchFamily="2" charset="-127"/>
              </a:rPr>
              <a:t>박소은</a:t>
            </a:r>
            <a:r>
              <a:rPr lang="en-US" altLang="ko-KR" sz="600">
                <a:solidFill>
                  <a:srgbClr val="8D95A0"/>
                </a:solidFill>
                <a:latin typeface="나눔고딕" pitchFamily="2" charset="-127"/>
                <a:ea typeface="나눔고딕" pitchFamily="2" charset="-127"/>
              </a:rPr>
              <a:t>. </a:t>
            </a:r>
            <a:r>
              <a:rPr lang="en-US" sz="600" dirty="0">
                <a:solidFill>
                  <a:srgbClr val="8D95A0"/>
                </a:solidFill>
                <a:latin typeface="나눔고딕" pitchFamily="2" charset="-127"/>
                <a:ea typeface="나눔고딕" pitchFamily="2" charset="-127"/>
              </a:rPr>
              <a:t>If you are not the intended recipient of this report, you are hereby notified that the use, circulation, quoting, or reproducing of this report is strictly prohibited and may be unlawful.  </a:t>
            </a:r>
          </a:p>
        </p:txBody>
      </p:sp>
    </p:spTree>
    <p:extLst>
      <p:ext uri="{BB962C8B-B14F-4D97-AF65-F5344CB8AC3E}">
        <p14:creationId xmlns:p14="http://schemas.microsoft.com/office/powerpoint/2010/main" val="402909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제목 및 내용">
    <p:spTree>
      <p:nvGrpSpPr>
        <p:cNvPr id="1" name=""/>
        <p:cNvGrpSpPr/>
        <p:nvPr/>
      </p:nvGrpSpPr>
      <p:grpSpPr>
        <a:xfrm>
          <a:off x="0" y="0"/>
          <a:ext cx="0" cy="0"/>
          <a:chOff x="0" y="0"/>
          <a:chExt cx="0" cy="0"/>
        </a:xfrm>
      </p:grpSpPr>
      <p:pic>
        <p:nvPicPr>
          <p:cNvPr id="8" name="그림 7">
            <a:extLst>
              <a:ext uri="{FF2B5EF4-FFF2-40B4-BE49-F238E27FC236}">
                <a16:creationId xmlns:a16="http://schemas.microsoft.com/office/drawing/2014/main" id="{80F1D86E-75AE-96C9-BE9A-3A8658C0BA3B}"/>
              </a:ext>
            </a:extLst>
          </p:cNvPr>
          <p:cNvPicPr>
            <a:picLocks noChangeAspect="1"/>
          </p:cNvPicPr>
          <p:nvPr userDrawn="1"/>
        </p:nvPicPr>
        <p:blipFill>
          <a:blip r:embed="rId2"/>
          <a:stretch>
            <a:fillRect/>
          </a:stretch>
        </p:blipFill>
        <p:spPr>
          <a:xfrm>
            <a:off x="144087" y="0"/>
            <a:ext cx="11903825" cy="6858000"/>
          </a:xfrm>
          <a:prstGeom prst="rect">
            <a:avLst/>
          </a:prstGeom>
        </p:spPr>
      </p:pic>
      <p:sp>
        <p:nvSpPr>
          <p:cNvPr id="2" name="제목 1">
            <a:extLst>
              <a:ext uri="{FF2B5EF4-FFF2-40B4-BE49-F238E27FC236}">
                <a16:creationId xmlns:a16="http://schemas.microsoft.com/office/drawing/2014/main" id="{FD4306D7-509C-B981-E4A2-1B257FBD9B46}"/>
              </a:ext>
            </a:extLst>
          </p:cNvPr>
          <p:cNvSpPr>
            <a:spLocks noGrp="1"/>
          </p:cNvSpPr>
          <p:nvPr>
            <p:ph type="title" hasCustomPrompt="1"/>
          </p:nvPr>
        </p:nvSpPr>
        <p:spPr>
          <a:xfrm rot="10800000" flipV="1">
            <a:off x="269788" y="218904"/>
            <a:ext cx="1735223" cy="171621"/>
          </a:xfrm>
        </p:spPr>
        <p:txBody>
          <a:bodyPr>
            <a:noAutofit/>
          </a:bodyPr>
          <a:lstStyle>
            <a:lvl1pPr algn="ctr">
              <a:defRPr sz="1000"/>
            </a:lvl1pPr>
          </a:lstStyle>
          <a:p>
            <a:r>
              <a:rPr lang="ko-KR" altLang="en-US" dirty="0"/>
              <a:t>제목 </a:t>
            </a:r>
          </a:p>
        </p:txBody>
      </p:sp>
      <p:sp>
        <p:nvSpPr>
          <p:cNvPr id="3" name="내용 개체 틀 2">
            <a:extLst>
              <a:ext uri="{FF2B5EF4-FFF2-40B4-BE49-F238E27FC236}">
                <a16:creationId xmlns:a16="http://schemas.microsoft.com/office/drawing/2014/main" id="{B7DF8068-C3D7-D256-5328-6CF6D9E1C315}"/>
              </a:ext>
            </a:extLst>
          </p:cNvPr>
          <p:cNvSpPr>
            <a:spLocks noGrp="1"/>
          </p:cNvSpPr>
          <p:nvPr>
            <p:ph idx="1"/>
          </p:nvPr>
        </p:nvSpPr>
        <p:spPr>
          <a:xfrm>
            <a:off x="10033686" y="685800"/>
            <a:ext cx="1845276" cy="6035675"/>
          </a:xfrm>
        </p:spPr>
        <p:txBody>
          <a:bodyPr>
            <a:noAutofit/>
          </a:bodyPr>
          <a:lstStyle>
            <a:lvl1pPr>
              <a:defRPr sz="900"/>
            </a:lvl1pPr>
            <a:lvl2pPr>
              <a:defRPr sz="900"/>
            </a:lvl2pPr>
            <a:lvl3pPr>
              <a:defRPr sz="900"/>
            </a:lvl3pPr>
            <a:lvl4pPr>
              <a:defRPr sz="900"/>
            </a:lvl4pPr>
            <a:lvl5pPr>
              <a:defRPr sz="900"/>
            </a:lvl5pPr>
          </a:lstStyle>
          <a:p>
            <a:pPr lvl="0"/>
            <a:r>
              <a:rPr lang="ko-KR" altLang="en-US" dirty="0"/>
              <a:t>마스터 텍스트 스타일을 편집하려면 클릭</a:t>
            </a:r>
          </a:p>
          <a:p>
            <a:pPr lvl="1"/>
            <a:r>
              <a:rPr lang="ko-KR" altLang="en-US" dirty="0"/>
              <a:t>두 번째 수준</a:t>
            </a:r>
          </a:p>
          <a:p>
            <a:pPr lvl="2"/>
            <a:r>
              <a:rPr lang="ko-KR" altLang="en-US" dirty="0"/>
              <a:t>세 번째 수준</a:t>
            </a:r>
          </a:p>
          <a:p>
            <a:pPr lvl="3"/>
            <a:r>
              <a:rPr lang="ko-KR" altLang="en-US" dirty="0"/>
              <a:t>네 번째 수준</a:t>
            </a:r>
          </a:p>
          <a:p>
            <a:pPr lvl="4"/>
            <a:r>
              <a:rPr lang="ko-KR" altLang="en-US" dirty="0"/>
              <a:t>다섯 번째 수준</a:t>
            </a:r>
          </a:p>
        </p:txBody>
      </p:sp>
      <p:sp>
        <p:nvSpPr>
          <p:cNvPr id="17" name="텍스트 개체 틀 2">
            <a:extLst>
              <a:ext uri="{FF2B5EF4-FFF2-40B4-BE49-F238E27FC236}">
                <a16:creationId xmlns:a16="http://schemas.microsoft.com/office/drawing/2014/main" id="{ED8486CC-990F-C57C-8F51-7E374AD8D6AA}"/>
              </a:ext>
            </a:extLst>
          </p:cNvPr>
          <p:cNvSpPr>
            <a:spLocks noGrp="1"/>
          </p:cNvSpPr>
          <p:nvPr>
            <p:ph type="body" idx="10"/>
          </p:nvPr>
        </p:nvSpPr>
        <p:spPr>
          <a:xfrm>
            <a:off x="2130713" y="223666"/>
            <a:ext cx="2761328" cy="166860"/>
          </a:xfrm>
        </p:spPr>
        <p:txBody>
          <a:bodyPr anchor="ctr">
            <a:noAutofit/>
          </a:bodyPr>
          <a:lstStyle>
            <a:lvl1pPr marL="0" indent="0" algn="ctr">
              <a:buNone/>
              <a:defRPr sz="1000" b="0">
                <a:latin typeface="+mj-ea"/>
                <a:ea typeface="+mj-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9" name="텍스트 개체 틀 4">
            <a:extLst>
              <a:ext uri="{FF2B5EF4-FFF2-40B4-BE49-F238E27FC236}">
                <a16:creationId xmlns:a16="http://schemas.microsoft.com/office/drawing/2014/main" id="{E6BCAB59-78EE-A873-FA1C-32A17E53E1F3}"/>
              </a:ext>
            </a:extLst>
          </p:cNvPr>
          <p:cNvSpPr>
            <a:spLocks noGrp="1"/>
          </p:cNvSpPr>
          <p:nvPr>
            <p:ph type="body" sz="quarter" idx="3"/>
          </p:nvPr>
        </p:nvSpPr>
        <p:spPr>
          <a:xfrm>
            <a:off x="4960620" y="218903"/>
            <a:ext cx="2987040"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
        <p:nvSpPr>
          <p:cNvPr id="10" name="텍스트 개체 틀 4">
            <a:extLst>
              <a:ext uri="{FF2B5EF4-FFF2-40B4-BE49-F238E27FC236}">
                <a16:creationId xmlns:a16="http://schemas.microsoft.com/office/drawing/2014/main" id="{136575D1-394C-4A6B-B85A-D11BEF41668C}"/>
              </a:ext>
            </a:extLst>
          </p:cNvPr>
          <p:cNvSpPr>
            <a:spLocks noGrp="1"/>
          </p:cNvSpPr>
          <p:nvPr>
            <p:ph type="body" sz="quarter" idx="11"/>
          </p:nvPr>
        </p:nvSpPr>
        <p:spPr>
          <a:xfrm>
            <a:off x="9328134" y="218903"/>
            <a:ext cx="1239552" cy="166861"/>
          </a:xfrm>
        </p:spPr>
        <p:txBody>
          <a:bodyPr anchor="ctr">
            <a:noAutofit/>
          </a:bodyPr>
          <a:lstStyle>
            <a:lvl1pPr marL="0" indent="0" algn="ctr">
              <a:buNone/>
              <a:defRPr sz="10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dirty="0"/>
              <a:t>마스터 텍스트 스타일을 편집하려면 클릭</a:t>
            </a:r>
          </a:p>
        </p:txBody>
      </p:sp>
    </p:spTree>
    <p:extLst>
      <p:ext uri="{BB962C8B-B14F-4D97-AF65-F5344CB8AC3E}">
        <p14:creationId xmlns:p14="http://schemas.microsoft.com/office/powerpoint/2010/main" val="37936278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3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44681892"/>
              </p:ext>
            </p:extLst>
          </p:nvPr>
        </p:nvGraphicFramePr>
        <p:xfrm>
          <a:off x="142675" y="108512"/>
          <a:ext cx="11913630" cy="357333"/>
        </p:xfrm>
        <a:graphic>
          <a:graphicData uri="http://schemas.openxmlformats.org/drawingml/2006/table">
            <a:tbl>
              <a:tblPr/>
              <a:tblGrid>
                <a:gridCol w="1776294">
                  <a:extLst>
                    <a:ext uri="{9D8B030D-6E8A-4147-A177-3AD203B41FA5}">
                      <a16:colId xmlns:a16="http://schemas.microsoft.com/office/drawing/2014/main" val="20000"/>
                    </a:ext>
                  </a:extLst>
                </a:gridCol>
                <a:gridCol w="2974019">
                  <a:extLst>
                    <a:ext uri="{9D8B030D-6E8A-4147-A177-3AD203B41FA5}">
                      <a16:colId xmlns:a16="http://schemas.microsoft.com/office/drawing/2014/main" val="20001"/>
                    </a:ext>
                  </a:extLst>
                </a:gridCol>
                <a:gridCol w="3113529">
                  <a:extLst>
                    <a:ext uri="{9D8B030D-6E8A-4147-A177-3AD203B41FA5}">
                      <a16:colId xmlns:a16="http://schemas.microsoft.com/office/drawing/2014/main" val="20002"/>
                    </a:ext>
                  </a:extLst>
                </a:gridCol>
                <a:gridCol w="1349290">
                  <a:extLst>
                    <a:ext uri="{9D8B030D-6E8A-4147-A177-3AD203B41FA5}">
                      <a16:colId xmlns:a16="http://schemas.microsoft.com/office/drawing/2014/main" val="20003"/>
                    </a:ext>
                  </a:extLst>
                </a:gridCol>
                <a:gridCol w="1351208">
                  <a:extLst>
                    <a:ext uri="{9D8B030D-6E8A-4147-A177-3AD203B41FA5}">
                      <a16:colId xmlns:a16="http://schemas.microsoft.com/office/drawing/2014/main" val="20004"/>
                    </a:ext>
                  </a:extLst>
                </a:gridCol>
                <a:gridCol w="1349290">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en-US" altLang="ko-KR" sz="700" b="1" i="0" u="none" strike="noStrike" cap="none" normalizeH="0" baseline="0" dirty="0">
                          <a:ln>
                            <a:noFill/>
                          </a:ln>
                          <a:solidFill>
                            <a:schemeClr val="tx1"/>
                          </a:solidFill>
                          <a:effectLst/>
                          <a:latin typeface="맑은 고딕" pitchFamily="50" charset="-127"/>
                          <a:ea typeface="+mn-ea"/>
                        </a:rPr>
                        <a:t>Screen</a:t>
                      </a:r>
                      <a:r>
                        <a:rPr kumimoji="1" lang="ko-KR" altLang="en-US" sz="700" b="1" i="0" u="none" strike="noStrike" cap="none" normalizeH="0" baseline="0" dirty="0">
                          <a:ln>
                            <a:noFill/>
                          </a:ln>
                          <a:solidFill>
                            <a:schemeClr val="tx1"/>
                          </a:solidFill>
                          <a:effectLst/>
                          <a:latin typeface="맑은 고딕" pitchFamily="50" charset="-127"/>
                          <a:ea typeface="+mn-ea"/>
                        </a:rPr>
                        <a:t> </a:t>
                      </a:r>
                      <a:r>
                        <a:rPr kumimoji="1" lang="en-US" altLang="ko-KR" sz="700" b="1" i="0" u="none" strike="noStrike" cap="none" normalizeH="0" baseline="0" dirty="0">
                          <a:ln>
                            <a:noFill/>
                          </a:ln>
                          <a:solidFill>
                            <a:schemeClr val="tx1"/>
                          </a:solidFill>
                          <a:effectLst/>
                          <a:latin typeface="맑은 고딕" pitchFamily="50" charset="-127"/>
                          <a:ea typeface="+mn-ea"/>
                        </a:rPr>
                        <a:t>ID</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700" b="0" i="0" u="none" strike="noStrike" kern="1200" cap="none" normalizeH="0" baseline="0">
                          <a:ln>
                            <a:noFill/>
                          </a:ln>
                          <a:solidFill>
                            <a:srgbClr val="1C1C1C"/>
                          </a:solidFill>
                          <a:effectLst/>
                          <a:latin typeface="+mj-ea"/>
                          <a:ea typeface="+mn-ea"/>
                          <a:cs typeface="+mn-cs"/>
                        </a:rPr>
                        <a:t>든든하이</a:t>
                      </a:r>
                      <a:endParaRPr kumimoji="1" lang="en-US" altLang="ko-KR" sz="7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4876847" y="249681"/>
            <a:ext cx="3115613" cy="249358"/>
          </a:xfrm>
        </p:spPr>
        <p:txBody>
          <a:bodyPr>
            <a:normAutofit/>
          </a:bodyPr>
          <a:lstStyle>
            <a:lvl1pPr algn="ctr">
              <a:defRPr sz="700" spc="0"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7974864" y="287178"/>
            <a:ext cx="1348774" cy="162534"/>
          </a:xfrm>
        </p:spPr>
        <p:txBody>
          <a:bodyPr/>
          <a:lstStyle>
            <a:lvl1pPr algn="ctr">
              <a:defRPr sz="700" b="0" spc="-52" baseline="0"/>
            </a:lvl1pPr>
          </a:lstStyle>
          <a:p>
            <a:fld id="{504A1324-50B9-44BD-8597-643A09D10686}" type="datetime1">
              <a:rPr lang="ko-KR" altLang="en-US" smtClean="0"/>
              <a:pPr/>
              <a:t>2025-04-02</a:t>
            </a:fld>
            <a:endParaRPr lang="ko-KR" altLang="en-US" dirty="0"/>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dirty="0"/>
          </a:p>
        </p:txBody>
      </p:sp>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1955800" y="270100"/>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14" name="텍스트 개체 틀 12">
            <a:extLst>
              <a:ext uri="{FF2B5EF4-FFF2-40B4-BE49-F238E27FC236}">
                <a16:creationId xmlns:a16="http://schemas.microsoft.com/office/drawing/2014/main" id="{B61DA27D-2791-0307-20B7-58D32AF58E3F}"/>
              </a:ext>
            </a:extLst>
          </p:cNvPr>
          <p:cNvSpPr>
            <a:spLocks noGrp="1"/>
          </p:cNvSpPr>
          <p:nvPr>
            <p:ph type="body" sz="quarter" idx="14" hasCustomPrompt="1"/>
          </p:nvPr>
        </p:nvSpPr>
        <p:spPr>
          <a:xfrm>
            <a:off x="9360823" y="276328"/>
            <a:ext cx="134877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Screen ID </a:t>
            </a:r>
            <a:endParaRPr lang="ko-KR" altLang="en-US" dirty="0"/>
          </a:p>
        </p:txBody>
      </p:sp>
    </p:spTree>
    <p:extLst>
      <p:ext uri="{BB962C8B-B14F-4D97-AF65-F5344CB8AC3E}">
        <p14:creationId xmlns:p14="http://schemas.microsoft.com/office/powerpoint/2010/main" val="330046235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115_화면디스크립션_화이트">
    <p:spTree>
      <p:nvGrpSpPr>
        <p:cNvPr id="1" name=""/>
        <p:cNvGrpSpPr/>
        <p:nvPr/>
      </p:nvGrpSpPr>
      <p:grpSpPr>
        <a:xfrm>
          <a:off x="0" y="0"/>
          <a:ext cx="0" cy="0"/>
          <a:chOff x="0" y="0"/>
          <a:chExt cx="0" cy="0"/>
        </a:xfrm>
      </p:grpSpPr>
      <p:sp>
        <p:nvSpPr>
          <p:cNvPr id="8" name="Rectangle 170"/>
          <p:cNvSpPr>
            <a:spLocks noChangeArrowheads="1"/>
          </p:cNvSpPr>
          <p:nvPr userDrawn="1"/>
        </p:nvSpPr>
        <p:spPr bwMode="auto">
          <a:xfrm>
            <a:off x="142675" y="556133"/>
            <a:ext cx="9812779" cy="6233267"/>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0" name="Rectangle 168"/>
          <p:cNvSpPr>
            <a:spLocks noChangeArrowheads="1"/>
          </p:cNvSpPr>
          <p:nvPr userDrawn="1"/>
        </p:nvSpPr>
        <p:spPr bwMode="auto">
          <a:xfrm>
            <a:off x="10016010" y="563940"/>
            <a:ext cx="2025706" cy="193658"/>
          </a:xfrm>
          <a:prstGeom prst="rect">
            <a:avLst/>
          </a:prstGeom>
          <a:solidFill>
            <a:srgbClr val="DDDDDD"/>
          </a:solidFill>
          <a:ln w="9525">
            <a:noFill/>
            <a:round/>
            <a:headEnd/>
            <a:tailEnd/>
          </a:ln>
          <a:effectLst/>
        </p:spPr>
        <p:txBody>
          <a:bodyPr wrap="none" lIns="77862" tIns="40488" rIns="77862" bIns="40488" anchor="ctr"/>
          <a:lstStyle/>
          <a:p>
            <a:pPr algn="ctr" defTabSz="388703" latinLnBrk="0">
              <a:lnSpc>
                <a:spcPct val="80000"/>
              </a:lnSpc>
              <a:buClr>
                <a:srgbClr val="000000"/>
              </a:buClr>
              <a:buSzPct val="100000"/>
              <a:buFont typeface="굴림" pitchFamily="50" charset="-127"/>
              <a:buNone/>
              <a:tabLst>
                <a:tab pos="0" algn="l"/>
                <a:tab pos="791139" algn="l"/>
                <a:tab pos="1582280" algn="l"/>
                <a:tab pos="2373421" algn="l"/>
                <a:tab pos="3164561" algn="l"/>
                <a:tab pos="3955700" algn="l"/>
                <a:tab pos="4746840" algn="l"/>
                <a:tab pos="5537980" algn="l"/>
                <a:tab pos="6329119" algn="l"/>
                <a:tab pos="7120259" algn="l"/>
                <a:tab pos="7911398" algn="l"/>
                <a:tab pos="8702541" algn="l"/>
              </a:tabLst>
              <a:defRPr/>
            </a:pPr>
            <a:r>
              <a:rPr kumimoji="0" lang="en-US" altLang="ko-KR" sz="779" dirty="0">
                <a:solidFill>
                  <a:srgbClr val="262626"/>
                </a:solidFill>
                <a:latin typeface="Arial" pitchFamily="34" charset="0"/>
                <a:ea typeface="나눔고딕" pitchFamily="50" charset="-127"/>
                <a:cs typeface="Arial" pitchFamily="34" charset="0"/>
              </a:rPr>
              <a:t>Description</a:t>
            </a:r>
            <a:endParaRPr kumimoji="0" lang="en-GB" altLang="ko-KR" sz="779" dirty="0">
              <a:solidFill>
                <a:srgbClr val="262626"/>
              </a:solidFill>
              <a:latin typeface="Arial" pitchFamily="34" charset="0"/>
              <a:ea typeface="나눔고딕" pitchFamily="50" charset="-127"/>
              <a:cs typeface="Arial" pitchFamily="34" charset="0"/>
            </a:endParaRPr>
          </a:p>
        </p:txBody>
      </p:sp>
      <p:sp>
        <p:nvSpPr>
          <p:cNvPr id="11" name="Rectangle 170"/>
          <p:cNvSpPr>
            <a:spLocks noChangeArrowheads="1"/>
          </p:cNvSpPr>
          <p:nvPr userDrawn="1"/>
        </p:nvSpPr>
        <p:spPr bwMode="auto">
          <a:xfrm>
            <a:off x="10016011" y="561378"/>
            <a:ext cx="2025706" cy="6227103"/>
          </a:xfrm>
          <a:prstGeom prst="rect">
            <a:avLst/>
          </a:prstGeom>
          <a:no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28" name="TextBox 27">
            <a:extLst>
              <a:ext uri="{FF2B5EF4-FFF2-40B4-BE49-F238E27FC236}">
                <a16:creationId xmlns:a16="http://schemas.microsoft.com/office/drawing/2014/main" id="{C86F8978-E9B0-4B09-A6DF-30C858F43ED7}"/>
              </a:ext>
            </a:extLst>
          </p:cNvPr>
          <p:cNvSpPr txBox="1"/>
          <p:nvPr userDrawn="1"/>
        </p:nvSpPr>
        <p:spPr>
          <a:xfrm>
            <a:off x="8275901" y="3981472"/>
            <a:ext cx="2095475" cy="212238"/>
          </a:xfrm>
          <a:prstGeom prst="rect">
            <a:avLst/>
          </a:prstGeom>
          <a:noFill/>
        </p:spPr>
        <p:txBody>
          <a:bodyPr wrap="square" lIns="40524" rIns="40524" rtlCol="0">
            <a:spAutoFit/>
          </a:bodyPr>
          <a:lstStyle/>
          <a:p>
            <a:pPr algn="r"/>
            <a:r>
              <a:rPr kumimoji="0" lang="en-US" altLang="ko-KR"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Admin 01</a:t>
            </a:r>
            <a:r>
              <a:rPr kumimoji="0" lang="ko-KR" altLang="en-US" sz="779" b="0" i="0" u="none" strike="noStrike" kern="1200" cap="none" spc="-87" normalizeH="0" baseline="0" noProof="0" dirty="0">
                <a:ln>
                  <a:noFill/>
                </a:ln>
                <a:solidFill>
                  <a:schemeClr val="bg1"/>
                </a:solidFill>
                <a:effectLst/>
                <a:uLnTx/>
                <a:uFillTx/>
                <a:latin typeface="나눔고딕" panose="020D0604000000000000" pitchFamily="50" charset="-127"/>
                <a:ea typeface="나눔고딕" panose="020D0604000000000000" pitchFamily="50" charset="-127"/>
              </a:rPr>
              <a:t>▼         로그아웃</a:t>
            </a:r>
          </a:p>
        </p:txBody>
      </p:sp>
      <p:graphicFrame>
        <p:nvGraphicFramePr>
          <p:cNvPr id="17" name="Group 46">
            <a:extLst>
              <a:ext uri="{FF2B5EF4-FFF2-40B4-BE49-F238E27FC236}">
                <a16:creationId xmlns:a16="http://schemas.microsoft.com/office/drawing/2014/main" id="{64E55E83-9028-4647-AF2C-9CC20A730148}"/>
              </a:ext>
            </a:extLst>
          </p:cNvPr>
          <p:cNvGraphicFramePr>
            <a:graphicFrameLocks noGrp="1"/>
          </p:cNvGraphicFramePr>
          <p:nvPr userDrawn="1">
            <p:extLst>
              <p:ext uri="{D42A27DB-BD31-4B8C-83A1-F6EECF244321}">
                <p14:modId xmlns:p14="http://schemas.microsoft.com/office/powerpoint/2010/main" val="396736159"/>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18" name="제목 1">
            <a:extLst>
              <a:ext uri="{FF2B5EF4-FFF2-40B4-BE49-F238E27FC236}">
                <a16:creationId xmlns:a16="http://schemas.microsoft.com/office/drawing/2014/main" id="{CE5768AC-C18E-FC6F-E0E2-0CF5CF58DC4B}"/>
              </a:ext>
            </a:extLst>
          </p:cNvPr>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19" name="텍스트 개체 틀 12">
            <a:extLst>
              <a:ext uri="{FF2B5EF4-FFF2-40B4-BE49-F238E27FC236}">
                <a16:creationId xmlns:a16="http://schemas.microsoft.com/office/drawing/2014/main" id="{AC8DB026-0A8F-26B7-747B-CD22BF2015BD}"/>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20" name="텍스트 개체 틀 21">
            <a:extLst>
              <a:ext uri="{FF2B5EF4-FFF2-40B4-BE49-F238E27FC236}">
                <a16:creationId xmlns:a16="http://schemas.microsoft.com/office/drawing/2014/main" id="{D922F5B2-B4D7-4852-734C-1C777B135B8D}"/>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1" name="텍스트 개체 틀 23">
            <a:extLst>
              <a:ext uri="{FF2B5EF4-FFF2-40B4-BE49-F238E27FC236}">
                <a16:creationId xmlns:a16="http://schemas.microsoft.com/office/drawing/2014/main" id="{79C3F405-072F-270A-10B9-CA7CDA8CB379}"/>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363725678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4_사용자 지정 레이아웃">
    <p:spTree>
      <p:nvGrpSpPr>
        <p:cNvPr id="1" name=""/>
        <p:cNvGrpSpPr/>
        <p:nvPr/>
      </p:nvGrpSpPr>
      <p:grpSpPr>
        <a:xfrm>
          <a:off x="0" y="0"/>
          <a:ext cx="0" cy="0"/>
          <a:chOff x="0" y="0"/>
          <a:chExt cx="0" cy="0"/>
        </a:xfrm>
      </p:grpSpPr>
      <p:graphicFrame>
        <p:nvGraphicFramePr>
          <p:cNvPr id="6" name="Group 46"/>
          <p:cNvGraphicFramePr>
            <a:graphicFrameLocks noGrp="1"/>
          </p:cNvGraphicFramePr>
          <p:nvPr userDrawn="1">
            <p:extLst>
              <p:ext uri="{D42A27DB-BD31-4B8C-83A1-F6EECF244321}">
                <p14:modId xmlns:p14="http://schemas.microsoft.com/office/powerpoint/2010/main" val="4128560713"/>
              </p:ext>
            </p:extLst>
          </p:nvPr>
        </p:nvGraphicFramePr>
        <p:xfrm>
          <a:off x="142675" y="108512"/>
          <a:ext cx="11921182" cy="357333"/>
        </p:xfrm>
        <a:graphic>
          <a:graphicData uri="http://schemas.openxmlformats.org/drawingml/2006/table">
            <a:tbl>
              <a:tblPr/>
              <a:tblGrid>
                <a:gridCol w="2004798">
                  <a:extLst>
                    <a:ext uri="{9D8B030D-6E8A-4147-A177-3AD203B41FA5}">
                      <a16:colId xmlns:a16="http://schemas.microsoft.com/office/drawing/2014/main" val="20000"/>
                    </a:ext>
                  </a:extLst>
                </a:gridCol>
                <a:gridCol w="3356600">
                  <a:extLst>
                    <a:ext uri="{9D8B030D-6E8A-4147-A177-3AD203B41FA5}">
                      <a16:colId xmlns:a16="http://schemas.microsoft.com/office/drawing/2014/main" val="20001"/>
                    </a:ext>
                  </a:extLst>
                </a:gridCol>
                <a:gridCol w="3514056">
                  <a:extLst>
                    <a:ext uri="{9D8B030D-6E8A-4147-A177-3AD203B41FA5}">
                      <a16:colId xmlns:a16="http://schemas.microsoft.com/office/drawing/2014/main" val="20002"/>
                    </a:ext>
                  </a:extLst>
                </a:gridCol>
                <a:gridCol w="1522864">
                  <a:extLst>
                    <a:ext uri="{9D8B030D-6E8A-4147-A177-3AD203B41FA5}">
                      <a16:colId xmlns:a16="http://schemas.microsoft.com/office/drawing/2014/main" val="20003"/>
                    </a:ext>
                  </a:extLst>
                </a:gridCol>
                <a:gridCol w="1522864">
                  <a:extLst>
                    <a:ext uri="{9D8B030D-6E8A-4147-A177-3AD203B41FA5}">
                      <a16:colId xmlns:a16="http://schemas.microsoft.com/office/drawing/2014/main" val="20005"/>
                    </a:ext>
                  </a:extLst>
                </a:gridCol>
              </a:tblGrid>
              <a:tr h="170420">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Project</a:t>
                      </a:r>
                    </a:p>
                  </a:txBody>
                  <a:tcPr marL="84654" marR="84654"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Title (Location)</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Page</a:t>
                      </a: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mn-ea"/>
                        </a:rPr>
                        <a:t>Date</a:t>
                      </a: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en-US" altLang="ko-KR" sz="700" b="1" i="0" u="none" strike="noStrike" cap="none" normalizeH="0" baseline="0" dirty="0">
                          <a:ln>
                            <a:noFill/>
                          </a:ln>
                          <a:solidFill>
                            <a:schemeClr val="tx1"/>
                          </a:solidFill>
                          <a:effectLst/>
                          <a:latin typeface="맑은 고딕" pitchFamily="50" charset="-127"/>
                          <a:ea typeface="맑은 고딕" pitchFamily="50" charset="-127"/>
                        </a:rPr>
                        <a:t>Page Num</a:t>
                      </a: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186913">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700" b="0" i="0" u="none" strike="noStrike" kern="1200" cap="none" normalizeH="0" baseline="0">
                          <a:ln>
                            <a:noFill/>
                          </a:ln>
                          <a:solidFill>
                            <a:srgbClr val="1C1C1C"/>
                          </a:solidFill>
                          <a:effectLst/>
                          <a:latin typeface="+mj-ea"/>
                          <a:ea typeface="+mn-ea"/>
                          <a:cs typeface="+mn-cs"/>
                        </a:rPr>
                        <a:t>든든하이</a:t>
                      </a:r>
                      <a:r>
                        <a:rPr kumimoji="1" lang="ko-KR" altLang="en-US" sz="700" b="0" i="0" u="none" strike="noStrike" kern="0" cap="none" spc="-100" normalizeH="0" baseline="0">
                          <a:ln>
                            <a:noFill/>
                          </a:ln>
                          <a:solidFill>
                            <a:schemeClr val="tx1"/>
                          </a:solidFill>
                          <a:effectLst/>
                          <a:latin typeface="+mj-ea"/>
                          <a:ea typeface="+mn-ea"/>
                          <a:cs typeface="+mn-cs"/>
                        </a:rPr>
                        <a:t> </a:t>
                      </a:r>
                      <a:endParaRPr kumimoji="1" lang="en-US" altLang="ko-KR" sz="7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1707" marR="41707"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7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84654" marR="84654"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5638847" y="243766"/>
            <a:ext cx="3115613" cy="249358"/>
          </a:xfrm>
        </p:spPr>
        <p:txBody>
          <a:bodyPr>
            <a:normAutofit/>
          </a:bodyPr>
          <a:lstStyle>
            <a:lvl1pPr algn="ctr">
              <a:defRPr sz="693"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3" name="날짜 개체 틀 2"/>
          <p:cNvSpPr>
            <a:spLocks noGrp="1"/>
          </p:cNvSpPr>
          <p:nvPr>
            <p:ph type="dt" sz="half" idx="10"/>
          </p:nvPr>
        </p:nvSpPr>
        <p:spPr>
          <a:xfrm>
            <a:off x="9102098" y="287178"/>
            <a:ext cx="1348774" cy="162534"/>
          </a:xfrm>
        </p:spPr>
        <p:txBody>
          <a:bodyPr/>
          <a:lstStyle>
            <a:lvl1pPr algn="ctr">
              <a:defRPr sz="700" b="0" spc="-52" baseline="0"/>
            </a:lvl1pPr>
          </a:lstStyle>
          <a:p>
            <a:fld id="{504A1324-50B9-44BD-8597-643A09D10686}" type="datetime1">
              <a:rPr lang="ko-KR" altLang="en-US" smtClean="0"/>
              <a:pPr/>
              <a:t>2025-04-02</a:t>
            </a:fld>
            <a:endParaRPr lang="ko-KR" altLang="en-US" dirty="0"/>
          </a:p>
        </p:txBody>
      </p:sp>
      <p:sp>
        <p:nvSpPr>
          <p:cNvPr id="5" name="슬라이드 번호 개체 틀 4"/>
          <p:cNvSpPr>
            <a:spLocks noGrp="1"/>
          </p:cNvSpPr>
          <p:nvPr>
            <p:ph type="sldNum" sz="quarter" idx="12"/>
          </p:nvPr>
        </p:nvSpPr>
        <p:spPr>
          <a:xfrm>
            <a:off x="10715083" y="274419"/>
            <a:ext cx="1348774" cy="162535"/>
          </a:xfrm>
        </p:spPr>
        <p:txBody>
          <a:bodyPr/>
          <a:lstStyle>
            <a:lvl1pPr algn="ctr">
              <a:defRPr sz="700" b="0">
                <a:latin typeface="나눔고딕" pitchFamily="2" charset="-127"/>
                <a:ea typeface="나눔고딕" pitchFamily="2" charset="-127"/>
              </a:defRPr>
            </a:lvl1pPr>
          </a:lstStyle>
          <a:p>
            <a:fld id="{86895BC2-7856-472F-9654-3A892AB34D75}" type="slidenum">
              <a:rPr lang="ko-KR" altLang="en-US" smtClean="0"/>
              <a:pPr/>
              <a:t>‹#›</a:t>
            </a:fld>
            <a:endParaRPr lang="ko-KR" altLang="en-US" dirty="0"/>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2333123" y="281987"/>
            <a:ext cx="2854325" cy="211137"/>
          </a:xfrm>
        </p:spPr>
        <p:txBody>
          <a:bodyPr>
            <a:normAutofit/>
          </a:bodyPr>
          <a:lstStyle>
            <a:lvl1pPr marL="0" indent="0" algn="ctr">
              <a:buNone/>
              <a:defRPr sz="7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Tree>
    <p:extLst>
      <p:ext uri="{BB962C8B-B14F-4D97-AF65-F5344CB8AC3E}">
        <p14:creationId xmlns:p14="http://schemas.microsoft.com/office/powerpoint/2010/main" val="232469502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1115_화면상단레이아웃_그레이">
    <p:spTree>
      <p:nvGrpSpPr>
        <p:cNvPr id="1" name=""/>
        <p:cNvGrpSpPr/>
        <p:nvPr/>
      </p:nvGrpSpPr>
      <p:grpSpPr>
        <a:xfrm>
          <a:off x="0" y="0"/>
          <a:ext cx="0" cy="0"/>
          <a:chOff x="0" y="0"/>
          <a:chExt cx="0" cy="0"/>
        </a:xfrm>
      </p:grpSpPr>
      <p:graphicFrame>
        <p:nvGraphicFramePr>
          <p:cNvPr id="4" name="Group 46">
            <a:extLst>
              <a:ext uri="{FF2B5EF4-FFF2-40B4-BE49-F238E27FC236}">
                <a16:creationId xmlns:a16="http://schemas.microsoft.com/office/drawing/2014/main" id="{295FF059-79A5-2F7C-0896-4F2681F7342D}"/>
              </a:ext>
            </a:extLst>
          </p:cNvPr>
          <p:cNvGraphicFramePr>
            <a:graphicFrameLocks noGrp="1"/>
          </p:cNvGraphicFramePr>
          <p:nvPr userDrawn="1">
            <p:extLst>
              <p:ext uri="{D42A27DB-BD31-4B8C-83A1-F6EECF244321}">
                <p14:modId xmlns:p14="http://schemas.microsoft.com/office/powerpoint/2010/main" val="4114497892"/>
              </p:ext>
            </p:extLst>
          </p:nvPr>
        </p:nvGraphicFramePr>
        <p:xfrm>
          <a:off x="135409" y="96078"/>
          <a:ext cx="11921181" cy="412669"/>
        </p:xfrm>
        <a:graphic>
          <a:graphicData uri="http://schemas.openxmlformats.org/drawingml/2006/table">
            <a:tbl>
              <a:tblPr/>
              <a:tblGrid>
                <a:gridCol w="1777420">
                  <a:extLst>
                    <a:ext uri="{9D8B030D-6E8A-4147-A177-3AD203B41FA5}">
                      <a16:colId xmlns:a16="http://schemas.microsoft.com/office/drawing/2014/main" val="20000"/>
                    </a:ext>
                  </a:extLst>
                </a:gridCol>
                <a:gridCol w="1465855">
                  <a:extLst>
                    <a:ext uri="{9D8B030D-6E8A-4147-A177-3AD203B41FA5}">
                      <a16:colId xmlns:a16="http://schemas.microsoft.com/office/drawing/2014/main" val="20001"/>
                    </a:ext>
                  </a:extLst>
                </a:gridCol>
                <a:gridCol w="3678551">
                  <a:extLst>
                    <a:ext uri="{9D8B030D-6E8A-4147-A177-3AD203B41FA5}">
                      <a16:colId xmlns:a16="http://schemas.microsoft.com/office/drawing/2014/main" val="20002"/>
                    </a:ext>
                  </a:extLst>
                </a:gridCol>
                <a:gridCol w="2297146">
                  <a:extLst>
                    <a:ext uri="{9D8B030D-6E8A-4147-A177-3AD203B41FA5}">
                      <a16:colId xmlns:a16="http://schemas.microsoft.com/office/drawing/2014/main" val="20003"/>
                    </a:ext>
                  </a:extLst>
                </a:gridCol>
                <a:gridCol w="1352064">
                  <a:extLst>
                    <a:ext uri="{9D8B030D-6E8A-4147-A177-3AD203B41FA5}">
                      <a16:colId xmlns:a16="http://schemas.microsoft.com/office/drawing/2014/main" val="20004"/>
                    </a:ext>
                  </a:extLst>
                </a:gridCol>
                <a:gridCol w="1350145">
                  <a:extLst>
                    <a:ext uri="{9D8B030D-6E8A-4147-A177-3AD203B41FA5}">
                      <a16:colId xmlns:a16="http://schemas.microsoft.com/office/drawing/2014/main" val="20005"/>
                    </a:ext>
                  </a:extLst>
                </a:gridCol>
              </a:tblGrid>
              <a:tr h="196811">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프로젝트명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요구사항</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페이지명</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화면</a:t>
                      </a:r>
                      <a:r>
                        <a:rPr kumimoji="1" lang="en-US" altLang="ko-KR" sz="800" b="1" i="0" u="none" strike="noStrike" cap="none" normalizeH="0" baseline="0" dirty="0">
                          <a:ln>
                            <a:noFill/>
                          </a:ln>
                          <a:solidFill>
                            <a:schemeClr val="tx1"/>
                          </a:solidFill>
                          <a:effectLst/>
                          <a:latin typeface="맑은 고딕" pitchFamily="50" charset="-127"/>
                          <a:ea typeface="맑은 고딕" pitchFamily="50" charset="-127"/>
                        </a:rPr>
                        <a:t>ID</a:t>
                      </a: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작성자</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r>
                        <a:rPr kumimoji="1" lang="ko-KR" altLang="en-US" sz="800" b="1" i="0" u="none" strike="noStrike" cap="none" normalizeH="0" baseline="0" dirty="0">
                          <a:ln>
                            <a:noFill/>
                          </a:ln>
                          <a:solidFill>
                            <a:schemeClr val="tx1"/>
                          </a:solidFill>
                          <a:effectLst/>
                          <a:latin typeface="맑은 고딕" pitchFamily="50" charset="-127"/>
                          <a:ea typeface="맑은 고딕" pitchFamily="50" charset="-127"/>
                        </a:rPr>
                        <a:t>작성일</a:t>
                      </a:r>
                      <a:endParaRPr kumimoji="1" lang="en-US" altLang="ko-KR" sz="800" b="1" i="0" u="none" strike="noStrike" cap="none" normalizeH="0" baseline="0" dirty="0">
                        <a:ln>
                          <a:noFill/>
                        </a:ln>
                        <a:solidFill>
                          <a:schemeClr val="tx1"/>
                        </a:solidFill>
                        <a:effectLst/>
                        <a:latin typeface="맑은 고딕" pitchFamily="50" charset="-127"/>
                        <a:ea typeface="맑은 고딕"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solidFill>
                      <a:schemeClr val="bg1">
                        <a:lumMod val="85000"/>
                      </a:schemeClr>
                    </a:solidFill>
                  </a:tcPr>
                </a:tc>
                <a:extLst>
                  <a:ext uri="{0D108BD9-81ED-4DB2-BD59-A6C34878D82A}">
                    <a16:rowId xmlns:a16="http://schemas.microsoft.com/office/drawing/2014/main" val="10000"/>
                  </a:ext>
                </a:extLst>
              </a:tr>
              <a:tr h="215858">
                <a:tc>
                  <a:txBody>
                    <a:bodyPr/>
                    <a:lstStyle/>
                    <a:p>
                      <a:pPr marL="0" marR="0" lvl="0" indent="0" algn="ctr" defTabSz="914400" rtl="0" eaLnBrk="1" fontAlgn="base" latinLnBrk="1" hangingPunct="1">
                        <a:lnSpc>
                          <a:spcPct val="100000"/>
                        </a:lnSpc>
                        <a:spcBef>
                          <a:spcPct val="20000"/>
                        </a:spcBef>
                        <a:spcAft>
                          <a:spcPct val="0"/>
                        </a:spcAft>
                        <a:buClrTx/>
                        <a:buSzTx/>
                        <a:buFontTx/>
                        <a:buNone/>
                        <a:tabLst/>
                        <a:defRPr/>
                      </a:pPr>
                      <a:r>
                        <a:rPr kumimoji="1" lang="ko-KR" altLang="en-US" sz="800" b="0" i="0" u="none" strike="noStrike" kern="1200" cap="none" normalizeH="0" baseline="0">
                          <a:ln>
                            <a:noFill/>
                          </a:ln>
                          <a:solidFill>
                            <a:srgbClr val="1C1C1C"/>
                          </a:solidFill>
                          <a:effectLst/>
                          <a:latin typeface="+mj-ea"/>
                          <a:ea typeface="+mn-ea"/>
                          <a:cs typeface="+mn-cs"/>
                        </a:rPr>
                        <a:t>든든하이</a:t>
                      </a:r>
                      <a:endParaRPr kumimoji="1" lang="en-US" altLang="ko-KR" sz="800" b="0" i="0" u="none" strike="noStrike" cap="none" normalizeH="0" baseline="0" dirty="0">
                        <a:ln>
                          <a:noFill/>
                        </a:ln>
                        <a:solidFill>
                          <a:srgbClr val="1C1C1C"/>
                        </a:solidFill>
                        <a:effectLst/>
                        <a:latin typeface="굴림" panose="020B0600000101010101" pitchFamily="50" charset="-127"/>
                        <a:ea typeface="굴림" panose="020B0600000101010101" pitchFamily="50" charset="-127"/>
                      </a:endParaRPr>
                    </a:p>
                  </a:txBody>
                  <a:tcPr marL="46795" marR="46795" marT="0" marB="0" anchor="ctr" horzOverflow="overflow">
                    <a:lnL w="9525"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mj-lt"/>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나눔명조" panose="02020603020101020101" pitchFamily="18"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9525"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12700"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en-US"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9525"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1" hangingPunct="1">
                        <a:lnSpc>
                          <a:spcPct val="100000"/>
                        </a:lnSpc>
                        <a:spcBef>
                          <a:spcPct val="20000"/>
                        </a:spcBef>
                        <a:spcAft>
                          <a:spcPct val="0"/>
                        </a:spcAft>
                        <a:buClrTx/>
                        <a:buSzTx/>
                        <a:buFontTx/>
                        <a:buNone/>
                        <a:tabLst/>
                      </a:pPr>
                      <a:endParaRPr kumimoji="1" lang="ko-KR" altLang="ko-KR" sz="800" b="0" i="0" u="none" strike="noStrike" cap="none" normalizeH="0" baseline="0" dirty="0">
                        <a:ln>
                          <a:noFill/>
                        </a:ln>
                        <a:solidFill>
                          <a:srgbClr val="1C1C1C"/>
                        </a:solidFill>
                        <a:effectLst/>
                        <a:latin typeface="맑은 고딕" panose="020B0503020000020004" pitchFamily="50" charset="-127"/>
                        <a:ea typeface="돋움" pitchFamily="50" charset="-127"/>
                      </a:endParaRPr>
                    </a:p>
                  </a:txBody>
                  <a:tcPr marL="94982" marR="94982" marT="0" marB="0" anchor="ctr" horzOverflow="overflow">
                    <a:lnL w="12700" cap="flat" cmpd="sng" algn="ctr">
                      <a:solidFill>
                        <a:srgbClr val="C0C0C0"/>
                      </a:solidFill>
                      <a:prstDash val="solid"/>
                      <a:round/>
                      <a:headEnd type="none" w="med" len="med"/>
                      <a:tailEnd type="none" w="med" len="med"/>
                    </a:lnL>
                    <a:lnR w="12700" cap="flat" cmpd="sng" algn="ctr">
                      <a:solidFill>
                        <a:srgbClr val="C0C0C0"/>
                      </a:solidFill>
                      <a:prstDash val="solid"/>
                      <a:round/>
                      <a:headEnd type="none" w="med" len="med"/>
                      <a:tailEnd type="none" w="med" len="med"/>
                    </a:lnR>
                    <a:lnT w="9525" cap="flat" cmpd="sng" algn="ctr">
                      <a:solidFill>
                        <a:srgbClr val="C0C0C0"/>
                      </a:solidFill>
                      <a:prstDash val="solid"/>
                      <a:round/>
                      <a:headEnd type="none" w="med" len="med"/>
                      <a:tailEnd type="none" w="med" len="med"/>
                    </a:lnT>
                    <a:lnB w="9525" cap="flat" cmpd="sng" algn="ctr">
                      <a:solidFill>
                        <a:srgbClr val="C0C0C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
        <p:nvSpPr>
          <p:cNvPr id="2" name="제목 1"/>
          <p:cNvSpPr>
            <a:spLocks noGrp="1"/>
          </p:cNvSpPr>
          <p:nvPr>
            <p:ph type="title"/>
          </p:nvPr>
        </p:nvSpPr>
        <p:spPr>
          <a:xfrm>
            <a:off x="2002365" y="317864"/>
            <a:ext cx="1259475" cy="156563"/>
          </a:xfrm>
        </p:spPr>
        <p:txBody>
          <a:bodyPr>
            <a:noAutofit/>
          </a:bodyPr>
          <a:lstStyle>
            <a:lvl1pPr algn="ctr">
              <a:defRPr sz="800" spc="-87" baseline="0">
                <a:latin typeface="나눔고딕" panose="020D0604000000000000" pitchFamily="50" charset="-127"/>
                <a:ea typeface="나눔고딕" panose="020D0604000000000000" pitchFamily="50" charset="-127"/>
              </a:defRPr>
            </a:lvl1pPr>
          </a:lstStyle>
          <a:p>
            <a:r>
              <a:rPr lang="ko-KR" altLang="en-US" dirty="0"/>
              <a:t>마스터 제목 스타일 편집</a:t>
            </a:r>
          </a:p>
        </p:txBody>
      </p:sp>
      <p:sp>
        <p:nvSpPr>
          <p:cNvPr id="8" name="Rectangle 170"/>
          <p:cNvSpPr>
            <a:spLocks noChangeArrowheads="1"/>
          </p:cNvSpPr>
          <p:nvPr userDrawn="1"/>
        </p:nvSpPr>
        <p:spPr bwMode="auto">
          <a:xfrm>
            <a:off x="142675" y="556133"/>
            <a:ext cx="11921182" cy="6233267"/>
          </a:xfrm>
          <a:prstGeom prst="rect">
            <a:avLst/>
          </a:prstGeom>
          <a:solidFill>
            <a:srgbClr val="F7F7F7"/>
          </a:solidFill>
          <a:ln w="9525">
            <a:solidFill>
              <a:schemeClr val="bg1">
                <a:lumMod val="75000"/>
              </a:schemeClr>
            </a:solidFill>
            <a:miter lim="800000"/>
            <a:headEnd/>
            <a:tailEnd/>
          </a:ln>
          <a:effectLst/>
        </p:spPr>
        <p:txBody>
          <a:bodyPr wrap="none" lIns="79113" tIns="39559" rIns="79113" bIns="39559" anchor="ctr"/>
          <a:lstStyle/>
          <a:p>
            <a:pPr>
              <a:defRPr/>
            </a:pPr>
            <a:endParaRPr lang="ko-KR" altLang="en-US" sz="1732" dirty="0">
              <a:solidFill>
                <a:srgbClr val="000000"/>
              </a:solidFill>
              <a:latin typeface="Arial" charset="0"/>
              <a:ea typeface="맑은 고딕" pitchFamily="50" charset="-127"/>
            </a:endParaRPr>
          </a:p>
        </p:txBody>
      </p:sp>
      <p:sp>
        <p:nvSpPr>
          <p:cNvPr id="13" name="텍스트 개체 틀 12">
            <a:extLst>
              <a:ext uri="{FF2B5EF4-FFF2-40B4-BE49-F238E27FC236}">
                <a16:creationId xmlns:a16="http://schemas.microsoft.com/office/drawing/2014/main" id="{35ACC371-0B56-CF39-9116-ED476C47B116}"/>
              </a:ext>
            </a:extLst>
          </p:cNvPr>
          <p:cNvSpPr>
            <a:spLocks noGrp="1"/>
          </p:cNvSpPr>
          <p:nvPr>
            <p:ph type="body" sz="quarter" idx="13" hasCustomPrompt="1"/>
          </p:nvPr>
        </p:nvSpPr>
        <p:spPr>
          <a:xfrm>
            <a:off x="3844424" y="314242"/>
            <a:ext cx="2854325" cy="150813"/>
          </a:xfrm>
        </p:spPr>
        <p:txBody>
          <a:bodyPr>
            <a:noAutofit/>
          </a:bodyPr>
          <a:lstStyle>
            <a:lvl1pPr marL="0" indent="0" algn="ctr">
              <a:buNone/>
              <a:defRPr sz="800">
                <a:latin typeface="나눔고딕" pitchFamily="2" charset="-127"/>
                <a:ea typeface="나눔고딕" pitchFamily="2" charset="-127"/>
              </a:defRPr>
            </a:lvl1pPr>
          </a:lstStyle>
          <a:p>
            <a:pPr lvl="0"/>
            <a:r>
              <a:rPr lang="en-US" altLang="ko-KR" dirty="0"/>
              <a:t>title</a:t>
            </a:r>
            <a:endParaRPr lang="ko-KR" altLang="en-US" dirty="0"/>
          </a:p>
        </p:txBody>
      </p:sp>
      <p:sp>
        <p:nvSpPr>
          <p:cNvPr id="7" name="텍스트 개체 틀 6">
            <a:extLst>
              <a:ext uri="{FF2B5EF4-FFF2-40B4-BE49-F238E27FC236}">
                <a16:creationId xmlns:a16="http://schemas.microsoft.com/office/drawing/2014/main" id="{FBCFBE44-8DBE-5261-3C66-244D00274B33}"/>
              </a:ext>
            </a:extLst>
          </p:cNvPr>
          <p:cNvSpPr>
            <a:spLocks noGrp="1"/>
          </p:cNvSpPr>
          <p:nvPr>
            <p:ph type="body" sz="quarter" idx="14"/>
          </p:nvPr>
        </p:nvSpPr>
        <p:spPr>
          <a:xfrm>
            <a:off x="246063" y="615950"/>
            <a:ext cx="5715000" cy="368788"/>
          </a:xfrm>
        </p:spPr>
        <p:txBody>
          <a:bodyPr>
            <a:normAutofit/>
          </a:bodyPr>
          <a:lstStyle>
            <a:lvl1pPr marL="285750" indent="-285750">
              <a:buSzPct val="120000"/>
              <a:buFont typeface="맑은 고딕" panose="020B0503020000020004" pitchFamily="50" charset="-127"/>
              <a:buChar char="┃"/>
              <a:defRPr sz="1400" b="1"/>
            </a:lvl1pPr>
            <a:lvl2pPr marL="457200" indent="0">
              <a:buNone/>
              <a:defRPr/>
            </a:lvl2pPr>
          </a:lstStyle>
          <a:p>
            <a:pPr lvl="0"/>
            <a:r>
              <a:rPr lang="ko-KR" altLang="en-US" dirty="0"/>
              <a:t>마스터 텍스트 스타일을 편집하려면 클릭</a:t>
            </a:r>
          </a:p>
        </p:txBody>
      </p:sp>
      <p:sp>
        <p:nvSpPr>
          <p:cNvPr id="22" name="텍스트 개체 틀 21">
            <a:extLst>
              <a:ext uri="{FF2B5EF4-FFF2-40B4-BE49-F238E27FC236}">
                <a16:creationId xmlns:a16="http://schemas.microsoft.com/office/drawing/2014/main" id="{B9289445-4A17-91FD-F2C3-DB0315CC7C33}"/>
              </a:ext>
            </a:extLst>
          </p:cNvPr>
          <p:cNvSpPr>
            <a:spLocks noGrp="1"/>
          </p:cNvSpPr>
          <p:nvPr>
            <p:ph type="body" sz="quarter" idx="15"/>
          </p:nvPr>
        </p:nvSpPr>
        <p:spPr>
          <a:xfrm>
            <a:off x="7480300" y="304800"/>
            <a:ext cx="1587500" cy="169627"/>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en-US" altLang="ko-KR" dirty="0"/>
          </a:p>
        </p:txBody>
      </p:sp>
      <p:sp>
        <p:nvSpPr>
          <p:cNvPr id="24" name="텍스트 개체 틀 23">
            <a:extLst>
              <a:ext uri="{FF2B5EF4-FFF2-40B4-BE49-F238E27FC236}">
                <a16:creationId xmlns:a16="http://schemas.microsoft.com/office/drawing/2014/main" id="{B170FA8D-9DD3-A0DF-0717-E5F4938BBAD8}"/>
              </a:ext>
            </a:extLst>
          </p:cNvPr>
          <p:cNvSpPr>
            <a:spLocks noGrp="1"/>
          </p:cNvSpPr>
          <p:nvPr>
            <p:ph type="body" sz="quarter" idx="16"/>
          </p:nvPr>
        </p:nvSpPr>
        <p:spPr>
          <a:xfrm>
            <a:off x="9567863" y="293688"/>
            <a:ext cx="1031875" cy="161925"/>
          </a:xfrm>
        </p:spPr>
        <p:txBody>
          <a:bodyPr>
            <a:noAutofit/>
          </a:bodyPr>
          <a:lstStyle>
            <a:lvl1pPr marL="0" indent="0">
              <a:buNone/>
              <a:defRPr sz="800">
                <a:latin typeface="나눔명조" panose="02020603020101020101" pitchFamily="18" charset="-127"/>
                <a:ea typeface="돋움" panose="020B0600000101010101" pitchFamily="50" charset="-127"/>
              </a:defRPr>
            </a:lvl1pPr>
          </a:lstStyle>
          <a:p>
            <a:pPr lvl="0"/>
            <a:endParaRPr lang="ko-KR" altLang="en-US" dirty="0"/>
          </a:p>
        </p:txBody>
      </p:sp>
    </p:spTree>
    <p:extLst>
      <p:ext uri="{BB962C8B-B14F-4D97-AF65-F5344CB8AC3E}">
        <p14:creationId xmlns:p14="http://schemas.microsoft.com/office/powerpoint/2010/main" val="27428392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1_재개정이력">
    <p:spTree>
      <p:nvGrpSpPr>
        <p:cNvPr id="1" name=""/>
        <p:cNvGrpSpPr/>
        <p:nvPr/>
      </p:nvGrpSpPr>
      <p:grpSpPr>
        <a:xfrm>
          <a:off x="0" y="0"/>
          <a:ext cx="0" cy="0"/>
          <a:chOff x="0" y="0"/>
          <a:chExt cx="0" cy="0"/>
        </a:xfrm>
      </p:grpSpPr>
      <p:cxnSp>
        <p:nvCxnSpPr>
          <p:cNvPr id="3" name="직선 연결선 2">
            <a:extLst>
              <a:ext uri="{FF2B5EF4-FFF2-40B4-BE49-F238E27FC236}">
                <a16:creationId xmlns:a16="http://schemas.microsoft.com/office/drawing/2014/main" id="{7BFE1B5E-A415-03AC-EBF3-6D13D9F7E28B}"/>
              </a:ext>
            </a:extLst>
          </p:cNvPr>
          <p:cNvCxnSpPr/>
          <p:nvPr userDrawn="1"/>
        </p:nvCxnSpPr>
        <p:spPr bwMode="auto">
          <a:xfrm>
            <a:off x="105508" y="260350"/>
            <a:ext cx="11955585" cy="0"/>
          </a:xfrm>
          <a:prstGeom prst="line">
            <a:avLst/>
          </a:prstGeom>
          <a:ln w="3175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 name="직선 연결선 3">
            <a:extLst>
              <a:ext uri="{FF2B5EF4-FFF2-40B4-BE49-F238E27FC236}">
                <a16:creationId xmlns:a16="http://schemas.microsoft.com/office/drawing/2014/main" id="{9E198141-5233-DBA9-FA9C-7680F6C26A93}"/>
              </a:ext>
            </a:extLst>
          </p:cNvPr>
          <p:cNvCxnSpPr/>
          <p:nvPr userDrawn="1"/>
        </p:nvCxnSpPr>
        <p:spPr bwMode="auto">
          <a:xfrm>
            <a:off x="105508" y="6591300"/>
            <a:ext cx="11955585" cy="0"/>
          </a:xfrm>
          <a:prstGeom prst="line">
            <a:avLst/>
          </a:prstGeom>
          <a:ln w="3175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직사각형 4">
            <a:extLst>
              <a:ext uri="{FF2B5EF4-FFF2-40B4-BE49-F238E27FC236}">
                <a16:creationId xmlns:a16="http://schemas.microsoft.com/office/drawing/2014/main" id="{84284EDB-08B3-CE35-4709-255D79CFA2A6}"/>
              </a:ext>
            </a:extLst>
          </p:cNvPr>
          <p:cNvSpPr>
            <a:spLocks noChangeArrowheads="1"/>
          </p:cNvSpPr>
          <p:nvPr userDrawn="1"/>
        </p:nvSpPr>
        <p:spPr bwMode="auto">
          <a:xfrm>
            <a:off x="11467019" y="33338"/>
            <a:ext cx="697627" cy="215444"/>
          </a:xfrm>
          <a:prstGeom prst="rect">
            <a:avLst/>
          </a:prstGeom>
          <a:noFill/>
          <a:ln>
            <a:noFill/>
          </a:ln>
        </p:spPr>
        <p:txBody>
          <a:bodyPr wrap="none">
            <a:spAutoFit/>
          </a:bodyPr>
          <a:lstStyle>
            <a:lvl1pPr latinLnBrk="1">
              <a:defRPr>
                <a:solidFill>
                  <a:schemeClr val="tx1"/>
                </a:solidFill>
                <a:latin typeface="Calibri" panose="020F0502020204030204" pitchFamily="34" charset="0"/>
                <a:ea typeface="맑은 고딕" panose="020B0503020000020004" pitchFamily="50" charset="-127"/>
              </a:defRPr>
            </a:lvl1pPr>
            <a:lvl2pPr marL="742950" indent="-285750" latinLnBrk="1">
              <a:defRPr>
                <a:solidFill>
                  <a:schemeClr val="tx1"/>
                </a:solidFill>
                <a:latin typeface="Calibri" panose="020F0502020204030204" pitchFamily="34" charset="0"/>
                <a:ea typeface="맑은 고딕" panose="020B0503020000020004" pitchFamily="50" charset="-127"/>
              </a:defRPr>
            </a:lvl2pPr>
            <a:lvl3pPr marL="1143000" indent="-228600" latinLnBrk="1">
              <a:defRPr>
                <a:solidFill>
                  <a:schemeClr val="tx1"/>
                </a:solidFill>
                <a:latin typeface="Calibri" panose="020F0502020204030204" pitchFamily="34" charset="0"/>
                <a:ea typeface="맑은 고딕" panose="020B0503020000020004" pitchFamily="50" charset="-127"/>
              </a:defRPr>
            </a:lvl3pPr>
            <a:lvl4pPr marL="1600200" indent="-228600" latinLnBrk="1">
              <a:defRPr>
                <a:solidFill>
                  <a:schemeClr val="tx1"/>
                </a:solidFill>
                <a:latin typeface="Calibri" panose="020F0502020204030204" pitchFamily="34" charset="0"/>
                <a:ea typeface="맑은 고딕" panose="020B0503020000020004" pitchFamily="50" charset="-127"/>
              </a:defRPr>
            </a:lvl4pPr>
            <a:lvl5pPr marL="2057400" indent="-228600" latinLnBrk="1">
              <a:defRPr>
                <a:solidFill>
                  <a:schemeClr val="tx1"/>
                </a:solidFill>
                <a:latin typeface="Calibri" panose="020F0502020204030204" pitchFamily="34" charset="0"/>
                <a:ea typeface="맑은 고딕" panose="020B0503020000020004" pitchFamily="50" charset="-127"/>
              </a:defRPr>
            </a:lvl5pPr>
            <a:lvl6pPr marL="25146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6pPr>
            <a:lvl7pPr marL="29718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7pPr>
            <a:lvl8pPr marL="34290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8pPr>
            <a:lvl9pPr marL="38862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9pPr>
          </a:lstStyle>
          <a:p>
            <a:pPr algn="r" eaLnBrk="1" hangingPunct="1">
              <a:defRPr/>
            </a:pPr>
            <a:r>
              <a:rPr lang="ko-KR" altLang="en-US" sz="800" noProof="1">
                <a:latin typeface="맑은 고딕" panose="020B0503020000020004" pitchFamily="50" charset="-127"/>
              </a:rPr>
              <a:t>화면설계서</a:t>
            </a:r>
            <a:endParaRPr lang="ko-KR" altLang="ko-KR" sz="800" noProof="1">
              <a:latin typeface="맑은 고딕" panose="020B0503020000020004" pitchFamily="50" charset="-127"/>
            </a:endParaRPr>
          </a:p>
        </p:txBody>
      </p:sp>
      <p:sp>
        <p:nvSpPr>
          <p:cNvPr id="7" name="Slide Number Placeholder 5">
            <a:extLst>
              <a:ext uri="{FF2B5EF4-FFF2-40B4-BE49-F238E27FC236}">
                <a16:creationId xmlns:a16="http://schemas.microsoft.com/office/drawing/2014/main" id="{FF385DD3-01D8-8924-4274-FB3F6D6F910C}"/>
              </a:ext>
            </a:extLst>
          </p:cNvPr>
          <p:cNvSpPr>
            <a:spLocks noGrp="1"/>
          </p:cNvSpPr>
          <p:nvPr>
            <p:ph type="sldNum" sz="quarter" idx="10"/>
          </p:nvPr>
        </p:nvSpPr>
        <p:spPr>
          <a:xfrm>
            <a:off x="4722447" y="6627813"/>
            <a:ext cx="2743200" cy="176212"/>
          </a:xfrm>
          <a:prstGeom prst="rect">
            <a:avLst/>
          </a:prstGeom>
        </p:spPr>
        <p:txBody>
          <a:bodyPr vert="horz" wrap="square" lIns="91440" tIns="45720" rIns="91440" bIns="45720" numCol="1" anchor="t" anchorCtr="0" compatLnSpc="1">
            <a:prstTxWarp prst="textNoShape">
              <a:avLst/>
            </a:prstTxWarp>
          </a:bodyPr>
          <a:lstStyle>
            <a:lvl1pPr algn="ctr" eaLnBrk="1" latinLnBrk="1" hangingPunct="1">
              <a:defRPr sz="800" smtClean="0">
                <a:latin typeface="맑은 고딕" panose="020B0503020000020004" pitchFamily="50" charset="-127"/>
                <a:ea typeface="맑은 고딕" panose="020B0503020000020004" pitchFamily="50" charset="-127"/>
              </a:defRPr>
            </a:lvl1pPr>
          </a:lstStyle>
          <a:p>
            <a:pPr>
              <a:defRPr/>
            </a:pPr>
            <a:fld id="{B62806C2-251D-4EAE-A304-0BBC0B20DC75}" type="slidenum">
              <a:rPr lang="ko-KR" altLang="en-US"/>
              <a:pPr>
                <a:defRPr/>
              </a:pPr>
              <a:t>‹#›</a:t>
            </a:fld>
            <a:endParaRPr lang="ko-KR" altLang="en-US" dirty="0"/>
          </a:p>
        </p:txBody>
      </p:sp>
      <p:sp>
        <p:nvSpPr>
          <p:cNvPr id="9" name="TextBox 6">
            <a:extLst>
              <a:ext uri="{FF2B5EF4-FFF2-40B4-BE49-F238E27FC236}">
                <a16:creationId xmlns:a16="http://schemas.microsoft.com/office/drawing/2014/main" id="{55140E61-F168-9A4C-EE34-BCA6A7A5009E}"/>
              </a:ext>
            </a:extLst>
          </p:cNvPr>
          <p:cNvSpPr txBox="1">
            <a:spLocks noChangeArrowheads="1"/>
          </p:cNvSpPr>
          <p:nvPr userDrawn="1"/>
        </p:nvSpPr>
        <p:spPr bwMode="auto">
          <a:xfrm>
            <a:off x="111760" y="26036"/>
            <a:ext cx="3739662" cy="215900"/>
          </a:xfrm>
          <a:prstGeom prst="rect">
            <a:avLst/>
          </a:prstGeom>
          <a:noFill/>
          <a:ln>
            <a:noFill/>
          </a:ln>
        </p:spPr>
        <p:txBody>
          <a:bodyPr>
            <a:spAutoFit/>
          </a:bodyPr>
          <a:lstStyle>
            <a:lvl1pPr latinLnBrk="1">
              <a:defRPr>
                <a:solidFill>
                  <a:schemeClr val="tx1"/>
                </a:solidFill>
                <a:latin typeface="Calibri" panose="020F0502020204030204" pitchFamily="34" charset="0"/>
                <a:ea typeface="맑은 고딕" panose="020B0503020000020004" pitchFamily="50" charset="-127"/>
              </a:defRPr>
            </a:lvl1pPr>
            <a:lvl2pPr marL="742950" indent="-285750" latinLnBrk="1">
              <a:defRPr>
                <a:solidFill>
                  <a:schemeClr val="tx1"/>
                </a:solidFill>
                <a:latin typeface="Calibri" panose="020F0502020204030204" pitchFamily="34" charset="0"/>
                <a:ea typeface="맑은 고딕" panose="020B0503020000020004" pitchFamily="50" charset="-127"/>
              </a:defRPr>
            </a:lvl2pPr>
            <a:lvl3pPr marL="1143000" indent="-228600" latinLnBrk="1">
              <a:defRPr>
                <a:solidFill>
                  <a:schemeClr val="tx1"/>
                </a:solidFill>
                <a:latin typeface="Calibri" panose="020F0502020204030204" pitchFamily="34" charset="0"/>
                <a:ea typeface="맑은 고딕" panose="020B0503020000020004" pitchFamily="50" charset="-127"/>
              </a:defRPr>
            </a:lvl3pPr>
            <a:lvl4pPr marL="1600200" indent="-228600" latinLnBrk="1">
              <a:defRPr>
                <a:solidFill>
                  <a:schemeClr val="tx1"/>
                </a:solidFill>
                <a:latin typeface="Calibri" panose="020F0502020204030204" pitchFamily="34" charset="0"/>
                <a:ea typeface="맑은 고딕" panose="020B0503020000020004" pitchFamily="50" charset="-127"/>
              </a:defRPr>
            </a:lvl4pPr>
            <a:lvl5pPr marL="2057400" indent="-228600" latinLnBrk="1">
              <a:defRPr>
                <a:solidFill>
                  <a:schemeClr val="tx1"/>
                </a:solidFill>
                <a:latin typeface="Calibri" panose="020F0502020204030204" pitchFamily="34" charset="0"/>
                <a:ea typeface="맑은 고딕" panose="020B0503020000020004" pitchFamily="50" charset="-127"/>
              </a:defRPr>
            </a:lvl5pPr>
            <a:lvl6pPr marL="25146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6pPr>
            <a:lvl7pPr marL="29718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7pPr>
            <a:lvl8pPr marL="34290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8pPr>
            <a:lvl9pPr marL="3886200" indent="-228600" fontAlgn="base">
              <a:spcBef>
                <a:spcPct val="0"/>
              </a:spcBef>
              <a:spcAft>
                <a:spcPct val="0"/>
              </a:spcAft>
              <a:defRPr>
                <a:solidFill>
                  <a:schemeClr val="tx1"/>
                </a:solidFill>
                <a:latin typeface="Calibri" panose="020F0502020204030204" pitchFamily="34" charset="0"/>
                <a:ea typeface="맑은 고딕" panose="020B0503020000020004" pitchFamily="50" charset="-127"/>
              </a:defRPr>
            </a:lvl9pPr>
          </a:lstStyle>
          <a:p>
            <a:pPr eaLnBrk="1" hangingPunct="1">
              <a:defRPr/>
            </a:pPr>
            <a:r>
              <a:rPr lang="ko-KR" altLang="en-US" sz="800" b="1" noProof="1">
                <a:solidFill>
                  <a:srgbClr val="080808"/>
                </a:solidFill>
                <a:latin typeface="+mn-ea"/>
                <a:ea typeface="+mn-ea"/>
              </a:rPr>
              <a:t>든든하이</a:t>
            </a:r>
          </a:p>
        </p:txBody>
      </p:sp>
    </p:spTree>
    <p:extLst>
      <p:ext uri="{BB962C8B-B14F-4D97-AF65-F5344CB8AC3E}">
        <p14:creationId xmlns:p14="http://schemas.microsoft.com/office/powerpoint/2010/main" val="4072229778"/>
      </p:ext>
    </p:extLst>
  </p:cSld>
  <p:clrMapOvr>
    <a:masterClrMapping/>
  </p:clrMapOvr>
  <p:extLst>
    <p:ext uri="{DCECCB84-F9BA-43D5-87BE-67443E8EF086}">
      <p15:sldGuideLst xmlns:p15="http://schemas.microsoft.com/office/powerpoint/2012/main">
        <p15:guide id="1" orient="horz" pos="2160">
          <p15:clr>
            <a:srgbClr val="FBAE40"/>
          </p15:clr>
        </p15:guide>
        <p15:guide id="2" pos="312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제목 슬라이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1DB526-052B-CA1A-651E-3F0747B1DC5F}"/>
              </a:ext>
            </a:extLst>
          </p:cNvPr>
          <p:cNvSpPr>
            <a:spLocks noGrp="1"/>
          </p:cNvSpPr>
          <p:nvPr>
            <p:ph type="ctrTitle"/>
          </p:nvPr>
        </p:nvSpPr>
        <p:spPr>
          <a:xfrm>
            <a:off x="1524000" y="1122363"/>
            <a:ext cx="9144000" cy="2387600"/>
          </a:xfrm>
        </p:spPr>
        <p:txBody>
          <a:bodyPr anchor="b"/>
          <a:lstStyle>
            <a:lvl1pPr algn="ctr">
              <a:defRPr sz="6000"/>
            </a:lvl1pPr>
          </a:lstStyle>
          <a:p>
            <a:r>
              <a:rPr lang="ko-KR" altLang="en-US"/>
              <a:t>마스터 제목 스타일 편집</a:t>
            </a:r>
          </a:p>
        </p:txBody>
      </p:sp>
      <p:sp>
        <p:nvSpPr>
          <p:cNvPr id="3" name="부제목 2">
            <a:extLst>
              <a:ext uri="{FF2B5EF4-FFF2-40B4-BE49-F238E27FC236}">
                <a16:creationId xmlns:a16="http://schemas.microsoft.com/office/drawing/2014/main" id="{86CB4A95-08B0-7B87-46C1-57C9589290C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ko-KR" altLang="en-US"/>
              <a:t>클릭하여 마스터 부제목 스타일 편집</a:t>
            </a:r>
          </a:p>
        </p:txBody>
      </p:sp>
      <p:sp>
        <p:nvSpPr>
          <p:cNvPr id="4" name="날짜 개체 틀 3">
            <a:extLst>
              <a:ext uri="{FF2B5EF4-FFF2-40B4-BE49-F238E27FC236}">
                <a16:creationId xmlns:a16="http://schemas.microsoft.com/office/drawing/2014/main" id="{BE95820A-F30E-5702-A6C9-3411B707961B}"/>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986BF04A-F655-DA02-B0B2-5D9D318C9D81}"/>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EEF5E68E-968A-D0D7-9FC3-42C934A14DC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220258702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제목 및 내용">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B71286EC-D967-2096-9573-432579E40897}"/>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B5FF012-3CB9-C30E-37A0-250B852F12CE}"/>
              </a:ext>
            </a:extLst>
          </p:cNvPr>
          <p:cNvSpPr>
            <a:spLocks noGrp="1"/>
          </p:cNvSpPr>
          <p:nvPr>
            <p:ph idx="1"/>
          </p:nvPr>
        </p:nvSpPr>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8AFCBDDA-A257-4175-635C-96ACEB26354F}"/>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B08024E4-E827-A6CA-BB7B-7C5BF1D43C88}"/>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8386A8B-CC25-D4E3-3048-54B218EFACD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71634917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구역 머리글">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55DA16A-0594-9F3E-ADE3-235ED4267932}"/>
              </a:ext>
            </a:extLst>
          </p:cNvPr>
          <p:cNvSpPr>
            <a:spLocks noGrp="1"/>
          </p:cNvSpPr>
          <p:nvPr>
            <p:ph type="title"/>
          </p:nvPr>
        </p:nvSpPr>
        <p:spPr>
          <a:xfrm>
            <a:off x="831850" y="1709738"/>
            <a:ext cx="10515600" cy="2852737"/>
          </a:xfrm>
        </p:spPr>
        <p:txBody>
          <a:bodyPr anchor="b"/>
          <a:lstStyle>
            <a:lvl1pPr>
              <a:defRPr sz="6000"/>
            </a:lvl1pPr>
          </a:lstStyle>
          <a:p>
            <a:r>
              <a:rPr lang="ko-KR" altLang="en-US"/>
              <a:t>마스터 제목 스타일 편집</a:t>
            </a:r>
          </a:p>
        </p:txBody>
      </p:sp>
      <p:sp>
        <p:nvSpPr>
          <p:cNvPr id="3" name="텍스트 개체 틀 2">
            <a:extLst>
              <a:ext uri="{FF2B5EF4-FFF2-40B4-BE49-F238E27FC236}">
                <a16:creationId xmlns:a16="http://schemas.microsoft.com/office/drawing/2014/main" id="{5683ED78-CD9A-43CC-D577-89BEA74250E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ko-KR" altLang="en-US"/>
              <a:t>마스터 텍스트 스타일을 편집하려면 클릭</a:t>
            </a:r>
          </a:p>
        </p:txBody>
      </p:sp>
      <p:sp>
        <p:nvSpPr>
          <p:cNvPr id="4" name="날짜 개체 틀 3">
            <a:extLst>
              <a:ext uri="{FF2B5EF4-FFF2-40B4-BE49-F238E27FC236}">
                <a16:creationId xmlns:a16="http://schemas.microsoft.com/office/drawing/2014/main" id="{779A7F2D-1D7A-32DF-A140-8083FB6F4679}"/>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E00E511-C763-AF7F-109B-764E1E1B3539}"/>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DFD6F652-2466-C44D-2230-116AB8061B1C}"/>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9182562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콘텐츠 2개">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6143EAF-8228-A12E-38CE-4D0C74B23F9F}"/>
              </a:ext>
            </a:extLst>
          </p:cNvPr>
          <p:cNvSpPr>
            <a:spLocks noGrp="1"/>
          </p:cNvSpPr>
          <p:nvPr>
            <p:ph type="title"/>
          </p:nvPr>
        </p:nvSpPr>
        <p:spPr/>
        <p:txBody>
          <a:bodyPr/>
          <a:lstStyle/>
          <a:p>
            <a:r>
              <a:rPr lang="ko-KR" altLang="en-US"/>
              <a:t>마스터 제목 스타일 편집</a:t>
            </a:r>
          </a:p>
        </p:txBody>
      </p:sp>
      <p:sp>
        <p:nvSpPr>
          <p:cNvPr id="3" name="내용 개체 틀 2">
            <a:extLst>
              <a:ext uri="{FF2B5EF4-FFF2-40B4-BE49-F238E27FC236}">
                <a16:creationId xmlns:a16="http://schemas.microsoft.com/office/drawing/2014/main" id="{DFC2E77E-E6B9-F260-C840-677A520F6832}"/>
              </a:ext>
            </a:extLst>
          </p:cNvPr>
          <p:cNvSpPr>
            <a:spLocks noGrp="1"/>
          </p:cNvSpPr>
          <p:nvPr>
            <p:ph sz="half" idx="1"/>
          </p:nvPr>
        </p:nvSpPr>
        <p:spPr>
          <a:xfrm>
            <a:off x="838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내용 개체 틀 3">
            <a:extLst>
              <a:ext uri="{FF2B5EF4-FFF2-40B4-BE49-F238E27FC236}">
                <a16:creationId xmlns:a16="http://schemas.microsoft.com/office/drawing/2014/main" id="{183BA875-A334-4AE9-10B4-AC431F95DBD4}"/>
              </a:ext>
            </a:extLst>
          </p:cNvPr>
          <p:cNvSpPr>
            <a:spLocks noGrp="1"/>
          </p:cNvSpPr>
          <p:nvPr>
            <p:ph sz="half" idx="2"/>
          </p:nvPr>
        </p:nvSpPr>
        <p:spPr>
          <a:xfrm>
            <a:off x="6172200" y="1825625"/>
            <a:ext cx="5181600" cy="435133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날짜 개체 틀 4">
            <a:extLst>
              <a:ext uri="{FF2B5EF4-FFF2-40B4-BE49-F238E27FC236}">
                <a16:creationId xmlns:a16="http://schemas.microsoft.com/office/drawing/2014/main" id="{ADC9E1FE-D298-6C02-B5BE-7555568592A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50B6A96-7C5E-459D-F346-E71C3AF8EA58}"/>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5FE59361-7FFC-9CC2-9DB7-F44D7C239FE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82813566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비교">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04A8413-9B5B-4E66-968F-CB569105D42D}"/>
              </a:ext>
            </a:extLst>
          </p:cNvPr>
          <p:cNvSpPr>
            <a:spLocks noGrp="1"/>
          </p:cNvSpPr>
          <p:nvPr>
            <p:ph type="title"/>
          </p:nvPr>
        </p:nvSpPr>
        <p:spPr>
          <a:xfrm>
            <a:off x="839788" y="365125"/>
            <a:ext cx="10515600" cy="1325563"/>
          </a:xfrm>
        </p:spPr>
        <p:txBody>
          <a:bodyPr/>
          <a:lstStyle/>
          <a:p>
            <a:r>
              <a:rPr lang="ko-KR" altLang="en-US"/>
              <a:t>마스터 제목 스타일 편집</a:t>
            </a:r>
          </a:p>
        </p:txBody>
      </p:sp>
      <p:sp>
        <p:nvSpPr>
          <p:cNvPr id="3" name="텍스트 개체 틀 2">
            <a:extLst>
              <a:ext uri="{FF2B5EF4-FFF2-40B4-BE49-F238E27FC236}">
                <a16:creationId xmlns:a16="http://schemas.microsoft.com/office/drawing/2014/main" id="{A79A015B-99CE-7B8F-D4FE-E66AE787E32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4" name="내용 개체 틀 3">
            <a:extLst>
              <a:ext uri="{FF2B5EF4-FFF2-40B4-BE49-F238E27FC236}">
                <a16:creationId xmlns:a16="http://schemas.microsoft.com/office/drawing/2014/main" id="{2DAAF45E-9A36-93A1-79C7-5C2C32BBAC4D}"/>
              </a:ext>
            </a:extLst>
          </p:cNvPr>
          <p:cNvSpPr>
            <a:spLocks noGrp="1"/>
          </p:cNvSpPr>
          <p:nvPr>
            <p:ph sz="half" idx="2"/>
          </p:nvPr>
        </p:nvSpPr>
        <p:spPr>
          <a:xfrm>
            <a:off x="839788" y="2505075"/>
            <a:ext cx="5157787"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5" name="텍스트 개체 틀 4">
            <a:extLst>
              <a:ext uri="{FF2B5EF4-FFF2-40B4-BE49-F238E27FC236}">
                <a16:creationId xmlns:a16="http://schemas.microsoft.com/office/drawing/2014/main" id="{D5232659-803F-723C-1AC2-388FF3F7807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ko-KR" altLang="en-US"/>
              <a:t>마스터 텍스트 스타일을 편집하려면 클릭</a:t>
            </a:r>
          </a:p>
        </p:txBody>
      </p:sp>
      <p:sp>
        <p:nvSpPr>
          <p:cNvPr id="6" name="내용 개체 틀 5">
            <a:extLst>
              <a:ext uri="{FF2B5EF4-FFF2-40B4-BE49-F238E27FC236}">
                <a16:creationId xmlns:a16="http://schemas.microsoft.com/office/drawing/2014/main" id="{5A84CE10-FC95-C438-3D8C-0975FDBD7404}"/>
              </a:ext>
            </a:extLst>
          </p:cNvPr>
          <p:cNvSpPr>
            <a:spLocks noGrp="1"/>
          </p:cNvSpPr>
          <p:nvPr>
            <p:ph sz="quarter" idx="4"/>
          </p:nvPr>
        </p:nvSpPr>
        <p:spPr>
          <a:xfrm>
            <a:off x="6172200" y="2505075"/>
            <a:ext cx="5183188" cy="3684588"/>
          </a:xfrm>
        </p:spPr>
        <p:txBody>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7" name="날짜 개체 틀 6">
            <a:extLst>
              <a:ext uri="{FF2B5EF4-FFF2-40B4-BE49-F238E27FC236}">
                <a16:creationId xmlns:a16="http://schemas.microsoft.com/office/drawing/2014/main" id="{6BADC5D9-49C4-2FC2-E077-E941342B7F42}"/>
              </a:ext>
            </a:extLst>
          </p:cNvPr>
          <p:cNvSpPr>
            <a:spLocks noGrp="1"/>
          </p:cNvSpPr>
          <p:nvPr>
            <p:ph type="dt" sz="half" idx="10"/>
          </p:nvPr>
        </p:nvSpPr>
        <p:spPr/>
        <p:txBody>
          <a:bodyPr/>
          <a:lstStyle/>
          <a:p>
            <a:endParaRPr lang="ko-KR" altLang="en-US"/>
          </a:p>
        </p:txBody>
      </p:sp>
      <p:sp>
        <p:nvSpPr>
          <p:cNvPr id="8" name="바닥글 개체 틀 7">
            <a:extLst>
              <a:ext uri="{FF2B5EF4-FFF2-40B4-BE49-F238E27FC236}">
                <a16:creationId xmlns:a16="http://schemas.microsoft.com/office/drawing/2014/main" id="{E3195473-B206-3D26-6318-49A351E36731}"/>
              </a:ext>
            </a:extLst>
          </p:cNvPr>
          <p:cNvSpPr>
            <a:spLocks noGrp="1"/>
          </p:cNvSpPr>
          <p:nvPr>
            <p:ph type="ftr" sz="quarter" idx="11"/>
          </p:nvPr>
        </p:nvSpPr>
        <p:spPr/>
        <p:txBody>
          <a:bodyPr/>
          <a:lstStyle/>
          <a:p>
            <a:endParaRPr lang="ko-KR" altLang="en-US"/>
          </a:p>
        </p:txBody>
      </p:sp>
      <p:sp>
        <p:nvSpPr>
          <p:cNvPr id="9" name="슬라이드 번호 개체 틀 8">
            <a:extLst>
              <a:ext uri="{FF2B5EF4-FFF2-40B4-BE49-F238E27FC236}">
                <a16:creationId xmlns:a16="http://schemas.microsoft.com/office/drawing/2014/main" id="{6153C9A3-163F-DF8A-3C7B-F379507EB063}"/>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0149172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제목만">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4CF7D4A-C2A9-BE73-7FA1-9F4B513154DB}"/>
              </a:ext>
            </a:extLst>
          </p:cNvPr>
          <p:cNvSpPr>
            <a:spLocks noGrp="1"/>
          </p:cNvSpPr>
          <p:nvPr>
            <p:ph type="title"/>
          </p:nvPr>
        </p:nvSpPr>
        <p:spPr/>
        <p:txBody>
          <a:bodyPr/>
          <a:lstStyle/>
          <a:p>
            <a:r>
              <a:rPr lang="ko-KR" altLang="en-US"/>
              <a:t>마스터 제목 스타일 편집</a:t>
            </a:r>
          </a:p>
        </p:txBody>
      </p:sp>
      <p:sp>
        <p:nvSpPr>
          <p:cNvPr id="3" name="날짜 개체 틀 2">
            <a:extLst>
              <a:ext uri="{FF2B5EF4-FFF2-40B4-BE49-F238E27FC236}">
                <a16:creationId xmlns:a16="http://schemas.microsoft.com/office/drawing/2014/main" id="{C1FD6F8E-D7AB-0659-8228-DDAE1247F4B5}"/>
              </a:ext>
            </a:extLst>
          </p:cNvPr>
          <p:cNvSpPr>
            <a:spLocks noGrp="1"/>
          </p:cNvSpPr>
          <p:nvPr>
            <p:ph type="dt" sz="half" idx="10"/>
          </p:nvPr>
        </p:nvSpPr>
        <p:spPr/>
        <p:txBody>
          <a:bodyPr/>
          <a:lstStyle/>
          <a:p>
            <a:endParaRPr lang="ko-KR" altLang="en-US"/>
          </a:p>
        </p:txBody>
      </p:sp>
      <p:sp>
        <p:nvSpPr>
          <p:cNvPr id="4" name="바닥글 개체 틀 3">
            <a:extLst>
              <a:ext uri="{FF2B5EF4-FFF2-40B4-BE49-F238E27FC236}">
                <a16:creationId xmlns:a16="http://schemas.microsoft.com/office/drawing/2014/main" id="{6A68D9B3-9881-12DC-8725-0313E908912B}"/>
              </a:ext>
            </a:extLst>
          </p:cNvPr>
          <p:cNvSpPr>
            <a:spLocks noGrp="1"/>
          </p:cNvSpPr>
          <p:nvPr>
            <p:ph type="ftr" sz="quarter" idx="11"/>
          </p:nvPr>
        </p:nvSpPr>
        <p:spPr/>
        <p:txBody>
          <a:bodyPr/>
          <a:lstStyle/>
          <a:p>
            <a:endParaRPr lang="ko-KR" altLang="en-US"/>
          </a:p>
        </p:txBody>
      </p:sp>
      <p:sp>
        <p:nvSpPr>
          <p:cNvPr id="5" name="슬라이드 번호 개체 틀 4">
            <a:extLst>
              <a:ext uri="{FF2B5EF4-FFF2-40B4-BE49-F238E27FC236}">
                <a16:creationId xmlns:a16="http://schemas.microsoft.com/office/drawing/2014/main" id="{43A3DFA8-3DDF-FF18-7D7B-CC361D63F246}"/>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5627932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빈 화면">
    <p:spTree>
      <p:nvGrpSpPr>
        <p:cNvPr id="1" name=""/>
        <p:cNvGrpSpPr/>
        <p:nvPr/>
      </p:nvGrpSpPr>
      <p:grpSpPr>
        <a:xfrm>
          <a:off x="0" y="0"/>
          <a:ext cx="0" cy="0"/>
          <a:chOff x="0" y="0"/>
          <a:chExt cx="0" cy="0"/>
        </a:xfrm>
      </p:grpSpPr>
      <p:sp>
        <p:nvSpPr>
          <p:cNvPr id="2" name="날짜 개체 틀 1">
            <a:extLst>
              <a:ext uri="{FF2B5EF4-FFF2-40B4-BE49-F238E27FC236}">
                <a16:creationId xmlns:a16="http://schemas.microsoft.com/office/drawing/2014/main" id="{6EF0055A-55FC-D597-AE8B-6CCF03D73286}"/>
              </a:ext>
            </a:extLst>
          </p:cNvPr>
          <p:cNvSpPr>
            <a:spLocks noGrp="1"/>
          </p:cNvSpPr>
          <p:nvPr>
            <p:ph type="dt" sz="half" idx="10"/>
          </p:nvPr>
        </p:nvSpPr>
        <p:spPr/>
        <p:txBody>
          <a:bodyPr/>
          <a:lstStyle/>
          <a:p>
            <a:endParaRPr lang="ko-KR" altLang="en-US"/>
          </a:p>
        </p:txBody>
      </p:sp>
      <p:sp>
        <p:nvSpPr>
          <p:cNvPr id="3" name="바닥글 개체 틀 2">
            <a:extLst>
              <a:ext uri="{FF2B5EF4-FFF2-40B4-BE49-F238E27FC236}">
                <a16:creationId xmlns:a16="http://schemas.microsoft.com/office/drawing/2014/main" id="{D0FCA65A-8A75-9970-E7BA-0C1D804ECDF0}"/>
              </a:ext>
            </a:extLst>
          </p:cNvPr>
          <p:cNvSpPr>
            <a:spLocks noGrp="1"/>
          </p:cNvSpPr>
          <p:nvPr>
            <p:ph type="ftr" sz="quarter" idx="11"/>
          </p:nvPr>
        </p:nvSpPr>
        <p:spPr/>
        <p:txBody>
          <a:bodyPr/>
          <a:lstStyle/>
          <a:p>
            <a:endParaRPr lang="ko-KR" altLang="en-US"/>
          </a:p>
        </p:txBody>
      </p:sp>
      <p:sp>
        <p:nvSpPr>
          <p:cNvPr id="4" name="슬라이드 번호 개체 틀 3">
            <a:extLst>
              <a:ext uri="{FF2B5EF4-FFF2-40B4-BE49-F238E27FC236}">
                <a16:creationId xmlns:a16="http://schemas.microsoft.com/office/drawing/2014/main" id="{23C8D0E6-AB24-7C5F-17D8-9E333BA347F9}"/>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3486187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캡션 있는 콘텐츠">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DE8AC2F-027F-1E3A-6B54-EC6F1167E2EF}"/>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내용 개체 틀 2">
            <a:extLst>
              <a:ext uri="{FF2B5EF4-FFF2-40B4-BE49-F238E27FC236}">
                <a16:creationId xmlns:a16="http://schemas.microsoft.com/office/drawing/2014/main" id="{C83DD431-1793-6DCA-E22B-86E09B3453B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텍스트 개체 틀 3">
            <a:extLst>
              <a:ext uri="{FF2B5EF4-FFF2-40B4-BE49-F238E27FC236}">
                <a16:creationId xmlns:a16="http://schemas.microsoft.com/office/drawing/2014/main" id="{BE13F23F-91DE-D28F-7BE3-FF9E8334BF6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F0CA9E10-6054-BD62-B71D-098DA3BEF4CD}"/>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29694A7A-8F09-640A-0676-A32E6A5FA725}"/>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484F85C3-CD2F-5A1C-8064-1CA26D17E31D}"/>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2736472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캡션 있는 그림">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39A27E2-AD27-DBAC-135C-9E828C65688E}"/>
              </a:ext>
            </a:extLst>
          </p:cNvPr>
          <p:cNvSpPr>
            <a:spLocks noGrp="1"/>
          </p:cNvSpPr>
          <p:nvPr>
            <p:ph type="title"/>
          </p:nvPr>
        </p:nvSpPr>
        <p:spPr>
          <a:xfrm>
            <a:off x="839788" y="457200"/>
            <a:ext cx="3932237" cy="1600200"/>
          </a:xfrm>
        </p:spPr>
        <p:txBody>
          <a:bodyPr anchor="b"/>
          <a:lstStyle>
            <a:lvl1pPr>
              <a:defRPr sz="3200"/>
            </a:lvl1pPr>
          </a:lstStyle>
          <a:p>
            <a:r>
              <a:rPr lang="ko-KR" altLang="en-US"/>
              <a:t>마스터 제목 스타일 편집</a:t>
            </a:r>
          </a:p>
        </p:txBody>
      </p:sp>
      <p:sp>
        <p:nvSpPr>
          <p:cNvPr id="3" name="그림 개체 틀 2">
            <a:extLst>
              <a:ext uri="{FF2B5EF4-FFF2-40B4-BE49-F238E27FC236}">
                <a16:creationId xmlns:a16="http://schemas.microsoft.com/office/drawing/2014/main" id="{C70E6E69-E045-A30D-EC85-AF05DA412B2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ko-KR" altLang="en-US"/>
          </a:p>
        </p:txBody>
      </p:sp>
      <p:sp>
        <p:nvSpPr>
          <p:cNvPr id="4" name="텍스트 개체 틀 3">
            <a:extLst>
              <a:ext uri="{FF2B5EF4-FFF2-40B4-BE49-F238E27FC236}">
                <a16:creationId xmlns:a16="http://schemas.microsoft.com/office/drawing/2014/main" id="{690E9F16-033A-7258-4674-18EB40F429F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ko-KR" altLang="en-US"/>
              <a:t>마스터 텍스트 스타일을 편집하려면 클릭</a:t>
            </a:r>
          </a:p>
        </p:txBody>
      </p:sp>
      <p:sp>
        <p:nvSpPr>
          <p:cNvPr id="5" name="날짜 개체 틀 4">
            <a:extLst>
              <a:ext uri="{FF2B5EF4-FFF2-40B4-BE49-F238E27FC236}">
                <a16:creationId xmlns:a16="http://schemas.microsoft.com/office/drawing/2014/main" id="{3D20819E-0FAC-AF76-E598-112661B1FAE6}"/>
              </a:ext>
            </a:extLst>
          </p:cNvPr>
          <p:cNvSpPr>
            <a:spLocks noGrp="1"/>
          </p:cNvSpPr>
          <p:nvPr>
            <p:ph type="dt" sz="half" idx="10"/>
          </p:nvPr>
        </p:nvSpPr>
        <p:spPr/>
        <p:txBody>
          <a:bodyPr/>
          <a:lstStyle/>
          <a:p>
            <a:endParaRPr lang="ko-KR" altLang="en-US"/>
          </a:p>
        </p:txBody>
      </p:sp>
      <p:sp>
        <p:nvSpPr>
          <p:cNvPr id="6" name="바닥글 개체 틀 5">
            <a:extLst>
              <a:ext uri="{FF2B5EF4-FFF2-40B4-BE49-F238E27FC236}">
                <a16:creationId xmlns:a16="http://schemas.microsoft.com/office/drawing/2014/main" id="{8160C980-B1CD-3382-D9AA-AA91738A6444}"/>
              </a:ext>
            </a:extLst>
          </p:cNvPr>
          <p:cNvSpPr>
            <a:spLocks noGrp="1"/>
          </p:cNvSpPr>
          <p:nvPr>
            <p:ph type="ftr" sz="quarter" idx="11"/>
          </p:nvPr>
        </p:nvSpPr>
        <p:spPr/>
        <p:txBody>
          <a:bodyPr/>
          <a:lstStyle/>
          <a:p>
            <a:endParaRPr lang="ko-KR" altLang="en-US"/>
          </a:p>
        </p:txBody>
      </p:sp>
      <p:sp>
        <p:nvSpPr>
          <p:cNvPr id="7" name="슬라이드 번호 개체 틀 6">
            <a:extLst>
              <a:ext uri="{FF2B5EF4-FFF2-40B4-BE49-F238E27FC236}">
                <a16:creationId xmlns:a16="http://schemas.microsoft.com/office/drawing/2014/main" id="{060038FC-7C65-DDB3-3639-F6359FEEA974}"/>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359758208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제목 및 세로 텍스트">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9219E130-A10B-E17E-2728-23EA05134399}"/>
              </a:ext>
            </a:extLst>
          </p:cNvPr>
          <p:cNvSpPr>
            <a:spLocks noGrp="1"/>
          </p:cNvSpPr>
          <p:nvPr>
            <p:ph type="title"/>
          </p:nvPr>
        </p:nvSpPr>
        <p:spPr/>
        <p:txBody>
          <a:bodyPr/>
          <a:lstStyle/>
          <a:p>
            <a:r>
              <a:rPr lang="ko-KR" altLang="en-US"/>
              <a:t>마스터 제목 스타일 편집</a:t>
            </a:r>
          </a:p>
        </p:txBody>
      </p:sp>
      <p:sp>
        <p:nvSpPr>
          <p:cNvPr id="3" name="세로 텍스트 개체 틀 2">
            <a:extLst>
              <a:ext uri="{FF2B5EF4-FFF2-40B4-BE49-F238E27FC236}">
                <a16:creationId xmlns:a16="http://schemas.microsoft.com/office/drawing/2014/main" id="{F4226912-145D-22EE-D550-0515F3991432}"/>
              </a:ext>
            </a:extLst>
          </p:cNvPr>
          <p:cNvSpPr>
            <a:spLocks noGrp="1"/>
          </p:cNvSpPr>
          <p:nvPr>
            <p:ph type="body" orient="vert" idx="1"/>
          </p:nvPr>
        </p:nvSpPr>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BE4A1E3-4484-B25A-3684-76847D1B036E}"/>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CF588227-8E8F-D14F-A605-52071076986F}"/>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9BA13DEC-C0C1-DF58-FF0F-1B7F67D007D5}"/>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423089179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세로 제목 및 텍스트">
    <p:spTree>
      <p:nvGrpSpPr>
        <p:cNvPr id="1" name=""/>
        <p:cNvGrpSpPr/>
        <p:nvPr/>
      </p:nvGrpSpPr>
      <p:grpSpPr>
        <a:xfrm>
          <a:off x="0" y="0"/>
          <a:ext cx="0" cy="0"/>
          <a:chOff x="0" y="0"/>
          <a:chExt cx="0" cy="0"/>
        </a:xfrm>
      </p:grpSpPr>
      <p:sp>
        <p:nvSpPr>
          <p:cNvPr id="2" name="세로 제목 1">
            <a:extLst>
              <a:ext uri="{FF2B5EF4-FFF2-40B4-BE49-F238E27FC236}">
                <a16:creationId xmlns:a16="http://schemas.microsoft.com/office/drawing/2014/main" id="{A4E17FB3-2C82-5B1E-B6D5-A6545C091DDF}"/>
              </a:ext>
            </a:extLst>
          </p:cNvPr>
          <p:cNvSpPr>
            <a:spLocks noGrp="1"/>
          </p:cNvSpPr>
          <p:nvPr>
            <p:ph type="title" orient="vert"/>
          </p:nvPr>
        </p:nvSpPr>
        <p:spPr>
          <a:xfrm>
            <a:off x="8724900" y="365125"/>
            <a:ext cx="2628900" cy="5811838"/>
          </a:xfrm>
        </p:spPr>
        <p:txBody>
          <a:bodyPr vert="eaVert"/>
          <a:lstStyle/>
          <a:p>
            <a:r>
              <a:rPr lang="ko-KR" altLang="en-US"/>
              <a:t>마스터 제목 스타일 편집</a:t>
            </a:r>
          </a:p>
        </p:txBody>
      </p:sp>
      <p:sp>
        <p:nvSpPr>
          <p:cNvPr id="3" name="세로 텍스트 개체 틀 2">
            <a:extLst>
              <a:ext uri="{FF2B5EF4-FFF2-40B4-BE49-F238E27FC236}">
                <a16:creationId xmlns:a16="http://schemas.microsoft.com/office/drawing/2014/main" id="{069DC27B-0C23-F59A-E5E1-0CC0D3B4B977}"/>
              </a:ext>
            </a:extLst>
          </p:cNvPr>
          <p:cNvSpPr>
            <a:spLocks noGrp="1"/>
          </p:cNvSpPr>
          <p:nvPr>
            <p:ph type="body" orient="vert" idx="1"/>
          </p:nvPr>
        </p:nvSpPr>
        <p:spPr>
          <a:xfrm>
            <a:off x="838200" y="365125"/>
            <a:ext cx="7734300" cy="5811838"/>
          </a:xfrm>
        </p:spPr>
        <p:txBody>
          <a:bodyPr vert="eaVert"/>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CED1C7C7-9116-DE5C-F62D-CE593D3A78D6}"/>
              </a:ext>
            </a:extLst>
          </p:cNvPr>
          <p:cNvSpPr>
            <a:spLocks noGrp="1"/>
          </p:cNvSpPr>
          <p:nvPr>
            <p:ph type="dt" sz="half" idx="10"/>
          </p:nvPr>
        </p:nvSpPr>
        <p:spPr/>
        <p:txBody>
          <a:bodyPr/>
          <a:lstStyle/>
          <a:p>
            <a:endParaRPr lang="ko-KR" altLang="en-US"/>
          </a:p>
        </p:txBody>
      </p:sp>
      <p:sp>
        <p:nvSpPr>
          <p:cNvPr id="5" name="바닥글 개체 틀 4">
            <a:extLst>
              <a:ext uri="{FF2B5EF4-FFF2-40B4-BE49-F238E27FC236}">
                <a16:creationId xmlns:a16="http://schemas.microsoft.com/office/drawing/2014/main" id="{20B7DBBB-3532-9E48-3217-24DB491B2CA3}"/>
              </a:ext>
            </a:extLst>
          </p:cNvPr>
          <p:cNvSpPr>
            <a:spLocks noGrp="1"/>
          </p:cNvSpPr>
          <p:nvPr>
            <p:ph type="ftr" sz="quarter" idx="11"/>
          </p:nvPr>
        </p:nvSpPr>
        <p:spPr/>
        <p:txBody>
          <a:bodyPr/>
          <a:lstStyle/>
          <a:p>
            <a:endParaRPr lang="ko-KR" altLang="en-US"/>
          </a:p>
        </p:txBody>
      </p:sp>
      <p:sp>
        <p:nvSpPr>
          <p:cNvPr id="6" name="슬라이드 번호 개체 틀 5">
            <a:extLst>
              <a:ext uri="{FF2B5EF4-FFF2-40B4-BE49-F238E27FC236}">
                <a16:creationId xmlns:a16="http://schemas.microsoft.com/office/drawing/2014/main" id="{CCC5B2A3-B4D7-8DC7-7D71-B81D6495E0C7}"/>
              </a:ext>
            </a:extLst>
          </p:cNvPr>
          <p:cNvSpPr>
            <a:spLocks noGrp="1"/>
          </p:cNvSpPr>
          <p:nvPr>
            <p:ph type="sldNum" sz="quarter" idx="12"/>
          </p:nvPr>
        </p:nvSpPr>
        <p:spPr/>
        <p:txBody>
          <a:body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19210288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9.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theme" Target="../theme/theme2.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0DFACE7-1878-A978-96A0-017483365A2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6BCD7EB2-B428-7CB7-A577-0598E532ED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D5512D6-9864-048D-ACEF-FA3D2ACB969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ABCC5FAE-E766-00C7-3FC8-59EC53EFB22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8C38E936-3AFD-ACDE-8391-B15E97975B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B66B8C8-9F2F-4508-A8DB-1207EC41BFB8}" type="slidenum">
              <a:rPr lang="ko-KR" altLang="en-US" smtClean="0"/>
              <a:t>‹#›</a:t>
            </a:fld>
            <a:endParaRPr lang="ko-KR" altLang="en-US"/>
          </a:p>
        </p:txBody>
      </p:sp>
    </p:spTree>
    <p:extLst>
      <p:ext uri="{BB962C8B-B14F-4D97-AF65-F5344CB8AC3E}">
        <p14:creationId xmlns:p14="http://schemas.microsoft.com/office/powerpoint/2010/main" val="255933126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72" r:id="rId12"/>
    <p:sldLayoutId id="2147483675" r:id="rId13"/>
    <p:sldLayoutId id="2147483676" r:id="rId14"/>
    <p:sldLayoutId id="2147483678" r:id="rId15"/>
    <p:sldLayoutId id="2147483674" r:id="rId16"/>
    <p:sldLayoutId id="2147483681" r:id="rId17"/>
    <p:sldLayoutId id="2147483684" r:id="rId18"/>
    <p:sldLayoutId id="2147483682" r:id="rId19"/>
    <p:sldLayoutId id="2147483683" r:id="rId20"/>
    <p:sldLayoutId id="2147483686" r:id="rId2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FF1214EF-932F-C63F-A1CF-0BA98203201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a:extLst>
              <a:ext uri="{FF2B5EF4-FFF2-40B4-BE49-F238E27FC236}">
                <a16:creationId xmlns:a16="http://schemas.microsoft.com/office/drawing/2014/main" id="{C95E1B0A-E79E-AA59-A569-8D9F4CB5CDF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편집하려면 클릭</a:t>
            </a:r>
          </a:p>
          <a:p>
            <a:pPr lvl="1"/>
            <a:r>
              <a:rPr lang="ko-KR" altLang="en-US"/>
              <a:t>두 번째 수준</a:t>
            </a:r>
          </a:p>
          <a:p>
            <a:pPr lvl="2"/>
            <a:r>
              <a:rPr lang="ko-KR" altLang="en-US"/>
              <a:t>세 번째 수준</a:t>
            </a:r>
          </a:p>
          <a:p>
            <a:pPr lvl="3"/>
            <a:r>
              <a:rPr lang="ko-KR" altLang="en-US"/>
              <a:t>네 번째 수준</a:t>
            </a:r>
          </a:p>
          <a:p>
            <a:pPr lvl="4"/>
            <a:r>
              <a:rPr lang="ko-KR" altLang="en-US"/>
              <a:t>다섯 번째 수준</a:t>
            </a:r>
          </a:p>
        </p:txBody>
      </p:sp>
      <p:sp>
        <p:nvSpPr>
          <p:cNvPr id="4" name="날짜 개체 틀 3">
            <a:extLst>
              <a:ext uri="{FF2B5EF4-FFF2-40B4-BE49-F238E27FC236}">
                <a16:creationId xmlns:a16="http://schemas.microsoft.com/office/drawing/2014/main" id="{6118CAF7-B323-4D5B-5796-9E1DD35DA4F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ko-KR" altLang="en-US"/>
          </a:p>
        </p:txBody>
      </p:sp>
      <p:sp>
        <p:nvSpPr>
          <p:cNvPr id="5" name="바닥글 개체 틀 4">
            <a:extLst>
              <a:ext uri="{FF2B5EF4-FFF2-40B4-BE49-F238E27FC236}">
                <a16:creationId xmlns:a16="http://schemas.microsoft.com/office/drawing/2014/main" id="{8C5439D7-020C-FA22-2AC9-711797D100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a:extLst>
              <a:ext uri="{FF2B5EF4-FFF2-40B4-BE49-F238E27FC236}">
                <a16:creationId xmlns:a16="http://schemas.microsoft.com/office/drawing/2014/main" id="{B8CC3FF0-6586-5483-0FB8-F5D6506E50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1F2F4F-E54D-40AF-A856-9AD333904922}" type="slidenum">
              <a:rPr lang="ko-KR" altLang="en-US" smtClean="0"/>
              <a:t>‹#›</a:t>
            </a:fld>
            <a:endParaRPr lang="ko-KR" altLang="en-US"/>
          </a:p>
        </p:txBody>
      </p:sp>
    </p:spTree>
    <p:extLst>
      <p:ext uri="{BB962C8B-B14F-4D97-AF65-F5344CB8AC3E}">
        <p14:creationId xmlns:p14="http://schemas.microsoft.com/office/powerpoint/2010/main" val="67253635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18.xml"/><Relationship Id="rId4" Type="http://schemas.openxmlformats.org/officeDocument/2006/relationships/image" Target="../media/image13.svg"/></Relationships>
</file>

<file path=ppt/slides/_rels/slide9.xml.rels><?xml version="1.0" encoding="UTF-8" standalone="yes"?>
<Relationships xmlns="http://schemas.openxmlformats.org/package/2006/relationships"><Relationship Id="rId2" Type="http://schemas.openxmlformats.org/officeDocument/2006/relationships/image" Target="../media/image14.jpg"/><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텍스트 개체 틀 3">
            <a:extLst>
              <a:ext uri="{FF2B5EF4-FFF2-40B4-BE49-F238E27FC236}">
                <a16:creationId xmlns:a16="http://schemas.microsoft.com/office/drawing/2014/main" id="{601CCCAA-8DE2-2067-C56F-164E0D5BA95E}"/>
              </a:ext>
            </a:extLst>
          </p:cNvPr>
          <p:cNvSpPr>
            <a:spLocks noGrp="1"/>
          </p:cNvSpPr>
          <p:nvPr>
            <p:ph type="body" sz="quarter" idx="10"/>
          </p:nvPr>
        </p:nvSpPr>
        <p:spPr/>
        <p:txBody>
          <a:bodyPr>
            <a:normAutofit lnSpcReduction="10000"/>
          </a:bodyPr>
          <a:lstStyle/>
          <a:p>
            <a:endParaRPr lang="ko-KR" altLang="en-US"/>
          </a:p>
        </p:txBody>
      </p:sp>
      <p:sp>
        <p:nvSpPr>
          <p:cNvPr id="5" name="텍스트 개체 틀 4">
            <a:extLst>
              <a:ext uri="{FF2B5EF4-FFF2-40B4-BE49-F238E27FC236}">
                <a16:creationId xmlns:a16="http://schemas.microsoft.com/office/drawing/2014/main" id="{9411EDCA-4E89-64F4-62D0-6343FB1D6441}"/>
              </a:ext>
            </a:extLst>
          </p:cNvPr>
          <p:cNvSpPr>
            <a:spLocks noGrp="1"/>
          </p:cNvSpPr>
          <p:nvPr>
            <p:ph type="body" sz="quarter" idx="11"/>
          </p:nvPr>
        </p:nvSpPr>
        <p:spPr/>
        <p:txBody>
          <a:bodyPr>
            <a:normAutofit lnSpcReduction="10000"/>
          </a:bodyPr>
          <a:lstStyle/>
          <a:p>
            <a:endParaRPr lang="ko-KR" altLang="en-US"/>
          </a:p>
        </p:txBody>
      </p:sp>
      <p:sp>
        <p:nvSpPr>
          <p:cNvPr id="6" name="텍스트 개체 틀 5">
            <a:extLst>
              <a:ext uri="{FF2B5EF4-FFF2-40B4-BE49-F238E27FC236}">
                <a16:creationId xmlns:a16="http://schemas.microsoft.com/office/drawing/2014/main" id="{0423E7E3-010E-45B1-5E79-134B764C4344}"/>
              </a:ext>
            </a:extLst>
          </p:cNvPr>
          <p:cNvSpPr>
            <a:spLocks noGrp="1"/>
          </p:cNvSpPr>
          <p:nvPr>
            <p:ph type="body" sz="quarter" idx="12"/>
          </p:nvPr>
        </p:nvSpPr>
        <p:spPr/>
        <p:txBody>
          <a:bodyPr>
            <a:normAutofit lnSpcReduction="10000"/>
          </a:bodyPr>
          <a:lstStyle/>
          <a:p>
            <a:endParaRPr lang="ko-KR" altLang="en-US"/>
          </a:p>
        </p:txBody>
      </p:sp>
      <p:sp>
        <p:nvSpPr>
          <p:cNvPr id="3" name="제목 2">
            <a:extLst>
              <a:ext uri="{FF2B5EF4-FFF2-40B4-BE49-F238E27FC236}">
                <a16:creationId xmlns:a16="http://schemas.microsoft.com/office/drawing/2014/main" id="{7E2BE1AF-5245-BE21-FB55-2CFAC7DBF0A0}"/>
              </a:ext>
            </a:extLst>
          </p:cNvPr>
          <p:cNvSpPr>
            <a:spLocks noGrp="1"/>
          </p:cNvSpPr>
          <p:nvPr>
            <p:ph type="title"/>
          </p:nvPr>
        </p:nvSpPr>
        <p:spPr/>
        <p:txBody>
          <a:bodyPr/>
          <a:lstStyle/>
          <a:p>
            <a:endParaRPr lang="ko-KR" altLang="en-US"/>
          </a:p>
        </p:txBody>
      </p:sp>
      <p:sp>
        <p:nvSpPr>
          <p:cNvPr id="2" name="슬라이드 번호 개체 틀 1">
            <a:extLst>
              <a:ext uri="{FF2B5EF4-FFF2-40B4-BE49-F238E27FC236}">
                <a16:creationId xmlns:a16="http://schemas.microsoft.com/office/drawing/2014/main" id="{B9458E3B-FE85-E1BD-0215-025AC3FC6009}"/>
              </a:ext>
            </a:extLst>
          </p:cNvPr>
          <p:cNvSpPr>
            <a:spLocks noGrp="1"/>
          </p:cNvSpPr>
          <p:nvPr>
            <p:ph type="sldNum" sz="quarter" idx="4294967295"/>
          </p:nvPr>
        </p:nvSpPr>
        <p:spPr>
          <a:xfrm>
            <a:off x="0" y="6627813"/>
            <a:ext cx="2743200" cy="176212"/>
          </a:xfrm>
        </p:spPr>
        <p:txBody>
          <a:bodyPr/>
          <a:lstStyle/>
          <a:p>
            <a:pPr>
              <a:defRPr/>
            </a:pPr>
            <a:fld id="{B62806C2-251D-4EAE-A304-0BBC0B20DC75}" type="slidenum">
              <a:rPr lang="ko-KR" altLang="en-US" smtClean="0"/>
              <a:pPr>
                <a:defRPr/>
              </a:pPr>
              <a:t>1</a:t>
            </a:fld>
            <a:endParaRPr lang="ko-KR" altLang="en-US" dirty="0"/>
          </a:p>
        </p:txBody>
      </p:sp>
    </p:spTree>
    <p:extLst>
      <p:ext uri="{BB962C8B-B14F-4D97-AF65-F5344CB8AC3E}">
        <p14:creationId xmlns:p14="http://schemas.microsoft.com/office/powerpoint/2010/main" val="287574566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5BD71E70-E002-DA13-1B2F-BC0278FDF27C}"/>
              </a:ext>
            </a:extLst>
          </p:cNvPr>
          <p:cNvGraphicFramePr>
            <a:graphicFrameLocks noGrp="1"/>
          </p:cNvGraphicFramePr>
          <p:nvPr>
            <p:extLst>
              <p:ext uri="{D42A27DB-BD31-4B8C-83A1-F6EECF244321}">
                <p14:modId xmlns:p14="http://schemas.microsoft.com/office/powerpoint/2010/main" val="2181701197"/>
              </p:ext>
            </p:extLst>
          </p:nvPr>
        </p:nvGraphicFramePr>
        <p:xfrm>
          <a:off x="1493839" y="565150"/>
          <a:ext cx="9291637" cy="5692764"/>
        </p:xfrm>
        <a:graphic>
          <a:graphicData uri="http://schemas.openxmlformats.org/drawingml/2006/table">
            <a:tbl>
              <a:tblPr firstRow="1" bandRow="1">
                <a:tableStyleId>{5940675A-B579-460E-94D1-54222C63F5DA}</a:tableStyleId>
              </a:tblPr>
              <a:tblGrid>
                <a:gridCol w="863208">
                  <a:extLst>
                    <a:ext uri="{9D8B030D-6E8A-4147-A177-3AD203B41FA5}">
                      <a16:colId xmlns:a16="http://schemas.microsoft.com/office/drawing/2014/main" val="20000"/>
                    </a:ext>
                  </a:extLst>
                </a:gridCol>
                <a:gridCol w="1424044">
                  <a:extLst>
                    <a:ext uri="{9D8B030D-6E8A-4147-A177-3AD203B41FA5}">
                      <a16:colId xmlns:a16="http://schemas.microsoft.com/office/drawing/2014/main" val="20001"/>
                    </a:ext>
                  </a:extLst>
                </a:gridCol>
                <a:gridCol w="4926819">
                  <a:extLst>
                    <a:ext uri="{9D8B030D-6E8A-4147-A177-3AD203B41FA5}">
                      <a16:colId xmlns:a16="http://schemas.microsoft.com/office/drawing/2014/main" val="20002"/>
                    </a:ext>
                  </a:extLst>
                </a:gridCol>
                <a:gridCol w="1106286">
                  <a:extLst>
                    <a:ext uri="{9D8B030D-6E8A-4147-A177-3AD203B41FA5}">
                      <a16:colId xmlns:a16="http://schemas.microsoft.com/office/drawing/2014/main" val="20003"/>
                    </a:ext>
                  </a:extLst>
                </a:gridCol>
                <a:gridCol w="971280">
                  <a:extLst>
                    <a:ext uri="{9D8B030D-6E8A-4147-A177-3AD203B41FA5}">
                      <a16:colId xmlns:a16="http://schemas.microsoft.com/office/drawing/2014/main" val="20004"/>
                    </a:ext>
                  </a:extLst>
                </a:gridCol>
              </a:tblGrid>
              <a:tr h="274334">
                <a:tc gridSpan="5">
                  <a:txBody>
                    <a:bodyPr/>
                    <a:lstStyle/>
                    <a:p>
                      <a:pPr algn="ctr" latinLnBrk="1"/>
                      <a:r>
                        <a:rPr lang="ko-KR" altLang="en-US" sz="1200" b="1" noProof="1">
                          <a:solidFill>
                            <a:srgbClr val="080808"/>
                          </a:solidFill>
                          <a:latin typeface="맑은 고딕" panose="020B0503020000020004" pitchFamily="50" charset="-127"/>
                          <a:ea typeface="맑은 고딕" panose="020B0503020000020004" pitchFamily="50" charset="-127"/>
                        </a:rPr>
                        <a:t>문서 개정 이력표</a:t>
                      </a:r>
                    </a:p>
                  </a:txBody>
                  <a:tcPr marL="91439" marR="91439" marT="45722" marB="45722" anchor="ctr">
                    <a:solidFill>
                      <a:schemeClr val="bg1">
                        <a:lumMod val="85000"/>
                      </a:schemeClr>
                    </a:solidFill>
                  </a:tcPr>
                </a:tc>
                <a:tc hMerge="1">
                  <a:txBody>
                    <a:bodyPr/>
                    <a:lstStyle/>
                    <a:p>
                      <a:pPr algn="ctr" latinLnBrk="1"/>
                      <a:endParaRPr lang="ko-KR" altLang="en-US" sz="1200" b="1" dirty="0">
                        <a:solidFill>
                          <a:srgbClr val="080808"/>
                        </a:solidFill>
                      </a:endParaRPr>
                    </a:p>
                  </a:txBody>
                  <a:tcPr>
                    <a:solidFill>
                      <a:srgbClr val="CCCCCC"/>
                    </a:solidFill>
                  </a:tcPr>
                </a:tc>
                <a:tc hMerge="1">
                  <a:txBody>
                    <a:bodyPr/>
                    <a:lstStyle/>
                    <a:p>
                      <a:pPr algn="ctr" latinLnBrk="1"/>
                      <a:endParaRPr lang="ko-KR" altLang="en-US" sz="1200" b="1" dirty="0">
                        <a:solidFill>
                          <a:srgbClr val="080808"/>
                        </a:solidFill>
                      </a:endParaRPr>
                    </a:p>
                  </a:txBody>
                  <a:tcPr>
                    <a:solidFill>
                      <a:srgbClr val="CCCCCC"/>
                    </a:solidFill>
                  </a:tcPr>
                </a:tc>
                <a:tc hMerge="1">
                  <a:txBody>
                    <a:bodyPr/>
                    <a:lstStyle/>
                    <a:p>
                      <a:pPr algn="ctr" latinLnBrk="1"/>
                      <a:endParaRPr lang="ko-KR" altLang="en-US" sz="1200" b="1" dirty="0">
                        <a:solidFill>
                          <a:srgbClr val="080808"/>
                        </a:solidFill>
                      </a:endParaRPr>
                    </a:p>
                  </a:txBody>
                  <a:tcPr>
                    <a:solidFill>
                      <a:srgbClr val="CCCCCC"/>
                    </a:solidFill>
                  </a:tcPr>
                </a:tc>
                <a:tc hMerge="1">
                  <a:txBody>
                    <a:bodyPr/>
                    <a:lstStyle/>
                    <a:p>
                      <a:pPr algn="ctr" latinLnBrk="1"/>
                      <a:endParaRPr lang="ko-KR" altLang="en-US" sz="1200" b="1" dirty="0">
                        <a:solidFill>
                          <a:srgbClr val="080808"/>
                        </a:solidFill>
                      </a:endParaRPr>
                    </a:p>
                  </a:txBody>
                  <a:tcPr>
                    <a:solidFill>
                      <a:srgbClr val="CCCCCC"/>
                    </a:solidFill>
                  </a:tcPr>
                </a:tc>
                <a:extLst>
                  <a:ext uri="{0D108BD9-81ED-4DB2-BD59-A6C34878D82A}">
                    <a16:rowId xmlns:a16="http://schemas.microsoft.com/office/drawing/2014/main" val="10000"/>
                  </a:ext>
                </a:extLst>
              </a:tr>
              <a:tr h="271561">
                <a:tc>
                  <a:txBody>
                    <a:bodyPr/>
                    <a:lstStyle/>
                    <a:p>
                      <a:pPr algn="ctr" latinLnBrk="1"/>
                      <a:r>
                        <a:rPr lang="ko-KR" altLang="en-US" sz="1200" b="1" dirty="0">
                          <a:solidFill>
                            <a:srgbClr val="080808"/>
                          </a:solidFill>
                          <a:latin typeface="맑은 고딕" panose="020B0503020000020004" pitchFamily="50" charset="-127"/>
                          <a:ea typeface="맑은 고딕" panose="020B0503020000020004" pitchFamily="50" charset="-127"/>
                        </a:rPr>
                        <a:t>버전</a:t>
                      </a:r>
                    </a:p>
                  </a:txBody>
                  <a:tcPr marL="91439" marR="91439" marT="45722" marB="45722" anchor="ctr">
                    <a:solidFill>
                      <a:schemeClr val="bg1">
                        <a:lumMod val="85000"/>
                      </a:schemeClr>
                    </a:solidFill>
                  </a:tcPr>
                </a:tc>
                <a:tc>
                  <a:txBody>
                    <a:bodyPr/>
                    <a:lstStyle/>
                    <a:p>
                      <a:pPr algn="ctr" latinLnBrk="1"/>
                      <a:r>
                        <a:rPr lang="ko-KR" altLang="en-US" sz="1200" b="1" dirty="0">
                          <a:solidFill>
                            <a:srgbClr val="080808"/>
                          </a:solidFill>
                          <a:latin typeface="맑은 고딕" panose="020B0503020000020004" pitchFamily="50" charset="-127"/>
                          <a:ea typeface="맑은 고딕" panose="020B0503020000020004" pitchFamily="50" charset="-127"/>
                        </a:rPr>
                        <a:t>날짜</a:t>
                      </a:r>
                    </a:p>
                  </a:txBody>
                  <a:tcPr marL="91439" marR="91439" marT="45722" marB="45722" anchor="ctr">
                    <a:solidFill>
                      <a:schemeClr val="bg1">
                        <a:lumMod val="85000"/>
                      </a:schemeClr>
                    </a:solidFill>
                  </a:tcPr>
                </a:tc>
                <a:tc>
                  <a:txBody>
                    <a:bodyPr/>
                    <a:lstStyle/>
                    <a:p>
                      <a:pPr algn="ctr" latinLnBrk="1"/>
                      <a:r>
                        <a:rPr lang="ko-KR" altLang="en-US" sz="1200" b="1" dirty="0">
                          <a:solidFill>
                            <a:srgbClr val="080808"/>
                          </a:solidFill>
                          <a:latin typeface="맑은 고딕" panose="020B0503020000020004" pitchFamily="50" charset="-127"/>
                          <a:ea typeface="맑은 고딕" panose="020B0503020000020004" pitchFamily="50" charset="-127"/>
                        </a:rPr>
                        <a:t>내용</a:t>
                      </a:r>
                    </a:p>
                  </a:txBody>
                  <a:tcPr marL="91439" marR="91439" marT="45722" marB="45722" anchor="ctr">
                    <a:solidFill>
                      <a:schemeClr val="bg1">
                        <a:lumMod val="85000"/>
                      </a:schemeClr>
                    </a:solidFill>
                  </a:tcPr>
                </a:tc>
                <a:tc>
                  <a:txBody>
                    <a:bodyPr/>
                    <a:lstStyle/>
                    <a:p>
                      <a:pPr algn="ctr" latinLnBrk="1"/>
                      <a:r>
                        <a:rPr lang="ko-KR" altLang="en-US" sz="1200" b="1" dirty="0">
                          <a:solidFill>
                            <a:srgbClr val="080808"/>
                          </a:solidFill>
                          <a:latin typeface="맑은 고딕" panose="020B0503020000020004" pitchFamily="50" charset="-127"/>
                          <a:ea typeface="맑은 고딕" panose="020B0503020000020004" pitchFamily="50" charset="-127"/>
                        </a:rPr>
                        <a:t>작성자</a:t>
                      </a:r>
                    </a:p>
                  </a:txBody>
                  <a:tcPr marL="91439" marR="91439" marT="45722" marB="45722" anchor="ctr">
                    <a:solidFill>
                      <a:schemeClr val="bg1">
                        <a:lumMod val="85000"/>
                      </a:schemeClr>
                    </a:solidFill>
                  </a:tcPr>
                </a:tc>
                <a:tc>
                  <a:txBody>
                    <a:bodyPr/>
                    <a:lstStyle/>
                    <a:p>
                      <a:pPr algn="ctr" latinLnBrk="1"/>
                      <a:r>
                        <a:rPr lang="ko-KR" altLang="en-US" sz="1200" b="1" dirty="0">
                          <a:solidFill>
                            <a:srgbClr val="080808"/>
                          </a:solidFill>
                          <a:latin typeface="맑은 고딕" panose="020B0503020000020004" pitchFamily="50" charset="-127"/>
                          <a:ea typeface="맑은 고딕" panose="020B0503020000020004" pitchFamily="50" charset="-127"/>
                        </a:rPr>
                        <a:t>승인자</a:t>
                      </a:r>
                    </a:p>
                  </a:txBody>
                  <a:tcPr marL="91439" marR="91439" marT="45722" marB="45722" anchor="ctr">
                    <a:solidFill>
                      <a:schemeClr val="bg1">
                        <a:lumMod val="85000"/>
                      </a:schemeClr>
                    </a:solidFill>
                  </a:tcPr>
                </a:tc>
                <a:extLst>
                  <a:ext uri="{0D108BD9-81ED-4DB2-BD59-A6C34878D82A}">
                    <a16:rowId xmlns:a16="http://schemas.microsoft.com/office/drawing/2014/main" val="10001"/>
                  </a:ext>
                </a:extLst>
              </a:tr>
              <a:tr h="288363">
                <a:tc>
                  <a:txBody>
                    <a:bodyPr/>
                    <a:lstStyle/>
                    <a:p>
                      <a:pPr marL="0" marR="0" indent="0" algn="ctr" fontAlgn="base" latinLnBrk="0">
                        <a:lnSpc>
                          <a:spcPct val="160000"/>
                        </a:lnSpc>
                        <a:spcBef>
                          <a:spcPts val="0"/>
                        </a:spcBef>
                        <a:spcAft>
                          <a:spcPts val="0"/>
                        </a:spcAft>
                      </a:pPr>
                      <a:endParaRPr 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l" fontAlgn="base" latinLnBrk="0">
                        <a:lnSpc>
                          <a:spcPct val="160000"/>
                        </a:lnSpc>
                        <a:spcBef>
                          <a:spcPts val="0"/>
                        </a:spcBef>
                        <a:spcAft>
                          <a:spcPts val="0"/>
                        </a:spcAft>
                      </a:pPr>
                      <a:endParaRPr lang="ko-KR" altLang="en-US" sz="1200" kern="0" spc="0" dirty="0">
                        <a:solidFill>
                          <a:srgbClr val="000000"/>
                        </a:solidFill>
                        <a:effectLst/>
                        <a:latin typeface="함초롬바탕" panose="02030604000101010101" pitchFamily="18" charset="-127"/>
                        <a:ea typeface="맑은 고딕" panose="020B0503020000020004" pitchFamily="50" charset="-127"/>
                      </a:endParaRPr>
                    </a:p>
                  </a:txBody>
                  <a:tcPr marL="64770" marR="64770" marT="17908" marB="17908" anchor="ctr">
                    <a:noFill/>
                  </a:tcPr>
                </a:tc>
                <a:tc>
                  <a:txBody>
                    <a:bodyPr/>
                    <a:lstStyle/>
                    <a:p>
                      <a:pPr marL="0" marR="0" indent="0" algn="ctr" fontAlgn="base" latinLnBrk="0">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extLst>
                  <a:ext uri="{0D108BD9-81ED-4DB2-BD59-A6C34878D82A}">
                    <a16:rowId xmlns:a16="http://schemas.microsoft.com/office/drawing/2014/main" val="10002"/>
                  </a:ext>
                </a:extLst>
              </a:tr>
              <a:tr h="288363">
                <a:tc>
                  <a:txBody>
                    <a:bodyPr/>
                    <a:lstStyle/>
                    <a:p>
                      <a:pPr marL="0" marR="0" indent="0" algn="ctr" fontAlgn="base" latinLnBrk="0">
                        <a:lnSpc>
                          <a:spcPct val="160000"/>
                        </a:lnSpc>
                        <a:spcBef>
                          <a:spcPts val="0"/>
                        </a:spcBef>
                        <a:spcAft>
                          <a:spcPts val="0"/>
                        </a:spcAft>
                      </a:pPr>
                      <a:endParaRPr 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l" fontAlgn="b" latinLnBrk="0">
                        <a:lnSpc>
                          <a:spcPct val="100000"/>
                        </a:lnSpc>
                        <a:spcBef>
                          <a:spcPts val="0"/>
                        </a:spcBef>
                        <a:spcAft>
                          <a:spcPts val="0"/>
                        </a:spcAft>
                      </a:pPr>
                      <a:endParaRPr lang="ko-KR" altLang="en-US" sz="1600" kern="0" spc="0" dirty="0">
                        <a:solidFill>
                          <a:srgbClr val="000000"/>
                        </a:solidFill>
                        <a:effectLst/>
                        <a:latin typeface="맑은 고딕" panose="020B0503020000020004" pitchFamily="50"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extLst>
                  <a:ext uri="{0D108BD9-81ED-4DB2-BD59-A6C34878D82A}">
                    <a16:rowId xmlns:a16="http://schemas.microsoft.com/office/drawing/2014/main" val="10003"/>
                  </a:ext>
                </a:extLst>
              </a:tr>
              <a:tr h="288363">
                <a:tc>
                  <a:txBody>
                    <a:bodyPr/>
                    <a:lstStyle/>
                    <a:p>
                      <a:pPr marL="0" marR="0" indent="0" algn="ctr" fontAlgn="base" latinLnBrk="0">
                        <a:lnSpc>
                          <a:spcPct val="160000"/>
                        </a:lnSpc>
                        <a:spcBef>
                          <a:spcPts val="0"/>
                        </a:spcBef>
                        <a:spcAft>
                          <a:spcPts val="0"/>
                        </a:spcAft>
                      </a:pPr>
                      <a:endParaRPr 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l" fontAlgn="b" latinLnBrk="0">
                        <a:lnSpc>
                          <a:spcPct val="100000"/>
                        </a:lnSpc>
                        <a:spcBef>
                          <a:spcPts val="0"/>
                        </a:spcBef>
                        <a:spcAft>
                          <a:spcPts val="0"/>
                        </a:spcAft>
                      </a:pPr>
                      <a:endParaRPr lang="ko-KR" altLang="en-US" sz="1100" kern="0" spc="0" dirty="0">
                        <a:solidFill>
                          <a:srgbClr val="000000"/>
                        </a:solidFill>
                        <a:effectLst/>
                        <a:latin typeface="맑은 고딕" panose="020B0503020000020004" pitchFamily="50"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extLst>
                  <a:ext uri="{0D108BD9-81ED-4DB2-BD59-A6C34878D82A}">
                    <a16:rowId xmlns:a16="http://schemas.microsoft.com/office/drawing/2014/main" val="10004"/>
                  </a:ext>
                </a:extLst>
              </a:tr>
              <a:tr h="288363">
                <a:tc>
                  <a:txBody>
                    <a:bodyPr/>
                    <a:lstStyle/>
                    <a:p>
                      <a:pPr marL="0" marR="0" indent="0" algn="ctr" fontAlgn="base" latinLnBrk="0">
                        <a:lnSpc>
                          <a:spcPct val="160000"/>
                        </a:lnSpc>
                        <a:spcBef>
                          <a:spcPts val="0"/>
                        </a:spcBef>
                        <a:spcAft>
                          <a:spcPts val="0"/>
                        </a:spcAft>
                      </a:pPr>
                      <a:endParaRPr 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l" fontAlgn="b" latinLnBrk="0">
                        <a:lnSpc>
                          <a:spcPct val="100000"/>
                        </a:lnSpc>
                        <a:spcBef>
                          <a:spcPts val="0"/>
                        </a:spcBef>
                        <a:spcAft>
                          <a:spcPts val="0"/>
                        </a:spcAft>
                      </a:pPr>
                      <a:endParaRPr lang="ko-KR" altLang="en-US" sz="1100" kern="0" spc="0" dirty="0">
                        <a:solidFill>
                          <a:srgbClr val="000000"/>
                        </a:solidFill>
                        <a:effectLst/>
                        <a:latin typeface="맑은 고딕" panose="020B0503020000020004" pitchFamily="50"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a:solidFill>
                          <a:srgbClr val="000000"/>
                        </a:solidFill>
                        <a:effectLst/>
                        <a:latin typeface="함초롬바탕" panose="02030604000101010101" pitchFamily="18" charset="-127"/>
                      </a:endParaRPr>
                    </a:p>
                  </a:txBody>
                  <a:tcPr marL="64770" marR="64770" marT="17908" marB="17908" anchor="ctr">
                    <a:noFill/>
                  </a:tcPr>
                </a:tc>
                <a:extLst>
                  <a:ext uri="{0D108BD9-81ED-4DB2-BD59-A6C34878D82A}">
                    <a16:rowId xmlns:a16="http://schemas.microsoft.com/office/drawing/2014/main" val="10005"/>
                  </a:ext>
                </a:extLst>
              </a:tr>
              <a:tr h="288363">
                <a:tc>
                  <a:txBody>
                    <a:bodyPr/>
                    <a:lstStyle/>
                    <a:p>
                      <a:pPr marL="0" marR="0" indent="0" algn="ctr" fontAlgn="base" latinLnBrk="0">
                        <a:lnSpc>
                          <a:spcPct val="160000"/>
                        </a:lnSpc>
                        <a:spcBef>
                          <a:spcPts val="0"/>
                        </a:spcBef>
                        <a:spcAft>
                          <a:spcPts val="0"/>
                        </a:spcAft>
                      </a:pPr>
                      <a:endParaRPr 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l" fontAlgn="b" latinLnBrk="0">
                        <a:lnSpc>
                          <a:spcPct val="100000"/>
                        </a:lnSpc>
                        <a:spcBef>
                          <a:spcPts val="0"/>
                        </a:spcBef>
                        <a:spcAft>
                          <a:spcPts val="0"/>
                        </a:spcAft>
                      </a:pPr>
                      <a:endParaRPr lang="ko-KR" altLang="en-US" sz="1100" kern="0" spc="0" dirty="0">
                        <a:solidFill>
                          <a:srgbClr val="000000"/>
                        </a:solidFill>
                        <a:effectLst/>
                        <a:latin typeface="맑은 고딕" panose="020B0503020000020004" pitchFamily="50"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a:solidFill>
                          <a:srgbClr val="000000"/>
                        </a:solidFill>
                        <a:effectLst/>
                        <a:latin typeface="함초롬바탕" panose="02030604000101010101" pitchFamily="18" charset="-127"/>
                      </a:endParaRPr>
                    </a:p>
                  </a:txBody>
                  <a:tcPr marL="64770" marR="64770" marT="17908" marB="17908" anchor="ctr">
                    <a:noFill/>
                  </a:tcPr>
                </a:tc>
                <a:extLst>
                  <a:ext uri="{0D108BD9-81ED-4DB2-BD59-A6C34878D82A}">
                    <a16:rowId xmlns:a16="http://schemas.microsoft.com/office/drawing/2014/main" val="10006"/>
                  </a:ext>
                </a:extLst>
              </a:tr>
              <a:tr h="288363">
                <a:tc>
                  <a:txBody>
                    <a:bodyPr/>
                    <a:lstStyle/>
                    <a:p>
                      <a:pPr marL="0" marR="0" indent="0" algn="ctr" fontAlgn="base" latinLnBrk="0">
                        <a:lnSpc>
                          <a:spcPct val="160000"/>
                        </a:lnSpc>
                        <a:spcBef>
                          <a:spcPts val="0"/>
                        </a:spcBef>
                        <a:spcAft>
                          <a:spcPts val="0"/>
                        </a:spcAft>
                      </a:pPr>
                      <a:endParaRPr 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en-US" sz="1000" kern="0" spc="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l" fontAlgn="b" latinLnBrk="0">
                        <a:lnSpc>
                          <a:spcPct val="100000"/>
                        </a:lnSpc>
                        <a:spcBef>
                          <a:spcPts val="0"/>
                        </a:spcBef>
                        <a:spcAft>
                          <a:spcPts val="0"/>
                        </a:spcAft>
                      </a:pPr>
                      <a:endParaRPr lang="ko-KR" altLang="en-US" sz="1100" kern="0" spc="0" dirty="0">
                        <a:solidFill>
                          <a:srgbClr val="000000"/>
                        </a:solidFill>
                        <a:effectLst/>
                        <a:latin typeface="맑은 고딕" panose="020B0503020000020004" pitchFamily="50"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tc>
                  <a:txBody>
                    <a:bodyPr/>
                    <a:lstStyle/>
                    <a:p>
                      <a:pPr marL="0" marR="0" indent="0" algn="ctr" fontAlgn="base" latinLnBrk="1">
                        <a:lnSpc>
                          <a:spcPct val="160000"/>
                        </a:lnSpc>
                        <a:spcBef>
                          <a:spcPts val="0"/>
                        </a:spcBef>
                        <a:spcAft>
                          <a:spcPts val="0"/>
                        </a:spcAft>
                      </a:pPr>
                      <a:endParaRPr lang="ko-KR" altLang="en-US" sz="1000" kern="0" spc="0" dirty="0">
                        <a:solidFill>
                          <a:srgbClr val="000000"/>
                        </a:solidFill>
                        <a:effectLst/>
                        <a:latin typeface="함초롬바탕" panose="02030604000101010101" pitchFamily="18" charset="-127"/>
                      </a:endParaRPr>
                    </a:p>
                  </a:txBody>
                  <a:tcPr marL="64770" marR="64770" marT="17908" marB="17908" anchor="ctr">
                    <a:noFill/>
                  </a:tcPr>
                </a:tc>
                <a:extLst>
                  <a:ext uri="{0D108BD9-81ED-4DB2-BD59-A6C34878D82A}">
                    <a16:rowId xmlns:a16="http://schemas.microsoft.com/office/drawing/2014/main" val="10007"/>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tc>
                  <a:txBody>
                    <a:bodyPr/>
                    <a:lstStyle/>
                    <a:p>
                      <a:pPr algn="ctr" fontAlgn="ctr"/>
                      <a:endParaRPr lang="ko-KR" altLang="en-US" sz="1000" b="0" i="0" u="none" strike="noStrike" noProof="1">
                        <a:solidFill>
                          <a:srgbClr val="000000"/>
                        </a:solidFill>
                        <a:effectLst/>
                        <a:latin typeface="맑은 고딕" panose="020B0503020000020004" pitchFamily="50" charset="-127"/>
                        <a:ea typeface="맑은 고딕" panose="020B0503020000020004" pitchFamily="50" charset="-127"/>
                      </a:endParaRPr>
                    </a:p>
                  </a:txBody>
                  <a:tcPr marT="45721" marB="45721">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extLst>
                  <a:ext uri="{0D108BD9-81ED-4DB2-BD59-A6C34878D82A}">
                    <a16:rowId xmlns:a16="http://schemas.microsoft.com/office/drawing/2014/main" val="10008"/>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tc>
                  <a:txBody>
                    <a:bodyPr/>
                    <a:lstStyle/>
                    <a:p>
                      <a:pPr algn="ctr" fontAlgn="ctr"/>
                      <a:endParaRPr lang="ko-KR" altLang="en-US" sz="1000" b="0" i="0" u="none" strike="noStrike" noProof="1">
                        <a:solidFill>
                          <a:srgbClr val="000000"/>
                        </a:solidFill>
                        <a:effectLst/>
                        <a:latin typeface="맑은 고딕" panose="020B0503020000020004" pitchFamily="50" charset="-127"/>
                        <a:ea typeface="맑은 고딕" panose="020B0503020000020004" pitchFamily="50" charset="-127"/>
                      </a:endParaRPr>
                    </a:p>
                  </a:txBody>
                  <a:tcPr marT="45721" marB="45721">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T="45721" marB="45721">
                    <a:noFill/>
                  </a:tcPr>
                </a:tc>
                <a:extLst>
                  <a:ext uri="{0D108BD9-81ED-4DB2-BD59-A6C34878D82A}">
                    <a16:rowId xmlns:a16="http://schemas.microsoft.com/office/drawing/2014/main" val="10009"/>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0"/>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1"/>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2"/>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3"/>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4"/>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5"/>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6"/>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7"/>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8"/>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19"/>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20"/>
                  </a:ext>
                </a:extLst>
              </a:tr>
              <a:tr h="243852">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l"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tc>
                  <a:txBody>
                    <a:bodyPr/>
                    <a:lstStyle/>
                    <a:p>
                      <a:pPr algn="ctr" latinLnBrk="1"/>
                      <a:endParaRPr lang="ko-KR" altLang="en-US" sz="1000" b="0" dirty="0">
                        <a:solidFill>
                          <a:srgbClr val="080808"/>
                        </a:solidFill>
                        <a:latin typeface="맑은 고딕" panose="020B0503020000020004" pitchFamily="50" charset="-127"/>
                        <a:ea typeface="맑은 고딕" panose="020B0503020000020004" pitchFamily="50" charset="-127"/>
                      </a:endParaRPr>
                    </a:p>
                  </a:txBody>
                  <a:tcPr marL="91439" marR="91439" marT="45722" marB="45722">
                    <a:noFill/>
                  </a:tcPr>
                </a:tc>
                <a:extLst>
                  <a:ext uri="{0D108BD9-81ED-4DB2-BD59-A6C34878D82A}">
                    <a16:rowId xmlns:a16="http://schemas.microsoft.com/office/drawing/2014/main" val="10021"/>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 name="그림 25">
            <a:extLst>
              <a:ext uri="{FF2B5EF4-FFF2-40B4-BE49-F238E27FC236}">
                <a16:creationId xmlns:a16="http://schemas.microsoft.com/office/drawing/2014/main" id="{AE8E65BA-F854-71A7-686E-D196862C138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4356" y="1160417"/>
            <a:ext cx="2579964" cy="5124683"/>
          </a:xfrm>
          <a:prstGeom prst="rect">
            <a:avLst/>
          </a:prstGeom>
          <a:ln>
            <a:solidFill>
              <a:schemeClr val="tx1"/>
            </a:solidFill>
          </a:ln>
        </p:spPr>
      </p:pic>
      <p:sp>
        <p:nvSpPr>
          <p:cNvPr id="5" name="직사각형 4">
            <a:extLst>
              <a:ext uri="{FF2B5EF4-FFF2-40B4-BE49-F238E27FC236}">
                <a16:creationId xmlns:a16="http://schemas.microsoft.com/office/drawing/2014/main" id="{1B676111-9294-B048-F06E-7BDD8D57141E}"/>
              </a:ext>
            </a:extLst>
          </p:cNvPr>
          <p:cNvSpPr/>
          <p:nvPr/>
        </p:nvSpPr>
        <p:spPr>
          <a:xfrm>
            <a:off x="1187105" y="1634265"/>
            <a:ext cx="1999467" cy="4317527"/>
          </a:xfrm>
          <a:prstGeom prst="rect">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텍스트 개체 틀 27">
            <a:extLst>
              <a:ext uri="{FF2B5EF4-FFF2-40B4-BE49-F238E27FC236}">
                <a16:creationId xmlns:a16="http://schemas.microsoft.com/office/drawing/2014/main" id="{50D28FE6-B23B-4E4A-B868-647A6EC72A97}"/>
              </a:ext>
            </a:extLst>
          </p:cNvPr>
          <p:cNvSpPr>
            <a:spLocks noGrp="1"/>
          </p:cNvSpPr>
          <p:nvPr>
            <p:ph type="body" sz="quarter" idx="13"/>
          </p:nvPr>
        </p:nvSpPr>
        <p:spPr/>
        <p:txBody>
          <a:bodyPr/>
          <a:lstStyle/>
          <a:p>
            <a:r>
              <a:rPr lang="ko-KR" altLang="en-US"/>
              <a:t>근처 찾기</a:t>
            </a:r>
            <a:endParaRPr lang="ko-KR" altLang="en-US" dirty="0"/>
          </a:p>
        </p:txBody>
      </p:sp>
      <p:sp>
        <p:nvSpPr>
          <p:cNvPr id="2" name="텍스트 개체 틀 1">
            <a:extLst>
              <a:ext uri="{FF2B5EF4-FFF2-40B4-BE49-F238E27FC236}">
                <a16:creationId xmlns:a16="http://schemas.microsoft.com/office/drawing/2014/main" id="{4BD9C94C-E490-5726-773D-0962023DCDF2}"/>
              </a:ext>
            </a:extLst>
          </p:cNvPr>
          <p:cNvSpPr>
            <a:spLocks noGrp="1"/>
          </p:cNvSpPr>
          <p:nvPr>
            <p:ph type="body" sz="quarter" idx="16"/>
          </p:nvPr>
        </p:nvSpPr>
        <p:spPr/>
        <p:txBody>
          <a:bodyPr/>
          <a:lstStyle/>
          <a:p>
            <a:endParaRPr lang="ko-KR" altLang="en-US" dirty="0"/>
          </a:p>
        </p:txBody>
      </p:sp>
      <p:pic>
        <p:nvPicPr>
          <p:cNvPr id="3" name="그림 2">
            <a:extLst>
              <a:ext uri="{FF2B5EF4-FFF2-40B4-BE49-F238E27FC236}">
                <a16:creationId xmlns:a16="http://schemas.microsoft.com/office/drawing/2014/main" id="{7D3650DA-0D37-837D-1AE1-A89EBD351878}"/>
              </a:ext>
            </a:extLst>
          </p:cNvPr>
          <p:cNvPicPr>
            <a:picLocks noChangeAspect="1"/>
          </p:cNvPicPr>
          <p:nvPr/>
        </p:nvPicPr>
        <p:blipFill rotWithShape="1">
          <a:blip r:embed="rId3">
            <a:extLst>
              <a:ext uri="{28A0092B-C50C-407E-A947-70E740481C1C}">
                <a14:useLocalDpi xmlns:a14="http://schemas.microsoft.com/office/drawing/2010/main" val="0"/>
              </a:ext>
            </a:extLst>
          </a:blip>
          <a:srcRect b="47524"/>
          <a:stretch/>
        </p:blipFill>
        <p:spPr>
          <a:xfrm>
            <a:off x="1187247" y="1624740"/>
            <a:ext cx="1997241" cy="1590927"/>
          </a:xfrm>
          <a:prstGeom prst="rect">
            <a:avLst/>
          </a:prstGeom>
          <a:ln>
            <a:solidFill>
              <a:schemeClr val="tx1"/>
            </a:solidFill>
          </a:ln>
        </p:spPr>
      </p:pic>
      <p:sp>
        <p:nvSpPr>
          <p:cNvPr id="18" name="텍스트 개체 틀 29">
            <a:extLst>
              <a:ext uri="{FF2B5EF4-FFF2-40B4-BE49-F238E27FC236}">
                <a16:creationId xmlns:a16="http://schemas.microsoft.com/office/drawing/2014/main" id="{7726CD00-0B3F-493D-BD13-EDD0BC13E144}"/>
              </a:ext>
            </a:extLst>
          </p:cNvPr>
          <p:cNvSpPr txBox="1">
            <a:spLocks/>
          </p:cNvSpPr>
          <p:nvPr/>
        </p:nvSpPr>
        <p:spPr>
          <a:xfrm>
            <a:off x="8016239" y="218903"/>
            <a:ext cx="1239552" cy="166861"/>
          </a:xfrm>
          <a:prstGeom prst="rect">
            <a:avLst/>
          </a:prstGeom>
        </p:spPr>
        <p:txBody>
          <a:bodyPr vert="horz" lIns="91440" tIns="45720" rIns="91440" bIns="45720" rtlCol="0" anchor="ctr">
            <a:noAutofit/>
          </a:bodyPr>
          <a:lstStyle>
            <a:lvl1pPr marL="0" indent="0" algn="ctr" defTabSz="914400" rtl="0" eaLnBrk="1" latinLnBrk="1" hangingPunct="1">
              <a:lnSpc>
                <a:spcPct val="90000"/>
              </a:lnSpc>
              <a:spcBef>
                <a:spcPts val="1000"/>
              </a:spcBef>
              <a:buFont typeface="Arial" panose="020B0604020202020204" pitchFamily="34" charset="0"/>
              <a:buNone/>
              <a:defRPr sz="1000" b="0" kern="1200">
                <a:solidFill>
                  <a:schemeClr val="tx1"/>
                </a:solidFill>
                <a:latin typeface="+mj-lt"/>
                <a:ea typeface="+mn-ea"/>
                <a:cs typeface="+mn-cs"/>
              </a:defRPr>
            </a:lvl1pPr>
            <a:lvl2pPr marL="457200" indent="0" algn="l" defTabSz="914400" rtl="0" eaLnBrk="1" latinLnBrk="1" hangingPunct="1">
              <a:lnSpc>
                <a:spcPct val="90000"/>
              </a:lnSpc>
              <a:spcBef>
                <a:spcPts val="500"/>
              </a:spcBef>
              <a:buFont typeface="Arial" panose="020B0604020202020204" pitchFamily="34" charset="0"/>
              <a:buNone/>
              <a:defRPr sz="2000" b="1" kern="1200">
                <a:solidFill>
                  <a:schemeClr val="tx1"/>
                </a:solidFill>
                <a:latin typeface="+mn-lt"/>
                <a:ea typeface="+mn-ea"/>
                <a:cs typeface="+mn-cs"/>
              </a:defRPr>
            </a:lvl2pPr>
            <a:lvl3pPr marL="914400" indent="0" algn="l" defTabSz="914400" rtl="0" eaLnBrk="1" latinLnBrk="1" hangingPunct="1">
              <a:lnSpc>
                <a:spcPct val="90000"/>
              </a:lnSpc>
              <a:spcBef>
                <a:spcPts val="500"/>
              </a:spcBef>
              <a:buFont typeface="Arial" panose="020B0604020202020204" pitchFamily="34" charset="0"/>
              <a:buNone/>
              <a:defRPr sz="1800" b="1" kern="1200">
                <a:solidFill>
                  <a:schemeClr val="tx1"/>
                </a:solidFill>
                <a:latin typeface="+mn-lt"/>
                <a:ea typeface="+mn-ea"/>
                <a:cs typeface="+mn-cs"/>
              </a:defRPr>
            </a:lvl3pPr>
            <a:lvl4pPr marL="1371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4pPr>
            <a:lvl5pPr marL="18288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5pPr>
            <a:lvl6pPr marL="22860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6pPr>
            <a:lvl7pPr marL="27432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7pPr>
            <a:lvl8pPr marL="32004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8pPr>
            <a:lvl9pPr marL="3657600" indent="0" algn="l" defTabSz="914400" rtl="0" eaLnBrk="1" latinLnBrk="1" hangingPunct="1">
              <a:lnSpc>
                <a:spcPct val="90000"/>
              </a:lnSpc>
              <a:spcBef>
                <a:spcPts val="500"/>
              </a:spcBef>
              <a:buFont typeface="Arial" panose="020B0604020202020204" pitchFamily="34" charset="0"/>
              <a:buNone/>
              <a:defRPr sz="1600" b="1" kern="1200">
                <a:solidFill>
                  <a:schemeClr val="tx1"/>
                </a:solidFill>
                <a:latin typeface="+mn-lt"/>
                <a:ea typeface="+mn-ea"/>
                <a:cs typeface="+mn-cs"/>
              </a:defRPr>
            </a:lvl9pPr>
          </a:lstStyle>
          <a:p>
            <a:endParaRPr lang="ko-KR" altLang="en-US" dirty="0"/>
          </a:p>
        </p:txBody>
      </p:sp>
      <p:sp>
        <p:nvSpPr>
          <p:cNvPr id="74" name="TextBox 73"/>
          <p:cNvSpPr txBox="1"/>
          <p:nvPr/>
        </p:nvSpPr>
        <p:spPr>
          <a:xfrm>
            <a:off x="1261008" y="1313753"/>
            <a:ext cx="1851944" cy="246221"/>
          </a:xfrm>
          <a:prstGeom prst="rect">
            <a:avLst/>
          </a:prstGeom>
          <a:solidFill>
            <a:schemeClr val="tx1"/>
          </a:solidFill>
        </p:spPr>
        <p:txBody>
          <a:bodyPr wrap="square" rtlCol="0">
            <a:spAutoFit/>
          </a:bodyPr>
          <a:lstStyle/>
          <a:p>
            <a:pPr algn="ctr"/>
            <a:r>
              <a:rPr lang="ko-KR" altLang="en-US" sz="1000" dirty="0">
                <a:solidFill>
                  <a:schemeClr val="bg1"/>
                </a:solidFill>
              </a:rPr>
              <a:t>화면</a:t>
            </a:r>
            <a:r>
              <a:rPr lang="en-US" altLang="ko-KR" sz="1000" dirty="0">
                <a:solidFill>
                  <a:schemeClr val="bg1"/>
                </a:solidFill>
              </a:rPr>
              <a:t>ID </a:t>
            </a:r>
            <a:r>
              <a:rPr lang="ko-KR" altLang="en-US" sz="1000" dirty="0">
                <a:solidFill>
                  <a:schemeClr val="bg1"/>
                </a:solidFill>
              </a:rPr>
              <a:t>입력</a:t>
            </a:r>
          </a:p>
        </p:txBody>
      </p:sp>
      <p:graphicFrame>
        <p:nvGraphicFramePr>
          <p:cNvPr id="13" name="표 12">
            <a:extLst>
              <a:ext uri="{FF2B5EF4-FFF2-40B4-BE49-F238E27FC236}">
                <a16:creationId xmlns:a16="http://schemas.microsoft.com/office/drawing/2014/main" id="{8F907304-AB57-6DDD-C892-39120AFF4C76}"/>
              </a:ext>
            </a:extLst>
          </p:cNvPr>
          <p:cNvGraphicFramePr>
            <a:graphicFrameLocks noGrp="1"/>
          </p:cNvGraphicFramePr>
          <p:nvPr>
            <p:extLst>
              <p:ext uri="{D42A27DB-BD31-4B8C-83A1-F6EECF244321}">
                <p14:modId xmlns:p14="http://schemas.microsoft.com/office/powerpoint/2010/main" val="984078027"/>
              </p:ext>
            </p:extLst>
          </p:nvPr>
        </p:nvGraphicFramePr>
        <p:xfrm>
          <a:off x="10038397" y="755897"/>
          <a:ext cx="1999467" cy="244256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주변 찾기의 첫 페이지</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1" spc="0" baseline="0">
                          <a:solidFill>
                            <a:schemeClr val="tx1"/>
                          </a:solidFill>
                          <a:latin typeface="나눔고딕" panose="020D0604000000000000" pitchFamily="50" charset="-127"/>
                          <a:ea typeface="나눔고딕" panose="020D0604000000000000" pitchFamily="50" charset="-127"/>
                        </a:rPr>
                        <a:t>장소 카테고리</a:t>
                      </a:r>
                      <a:endParaRPr lang="en-US" altLang="ko-KR" sz="700" b="1"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병원</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경로당</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쉼터 선택 가능하다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7" name="왼쪽 중괄호 16">
            <a:extLst>
              <a:ext uri="{FF2B5EF4-FFF2-40B4-BE49-F238E27FC236}">
                <a16:creationId xmlns:a16="http://schemas.microsoft.com/office/drawing/2014/main" id="{9218BAAC-12DD-7D89-5438-2C5ED2412169}"/>
              </a:ext>
            </a:extLst>
          </p:cNvPr>
          <p:cNvSpPr/>
          <p:nvPr/>
        </p:nvSpPr>
        <p:spPr>
          <a:xfrm>
            <a:off x="922079" y="1634265"/>
            <a:ext cx="247650" cy="2241776"/>
          </a:xfrm>
          <a:prstGeom prst="leftBrace">
            <a:avLst>
              <a:gd name="adj1" fmla="val 49697"/>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텍스트 개체 틀 9">
            <a:extLst>
              <a:ext uri="{FF2B5EF4-FFF2-40B4-BE49-F238E27FC236}">
                <a16:creationId xmlns:a16="http://schemas.microsoft.com/office/drawing/2014/main" id="{626C422E-9948-9D4D-310C-0DF61E8A00ED}"/>
              </a:ext>
            </a:extLst>
          </p:cNvPr>
          <p:cNvSpPr>
            <a:spLocks noGrp="1"/>
          </p:cNvSpPr>
          <p:nvPr>
            <p:ph type="body" sz="quarter" idx="15"/>
          </p:nvPr>
        </p:nvSpPr>
        <p:spPr/>
        <p:txBody>
          <a:bodyPr/>
          <a:lstStyle/>
          <a:p>
            <a:r>
              <a:rPr lang="ko-KR" altLang="en-US" dirty="0" err="1"/>
              <a:t>기입요망</a:t>
            </a:r>
            <a:endParaRPr lang="ko-KR" altLang="en-US" dirty="0"/>
          </a:p>
        </p:txBody>
      </p:sp>
      <p:sp>
        <p:nvSpPr>
          <p:cNvPr id="12" name="직사각형 11">
            <a:extLst>
              <a:ext uri="{FF2B5EF4-FFF2-40B4-BE49-F238E27FC236}">
                <a16:creationId xmlns:a16="http://schemas.microsoft.com/office/drawing/2014/main" id="{E813B406-151E-F24B-88A7-70BFC8115BA2}"/>
              </a:ext>
            </a:extLst>
          </p:cNvPr>
          <p:cNvSpPr/>
          <p:nvPr/>
        </p:nvSpPr>
        <p:spPr>
          <a:xfrm>
            <a:off x="1347465" y="4439812"/>
            <a:ext cx="1667831" cy="27950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tx1"/>
                </a:solidFill>
              </a:rPr>
              <a:t>로그인</a:t>
            </a:r>
          </a:p>
        </p:txBody>
      </p:sp>
      <p:sp>
        <p:nvSpPr>
          <p:cNvPr id="15" name="TextBox 14">
            <a:extLst>
              <a:ext uri="{FF2B5EF4-FFF2-40B4-BE49-F238E27FC236}">
                <a16:creationId xmlns:a16="http://schemas.microsoft.com/office/drawing/2014/main" id="{85799EB2-DF32-A2BE-D4E2-90334ACD83D5}"/>
              </a:ext>
            </a:extLst>
          </p:cNvPr>
          <p:cNvSpPr txBox="1"/>
          <p:nvPr/>
        </p:nvSpPr>
        <p:spPr>
          <a:xfrm>
            <a:off x="1933555" y="5728616"/>
            <a:ext cx="495649" cy="200055"/>
          </a:xfrm>
          <a:prstGeom prst="rect">
            <a:avLst/>
          </a:prstGeom>
          <a:noFill/>
        </p:spPr>
        <p:txBody>
          <a:bodyPr wrap="none" rtlCol="0">
            <a:spAutoFit/>
          </a:bodyPr>
          <a:lstStyle/>
          <a:p>
            <a:r>
              <a:rPr lang="en-US" altLang="ko-KR" sz="700" b="1" dirty="0"/>
              <a:t>Ver_1.0</a:t>
            </a:r>
            <a:endParaRPr lang="ko-KR" altLang="en-US" sz="700" b="1" dirty="0"/>
          </a:p>
        </p:txBody>
      </p:sp>
      <p:grpSp>
        <p:nvGrpSpPr>
          <p:cNvPr id="25" name="그룹 24">
            <a:extLst>
              <a:ext uri="{FF2B5EF4-FFF2-40B4-BE49-F238E27FC236}">
                <a16:creationId xmlns:a16="http://schemas.microsoft.com/office/drawing/2014/main" id="{18F14A5E-5D97-01B7-F127-4FA1D9E5066D}"/>
              </a:ext>
            </a:extLst>
          </p:cNvPr>
          <p:cNvGrpSpPr/>
          <p:nvPr/>
        </p:nvGrpSpPr>
        <p:grpSpPr>
          <a:xfrm>
            <a:off x="1347465" y="3974133"/>
            <a:ext cx="1667831" cy="343967"/>
            <a:chOff x="4471665" y="3829456"/>
            <a:chExt cx="1667831" cy="343967"/>
          </a:xfrm>
          <a:solidFill>
            <a:schemeClr val="bg1">
              <a:lumMod val="65000"/>
            </a:schemeClr>
          </a:solidFill>
        </p:grpSpPr>
        <p:sp>
          <p:nvSpPr>
            <p:cNvPr id="6" name="타원 5">
              <a:extLst>
                <a:ext uri="{FF2B5EF4-FFF2-40B4-BE49-F238E27FC236}">
                  <a16:creationId xmlns:a16="http://schemas.microsoft.com/office/drawing/2014/main" id="{0F9B7126-3B3F-3AA4-6EE1-3F0902B226D8}"/>
                </a:ext>
              </a:extLst>
            </p:cNvPr>
            <p:cNvSpPr/>
            <p:nvPr/>
          </p:nvSpPr>
          <p:spPr>
            <a:xfrm>
              <a:off x="4471665" y="3829456"/>
              <a:ext cx="343967" cy="3439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2" name="타원 21">
              <a:extLst>
                <a:ext uri="{FF2B5EF4-FFF2-40B4-BE49-F238E27FC236}">
                  <a16:creationId xmlns:a16="http://schemas.microsoft.com/office/drawing/2014/main" id="{521F5FEA-C420-FCEF-2CDE-80B18AED0CF9}"/>
                </a:ext>
              </a:extLst>
            </p:cNvPr>
            <p:cNvSpPr/>
            <p:nvPr/>
          </p:nvSpPr>
          <p:spPr>
            <a:xfrm>
              <a:off x="4913625" y="3829456"/>
              <a:ext cx="343967" cy="3439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3" name="타원 22">
              <a:extLst>
                <a:ext uri="{FF2B5EF4-FFF2-40B4-BE49-F238E27FC236}">
                  <a16:creationId xmlns:a16="http://schemas.microsoft.com/office/drawing/2014/main" id="{55A21A1D-B947-14DD-50DF-905C07EE8B89}"/>
                </a:ext>
              </a:extLst>
            </p:cNvPr>
            <p:cNvSpPr/>
            <p:nvPr/>
          </p:nvSpPr>
          <p:spPr>
            <a:xfrm>
              <a:off x="5355585" y="3829456"/>
              <a:ext cx="343967" cy="3439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4" name="타원 23">
              <a:extLst>
                <a:ext uri="{FF2B5EF4-FFF2-40B4-BE49-F238E27FC236}">
                  <a16:creationId xmlns:a16="http://schemas.microsoft.com/office/drawing/2014/main" id="{4DF953EE-72B7-A4FA-237E-2727625338E8}"/>
                </a:ext>
              </a:extLst>
            </p:cNvPr>
            <p:cNvSpPr/>
            <p:nvPr/>
          </p:nvSpPr>
          <p:spPr>
            <a:xfrm>
              <a:off x="5795529" y="3829456"/>
              <a:ext cx="343967" cy="343967"/>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31" name="직사각형 30">
            <a:extLst>
              <a:ext uri="{FF2B5EF4-FFF2-40B4-BE49-F238E27FC236}">
                <a16:creationId xmlns:a16="http://schemas.microsoft.com/office/drawing/2014/main" id="{0DF93D0A-98D9-94C4-A277-0A13CD87A494}"/>
              </a:ext>
            </a:extLst>
          </p:cNvPr>
          <p:cNvSpPr/>
          <p:nvPr/>
        </p:nvSpPr>
        <p:spPr>
          <a:xfrm>
            <a:off x="1347465" y="4814640"/>
            <a:ext cx="1667831" cy="27950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tx1"/>
                </a:solidFill>
              </a:rPr>
              <a:t>회원가입</a:t>
            </a:r>
          </a:p>
        </p:txBody>
      </p:sp>
      <p:sp>
        <p:nvSpPr>
          <p:cNvPr id="33" name="직사각형 32">
            <a:extLst>
              <a:ext uri="{FF2B5EF4-FFF2-40B4-BE49-F238E27FC236}">
                <a16:creationId xmlns:a16="http://schemas.microsoft.com/office/drawing/2014/main" id="{8D5F6F98-74E0-1AD8-B6A0-4DAF3E5D64A5}"/>
              </a:ext>
            </a:extLst>
          </p:cNvPr>
          <p:cNvSpPr/>
          <p:nvPr/>
        </p:nvSpPr>
        <p:spPr>
          <a:xfrm>
            <a:off x="1347465" y="5189468"/>
            <a:ext cx="1667831" cy="279508"/>
          </a:xfrm>
          <a:prstGeom prst="rect">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800" b="1" dirty="0">
                <a:solidFill>
                  <a:schemeClr val="tx1"/>
                </a:solidFill>
              </a:rPr>
              <a:t>앱 둘러보기</a:t>
            </a:r>
          </a:p>
        </p:txBody>
      </p:sp>
      <p:sp>
        <p:nvSpPr>
          <p:cNvPr id="34" name="타원 33">
            <a:extLst>
              <a:ext uri="{FF2B5EF4-FFF2-40B4-BE49-F238E27FC236}">
                <a16:creationId xmlns:a16="http://schemas.microsoft.com/office/drawing/2014/main" id="{6C7565BF-ECFC-F45D-EC97-DD118CBA159C}"/>
              </a:ext>
            </a:extLst>
          </p:cNvPr>
          <p:cNvSpPr/>
          <p:nvPr/>
        </p:nvSpPr>
        <p:spPr>
          <a:xfrm>
            <a:off x="2066977" y="355350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2</a:t>
            </a:r>
            <a:endParaRPr lang="ko-KR" altLang="en-US" sz="900" dirty="0">
              <a:latin typeface="Arial Black" panose="020B0A04020102020204" pitchFamily="34" charset="0"/>
            </a:endParaRPr>
          </a:p>
        </p:txBody>
      </p:sp>
      <p:sp>
        <p:nvSpPr>
          <p:cNvPr id="36" name="타원 35">
            <a:extLst>
              <a:ext uri="{FF2B5EF4-FFF2-40B4-BE49-F238E27FC236}">
                <a16:creationId xmlns:a16="http://schemas.microsoft.com/office/drawing/2014/main" id="{7920183B-EAAB-BE7F-379F-4E7B95D19198}"/>
              </a:ext>
            </a:extLst>
          </p:cNvPr>
          <p:cNvSpPr/>
          <p:nvPr/>
        </p:nvSpPr>
        <p:spPr>
          <a:xfrm>
            <a:off x="854008" y="484567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3</a:t>
            </a:r>
            <a:endParaRPr lang="ko-KR" altLang="en-US" sz="900" dirty="0">
              <a:latin typeface="Arial Black" panose="020B0A04020102020204" pitchFamily="34" charset="0"/>
            </a:endParaRPr>
          </a:p>
        </p:txBody>
      </p:sp>
      <p:sp>
        <p:nvSpPr>
          <p:cNvPr id="37" name="왼쪽 중괄호 36">
            <a:extLst>
              <a:ext uri="{FF2B5EF4-FFF2-40B4-BE49-F238E27FC236}">
                <a16:creationId xmlns:a16="http://schemas.microsoft.com/office/drawing/2014/main" id="{2024ADEE-9BED-21DB-EC13-2CF8B7E50998}"/>
              </a:ext>
            </a:extLst>
          </p:cNvPr>
          <p:cNvSpPr/>
          <p:nvPr/>
        </p:nvSpPr>
        <p:spPr>
          <a:xfrm>
            <a:off x="1077490" y="4368800"/>
            <a:ext cx="380470" cy="1178560"/>
          </a:xfrm>
          <a:prstGeom prst="leftBrace">
            <a:avLst>
              <a:gd name="adj1" fmla="val 21658"/>
              <a:gd name="adj2" fmla="val 50000"/>
            </a:avLst>
          </a:prstGeom>
          <a:ln w="3175">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35" name="왼쪽 중괄호 34">
            <a:extLst>
              <a:ext uri="{FF2B5EF4-FFF2-40B4-BE49-F238E27FC236}">
                <a16:creationId xmlns:a16="http://schemas.microsoft.com/office/drawing/2014/main" id="{E58AE4C6-6F33-FB6E-FC28-8923809B7252}"/>
              </a:ext>
            </a:extLst>
          </p:cNvPr>
          <p:cNvSpPr/>
          <p:nvPr/>
        </p:nvSpPr>
        <p:spPr>
          <a:xfrm rot="16200000">
            <a:off x="5210795" y="892789"/>
            <a:ext cx="293249" cy="2249326"/>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1BD7F0F3-6AB9-2E97-A1D9-E1740BAB0E77}"/>
              </a:ext>
            </a:extLst>
          </p:cNvPr>
          <p:cNvSpPr/>
          <p:nvPr/>
        </p:nvSpPr>
        <p:spPr>
          <a:xfrm>
            <a:off x="5254888" y="2213376"/>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56024768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DF018DC-8E08-4B33-010C-F2A781AE1B08}"/>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5469C861-4659-50FA-A60F-6798C767E4CE}"/>
              </a:ext>
            </a:extLst>
          </p:cNvPr>
          <p:cNvSpPr>
            <a:spLocks noGrp="1"/>
          </p:cNvSpPr>
          <p:nvPr>
            <p:ph type="body" sz="quarter" idx="13"/>
          </p:nvPr>
        </p:nvSpPr>
        <p:spPr/>
        <p:txBody>
          <a:bodyPr/>
          <a:lstStyle/>
          <a:p>
            <a:r>
              <a:rPr lang="ko-KR" altLang="en-US"/>
              <a:t>주변 찾기</a:t>
            </a:r>
            <a:r>
              <a:rPr lang="en-US" altLang="ko-KR"/>
              <a:t>-</a:t>
            </a:r>
            <a:r>
              <a:rPr lang="ko-KR" altLang="en-US"/>
              <a:t>병원 버튼 클릭</a:t>
            </a:r>
          </a:p>
        </p:txBody>
      </p:sp>
      <p:sp>
        <p:nvSpPr>
          <p:cNvPr id="4" name="텍스트 개체 틀 3">
            <a:extLst>
              <a:ext uri="{FF2B5EF4-FFF2-40B4-BE49-F238E27FC236}">
                <a16:creationId xmlns:a16="http://schemas.microsoft.com/office/drawing/2014/main" id="{26B04679-83B5-C76C-F0C2-05F1A1CDFBD4}"/>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0F3D4315-7FE1-A050-5702-0CCEAFC2279E}"/>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5D1123D9-4CA4-D463-6151-13FB0FCDB0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02900" y="1180147"/>
            <a:ext cx="2537371" cy="5040078"/>
          </a:xfrm>
          <a:prstGeom prst="rect">
            <a:avLst/>
          </a:prstGeom>
          <a:ln>
            <a:solidFill>
              <a:schemeClr val="tx1"/>
            </a:solidFill>
          </a:ln>
        </p:spPr>
      </p:pic>
      <p:graphicFrame>
        <p:nvGraphicFramePr>
          <p:cNvPr id="8" name="표 7">
            <a:extLst>
              <a:ext uri="{FF2B5EF4-FFF2-40B4-BE49-F238E27FC236}">
                <a16:creationId xmlns:a16="http://schemas.microsoft.com/office/drawing/2014/main" id="{74E2E9AD-6834-0887-4B4C-F68F9261542B}"/>
              </a:ext>
            </a:extLst>
          </p:cNvPr>
          <p:cNvGraphicFramePr>
            <a:graphicFrameLocks noGrp="1"/>
          </p:cNvGraphicFramePr>
          <p:nvPr>
            <p:extLst>
              <p:ext uri="{D42A27DB-BD31-4B8C-83A1-F6EECF244321}">
                <p14:modId xmlns:p14="http://schemas.microsoft.com/office/powerpoint/2010/main" val="188240212"/>
              </p:ext>
            </p:extLst>
          </p:nvPr>
        </p:nvGraphicFramePr>
        <p:xfrm>
          <a:off x="10038397" y="755897"/>
          <a:ext cx="1999467" cy="1364024"/>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카테고리 중 하나 선택했을 때 버튼의 배경색이 변경된다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indent="0" algn="l" latinLnBrk="1">
                        <a:lnSpc>
                          <a:spcPct val="100000"/>
                        </a:lnSpc>
                        <a:buFont typeface="Arial" panose="020B0604020202020204" pitchFamily="34" charset="0"/>
                        <a:buNone/>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선택 시</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병원 버튼 배경 색상 변경</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장소들을 지도에 나타낸다</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지도에 병원들이 핀으로 생성</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DD51DC3C-4BA0-8F9F-29D4-FFC9BC6B55CB}"/>
              </a:ext>
            </a:extLst>
          </p:cNvPr>
          <p:cNvSpPr/>
          <p:nvPr/>
        </p:nvSpPr>
        <p:spPr>
          <a:xfrm rot="10800000">
            <a:off x="6574924" y="2134581"/>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C64866E1-05D9-02F9-4EBC-28839E8C9778}"/>
              </a:ext>
            </a:extLst>
          </p:cNvPr>
          <p:cNvSpPr/>
          <p:nvPr/>
        </p:nvSpPr>
        <p:spPr>
          <a:xfrm>
            <a:off x="6857226" y="286662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dirty="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7380989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 name="그림 22">
            <a:extLst>
              <a:ext uri="{FF2B5EF4-FFF2-40B4-BE49-F238E27FC236}">
                <a16:creationId xmlns:a16="http://schemas.microsoft.com/office/drawing/2014/main" id="{48742242-01A0-D40A-D913-E8E3F6843C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8434" y="1144830"/>
            <a:ext cx="2506303" cy="4978367"/>
          </a:xfrm>
          <a:prstGeom prst="rect">
            <a:avLst/>
          </a:prstGeom>
          <a:ln>
            <a:solidFill>
              <a:schemeClr val="tx1"/>
            </a:solidFill>
          </a:ln>
        </p:spPr>
      </p:pic>
      <p:sp>
        <p:nvSpPr>
          <p:cNvPr id="2" name="제목 1">
            <a:extLst>
              <a:ext uri="{FF2B5EF4-FFF2-40B4-BE49-F238E27FC236}">
                <a16:creationId xmlns:a16="http://schemas.microsoft.com/office/drawing/2014/main" id="{C96808F5-F902-0205-ABBE-63518210D55C}"/>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7E7E07DC-70CB-1817-25C2-3CC7DE795CA3}"/>
              </a:ext>
            </a:extLst>
          </p:cNvPr>
          <p:cNvSpPr>
            <a:spLocks noGrp="1"/>
          </p:cNvSpPr>
          <p:nvPr>
            <p:ph type="body" sz="quarter" idx="13"/>
          </p:nvPr>
        </p:nvSpPr>
        <p:spPr/>
        <p:txBody>
          <a:bodyPr/>
          <a:lstStyle/>
          <a:p>
            <a:r>
              <a:rPr lang="ko-KR" altLang="en-US"/>
              <a:t>주변찾기</a:t>
            </a:r>
            <a:r>
              <a:rPr lang="en-US" altLang="ko-KR"/>
              <a:t>-</a:t>
            </a:r>
            <a:r>
              <a:rPr lang="ko-KR" altLang="en-US"/>
              <a:t>장소 선택</a:t>
            </a:r>
          </a:p>
        </p:txBody>
      </p:sp>
      <p:sp>
        <p:nvSpPr>
          <p:cNvPr id="4" name="텍스트 개체 틀 3">
            <a:extLst>
              <a:ext uri="{FF2B5EF4-FFF2-40B4-BE49-F238E27FC236}">
                <a16:creationId xmlns:a16="http://schemas.microsoft.com/office/drawing/2014/main" id="{BEA9AA19-6760-30E4-FD60-CE646DB6B760}"/>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D00D095D-3EA5-4495-511A-30CEF750C404}"/>
              </a:ext>
            </a:extLst>
          </p:cNvPr>
          <p:cNvSpPr>
            <a:spLocks noGrp="1"/>
          </p:cNvSpPr>
          <p:nvPr>
            <p:ph type="body" sz="quarter" idx="16"/>
          </p:nvPr>
        </p:nvSpPr>
        <p:spPr/>
        <p:txBody>
          <a:bodyPr/>
          <a:lstStyle/>
          <a:p>
            <a:endParaRPr lang="ko-KR" altLang="en-US"/>
          </a:p>
        </p:txBody>
      </p:sp>
      <p:graphicFrame>
        <p:nvGraphicFramePr>
          <p:cNvPr id="14" name="표 13">
            <a:extLst>
              <a:ext uri="{FF2B5EF4-FFF2-40B4-BE49-F238E27FC236}">
                <a16:creationId xmlns:a16="http://schemas.microsoft.com/office/drawing/2014/main" id="{A4030592-9EFF-E201-F4CE-313888397D76}"/>
              </a:ext>
            </a:extLst>
          </p:cNvPr>
          <p:cNvGraphicFramePr>
            <a:graphicFrameLocks noGrp="1"/>
          </p:cNvGraphicFramePr>
          <p:nvPr>
            <p:extLst>
              <p:ext uri="{D42A27DB-BD31-4B8C-83A1-F6EECF244321}">
                <p14:modId xmlns:p14="http://schemas.microsoft.com/office/powerpoint/2010/main" val="1579348388"/>
              </p:ext>
            </p:extLst>
          </p:nvPr>
        </p:nvGraphicFramePr>
        <p:xfrm>
          <a:off x="10038397" y="755897"/>
          <a:ext cx="1999467" cy="293689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장소를 선택하면 </a:t>
                      </a:r>
                      <a:r>
                        <a:rPr lang="en-US" altLang="ko-KR" sz="700" b="0" spc="0" baseline="0">
                          <a:solidFill>
                            <a:schemeClr val="tx1"/>
                          </a:solidFill>
                          <a:latin typeface="나눔고딕" panose="020D0604000000000000" pitchFamily="50" charset="-127"/>
                          <a:ea typeface="나눔고딕" panose="020D0604000000000000" pitchFamily="50" charset="-127"/>
                        </a:rPr>
                        <a:t>pin</a:t>
                      </a:r>
                      <a:r>
                        <a:rPr lang="ko-KR" altLang="en-US" sz="700" b="0" spc="0" baseline="0">
                          <a:solidFill>
                            <a:schemeClr val="tx1"/>
                          </a:solidFill>
                          <a:latin typeface="나눔고딕" panose="020D0604000000000000" pitchFamily="50" charset="-127"/>
                          <a:ea typeface="나눔고딕" panose="020D0604000000000000" pitchFamily="50" charset="-127"/>
                        </a:rPr>
                        <a:t>의 크기가 커진다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장고 중 하나를 클릭하면 장소에 관련된 정보가 나타난다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a:lnSpc>
                          <a:spcPct val="100000"/>
                        </a:lnSpc>
                      </a:pP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선택한 장소의 정보를 보여준다</a:t>
                      </a:r>
                      <a:r>
                        <a:rPr lang="en-US" altLang="ko-KR" sz="700" b="0" spc="0" baseline="0">
                          <a:solidFill>
                            <a:schemeClr val="tx1"/>
                          </a:solidFill>
                          <a:latin typeface="나눔고딕" panose="020D0604000000000000" pitchFamily="50" charset="-127"/>
                          <a:ea typeface="나눔고딕" panose="020D0604000000000000" pitchFamily="50" charset="-127"/>
                        </a:rPr>
                        <a:t>.</a:t>
                      </a: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영업시간</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전화번호 등</a:t>
                      </a:r>
                      <a:endParaRPr lang="en-US" altLang="ko-KR" sz="7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nSpc>
                          <a:spcPct val="100000"/>
                        </a:lnSpc>
                        <a:buFontTx/>
                        <a:buNone/>
                      </a:pPr>
                      <a:r>
                        <a:rPr lang="ko-KR" altLang="en-US" sz="700" b="0" spc="0" baseline="0">
                          <a:solidFill>
                            <a:schemeClr val="tx1"/>
                          </a:solidFill>
                          <a:latin typeface="나눔고딕" panose="020D0604000000000000" pitchFamily="50" charset="-127"/>
                          <a:ea typeface="나눔고딕" panose="020D0604000000000000" pitchFamily="50" charset="-127"/>
                        </a:rPr>
                        <a:t>해당 장소의 길찾기 안내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marL="0" indent="0">
                        <a:lnSpc>
                          <a:spcPct val="100000"/>
                        </a:lnSpc>
                        <a:buFontTx/>
                        <a:buNone/>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길안내가 시작된다</a:t>
                      </a:r>
                      <a:r>
                        <a:rPr lang="en-US" altLang="ko-KR" sz="700" b="0" spc="0" baseline="0">
                          <a:solidFill>
                            <a:schemeClr val="tx1"/>
                          </a:solidFill>
                          <a:latin typeface="나눔고딕" panose="020D0604000000000000" pitchFamily="50" charset="-127"/>
                          <a:ea typeface="나눔고딕" panose="020D0604000000000000" pitchFamily="50" charset="-127"/>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494330">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700" b="0" spc="0" baseline="0">
                          <a:solidFill>
                            <a:schemeClr val="tx1"/>
                          </a:solidFill>
                          <a:latin typeface="나눔고딕" panose="020D0604000000000000" pitchFamily="50" charset="-127"/>
                          <a:ea typeface="나눔고딕" panose="020D0604000000000000" pitchFamily="50" charset="-127"/>
                        </a:rPr>
                        <a:t>해당 장소에 전화 할 수 있는 버튼</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버튼 클릭 시 전화 어플로 연결된다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45826149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5" name="왼쪽 중괄호 14">
            <a:extLst>
              <a:ext uri="{FF2B5EF4-FFF2-40B4-BE49-F238E27FC236}">
                <a16:creationId xmlns:a16="http://schemas.microsoft.com/office/drawing/2014/main" id="{C385192A-765D-D908-11DA-46407AAD2738}"/>
              </a:ext>
            </a:extLst>
          </p:cNvPr>
          <p:cNvSpPr/>
          <p:nvPr/>
        </p:nvSpPr>
        <p:spPr>
          <a:xfrm rot="10800000">
            <a:off x="6574924" y="451559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6" name="타원 15">
            <a:extLst>
              <a:ext uri="{FF2B5EF4-FFF2-40B4-BE49-F238E27FC236}">
                <a16:creationId xmlns:a16="http://schemas.microsoft.com/office/drawing/2014/main" id="{E50DB00F-F60B-9100-9DB3-01C7F9103B57}"/>
              </a:ext>
            </a:extLst>
          </p:cNvPr>
          <p:cNvSpPr/>
          <p:nvPr/>
        </p:nvSpPr>
        <p:spPr>
          <a:xfrm>
            <a:off x="6857226" y="524764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7" name="왼쪽 중괄호 16">
            <a:extLst>
              <a:ext uri="{FF2B5EF4-FFF2-40B4-BE49-F238E27FC236}">
                <a16:creationId xmlns:a16="http://schemas.microsoft.com/office/drawing/2014/main" id="{32D94FEA-36DA-EA8A-47E5-19AC8FD11C01}"/>
              </a:ext>
            </a:extLst>
          </p:cNvPr>
          <p:cNvSpPr/>
          <p:nvPr/>
        </p:nvSpPr>
        <p:spPr>
          <a:xfrm rot="16200000">
            <a:off x="4538688"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8" name="타원 17">
            <a:extLst>
              <a:ext uri="{FF2B5EF4-FFF2-40B4-BE49-F238E27FC236}">
                <a16:creationId xmlns:a16="http://schemas.microsoft.com/office/drawing/2014/main" id="{5695FB15-3860-DADD-03AA-9A487BCCDFF0}"/>
              </a:ext>
            </a:extLst>
          </p:cNvPr>
          <p:cNvSpPr/>
          <p:nvPr/>
        </p:nvSpPr>
        <p:spPr>
          <a:xfrm>
            <a:off x="4546493" y="601506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20" name="왼쪽 중괄호 19">
            <a:extLst>
              <a:ext uri="{FF2B5EF4-FFF2-40B4-BE49-F238E27FC236}">
                <a16:creationId xmlns:a16="http://schemas.microsoft.com/office/drawing/2014/main" id="{FE3128FE-4786-F819-3C3B-3D26EA8BBDE7}"/>
              </a:ext>
            </a:extLst>
          </p:cNvPr>
          <p:cNvSpPr/>
          <p:nvPr/>
        </p:nvSpPr>
        <p:spPr>
          <a:xfrm rot="16200000">
            <a:off x="5731945" y="5355481"/>
            <a:ext cx="231884" cy="1016525"/>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319E84A2-3AA7-E02B-6ADC-D9458438DC73}"/>
              </a:ext>
            </a:extLst>
          </p:cNvPr>
          <p:cNvSpPr/>
          <p:nvPr/>
        </p:nvSpPr>
        <p:spPr>
          <a:xfrm>
            <a:off x="5739750" y="5997995"/>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
        <p:nvSpPr>
          <p:cNvPr id="24" name="왼쪽 중괄호 23">
            <a:extLst>
              <a:ext uri="{FF2B5EF4-FFF2-40B4-BE49-F238E27FC236}">
                <a16:creationId xmlns:a16="http://schemas.microsoft.com/office/drawing/2014/main" id="{333A962D-2CD6-A40E-FC97-285724E15A77}"/>
              </a:ext>
            </a:extLst>
          </p:cNvPr>
          <p:cNvSpPr/>
          <p:nvPr/>
        </p:nvSpPr>
        <p:spPr>
          <a:xfrm rot="10800000">
            <a:off x="6574924" y="2270236"/>
            <a:ext cx="247650" cy="168036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5" name="타원 24">
            <a:extLst>
              <a:ext uri="{FF2B5EF4-FFF2-40B4-BE49-F238E27FC236}">
                <a16:creationId xmlns:a16="http://schemas.microsoft.com/office/drawing/2014/main" id="{5A4402AF-246A-6432-C918-2ECBBF768057}"/>
              </a:ext>
            </a:extLst>
          </p:cNvPr>
          <p:cNvSpPr/>
          <p:nvPr/>
        </p:nvSpPr>
        <p:spPr>
          <a:xfrm>
            <a:off x="6857226" y="300228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3789448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53C49E79-18F3-4422-BBB8-C96BCBB4690E}"/>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657F4C5C-C55C-5981-0008-855D9273E175}"/>
              </a:ext>
            </a:extLst>
          </p:cNvPr>
          <p:cNvSpPr>
            <a:spLocks noGrp="1"/>
          </p:cNvSpPr>
          <p:nvPr>
            <p:ph type="body" sz="quarter" idx="13"/>
          </p:nvPr>
        </p:nvSpPr>
        <p:spPr/>
        <p:txBody>
          <a:bodyPr/>
          <a:lstStyle/>
          <a:p>
            <a:r>
              <a:rPr lang="ko-KR" altLang="en-US"/>
              <a:t>장소 선택 </a:t>
            </a:r>
            <a:r>
              <a:rPr lang="en-US" altLang="ko-KR"/>
              <a:t>- </a:t>
            </a:r>
            <a:r>
              <a:rPr lang="ko-KR" altLang="en-US"/>
              <a:t>전화하기</a:t>
            </a:r>
          </a:p>
        </p:txBody>
      </p:sp>
      <p:sp>
        <p:nvSpPr>
          <p:cNvPr id="4" name="텍스트 개체 틀 3">
            <a:extLst>
              <a:ext uri="{FF2B5EF4-FFF2-40B4-BE49-F238E27FC236}">
                <a16:creationId xmlns:a16="http://schemas.microsoft.com/office/drawing/2014/main" id="{DF198D93-8B25-5511-F2DC-A46F4B53ACAF}"/>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B437E03F-0C3E-DCD6-27DA-02FE848F1751}"/>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4C46078E-9246-FCD4-2B90-782EC5C0B8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4429" y="1116080"/>
            <a:ext cx="2471280" cy="4908800"/>
          </a:xfrm>
          <a:prstGeom prst="rect">
            <a:avLst/>
          </a:prstGeom>
          <a:ln>
            <a:solidFill>
              <a:schemeClr val="tx1"/>
            </a:solidFill>
          </a:ln>
        </p:spPr>
      </p:pic>
      <p:graphicFrame>
        <p:nvGraphicFramePr>
          <p:cNvPr id="12" name="표 11">
            <a:extLst>
              <a:ext uri="{FF2B5EF4-FFF2-40B4-BE49-F238E27FC236}">
                <a16:creationId xmlns:a16="http://schemas.microsoft.com/office/drawing/2014/main" id="{82FF758C-4C2F-12AB-48A8-7550667A0064}"/>
              </a:ext>
            </a:extLst>
          </p:cNvPr>
          <p:cNvGraphicFramePr>
            <a:graphicFrameLocks noGrp="1"/>
          </p:cNvGraphicFramePr>
          <p:nvPr>
            <p:extLst>
              <p:ext uri="{D42A27DB-BD31-4B8C-83A1-F6EECF244321}">
                <p14:modId xmlns:p14="http://schemas.microsoft.com/office/powerpoint/2010/main" val="1344166630"/>
              </p:ext>
            </p:extLst>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전화하기 버튼 클릭 시 전화 어플에 전화번호를 띄워준다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30064867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텍스트 개체 틀 2">
            <a:extLst>
              <a:ext uri="{FF2B5EF4-FFF2-40B4-BE49-F238E27FC236}">
                <a16:creationId xmlns:a16="http://schemas.microsoft.com/office/drawing/2014/main" id="{C9D6A7B3-A47B-BD47-012C-D7B3303A5A96}"/>
              </a:ext>
            </a:extLst>
          </p:cNvPr>
          <p:cNvSpPr>
            <a:spLocks noGrp="1"/>
          </p:cNvSpPr>
          <p:nvPr>
            <p:ph type="body" sz="quarter" idx="13"/>
          </p:nvPr>
        </p:nvSpPr>
        <p:spPr/>
        <p:txBody>
          <a:bodyPr/>
          <a:lstStyle/>
          <a:p>
            <a:r>
              <a:rPr lang="ko-KR" altLang="en-US"/>
              <a:t>장소 선택 </a:t>
            </a:r>
            <a:r>
              <a:rPr lang="en-US" altLang="ko-KR"/>
              <a:t>- </a:t>
            </a:r>
            <a:r>
              <a:rPr lang="ko-KR" altLang="en-US"/>
              <a:t>길찾기</a:t>
            </a:r>
          </a:p>
        </p:txBody>
      </p:sp>
      <p:sp>
        <p:nvSpPr>
          <p:cNvPr id="4" name="텍스트 개체 틀 3">
            <a:extLst>
              <a:ext uri="{FF2B5EF4-FFF2-40B4-BE49-F238E27FC236}">
                <a16:creationId xmlns:a16="http://schemas.microsoft.com/office/drawing/2014/main" id="{29D3734F-0B79-EFA9-86C5-6D42C917C101}"/>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BD913C23-C77C-9871-6722-EECE28258A1B}"/>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60EA7787-CA51-708E-49FA-196D43C571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23610" y="1192883"/>
            <a:ext cx="2499109" cy="4964077"/>
          </a:xfrm>
          <a:prstGeom prst="rect">
            <a:avLst/>
          </a:prstGeom>
          <a:ln>
            <a:solidFill>
              <a:schemeClr val="tx1"/>
            </a:solidFill>
          </a:ln>
        </p:spPr>
      </p:pic>
      <p:graphicFrame>
        <p:nvGraphicFramePr>
          <p:cNvPr id="8" name="표 7">
            <a:extLst>
              <a:ext uri="{FF2B5EF4-FFF2-40B4-BE49-F238E27FC236}">
                <a16:creationId xmlns:a16="http://schemas.microsoft.com/office/drawing/2014/main" id="{609B2827-9FF1-2446-80D9-A20B9047D970}"/>
              </a:ext>
            </a:extLst>
          </p:cNvPr>
          <p:cNvGraphicFramePr>
            <a:graphicFrameLocks noGrp="1"/>
          </p:cNvGraphicFramePr>
          <p:nvPr>
            <p:extLst>
              <p:ext uri="{D42A27DB-BD31-4B8C-83A1-F6EECF244321}">
                <p14:modId xmlns:p14="http://schemas.microsoft.com/office/powerpoint/2010/main" val="2689415132"/>
              </p:ext>
            </p:extLst>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길찾기 클릭하면 길 안내를 시작한다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1503390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0D4582F3-58F2-8823-7469-CAEA5714EDC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022B5199-0893-3981-D925-DBE17F2BA755}"/>
              </a:ext>
            </a:extLst>
          </p:cNvPr>
          <p:cNvSpPr>
            <a:spLocks noGrp="1"/>
          </p:cNvSpPr>
          <p:nvPr>
            <p:ph type="body" sz="quarter" idx="13"/>
          </p:nvPr>
        </p:nvSpPr>
        <p:spPr/>
        <p:txBody>
          <a:bodyPr/>
          <a:lstStyle/>
          <a:p>
            <a:r>
              <a:rPr lang="ko-KR" altLang="en-US"/>
              <a:t>메인페이지</a:t>
            </a:r>
          </a:p>
        </p:txBody>
      </p:sp>
      <p:sp>
        <p:nvSpPr>
          <p:cNvPr id="4" name="텍스트 개체 틀 3">
            <a:extLst>
              <a:ext uri="{FF2B5EF4-FFF2-40B4-BE49-F238E27FC236}">
                <a16:creationId xmlns:a16="http://schemas.microsoft.com/office/drawing/2014/main" id="{6CB34EE6-19D7-1B3A-0A9C-A797B6BA3C55}"/>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CFBBFE68-0C5B-E903-F6A6-4215AD9ABA0C}"/>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C49A9E40-C1CD-F828-9D0B-CA1AC4A4B80A}"/>
              </a:ext>
            </a:extLst>
          </p:cNvPr>
          <p:cNvPicPr>
            <a:picLocks noChangeAspect="1"/>
          </p:cNvPicPr>
          <p:nvPr/>
        </p:nvPicPr>
        <p:blipFill>
          <a:blip r:embed="rId2"/>
          <a:srcRect t="1094" b="1313"/>
          <a:stretch/>
        </p:blipFill>
        <p:spPr>
          <a:xfrm>
            <a:off x="4082121" y="1116126"/>
            <a:ext cx="2379639" cy="5274514"/>
          </a:xfrm>
          <a:prstGeom prst="rect">
            <a:avLst/>
          </a:prstGeom>
          <a:ln>
            <a:solidFill>
              <a:schemeClr val="tx1"/>
            </a:solidFill>
          </a:ln>
        </p:spPr>
      </p:pic>
      <p:pic>
        <p:nvPicPr>
          <p:cNvPr id="10" name="그래픽 9" descr="오른쪽을 가리키는 검지">
            <a:extLst>
              <a:ext uri="{FF2B5EF4-FFF2-40B4-BE49-F238E27FC236}">
                <a16:creationId xmlns:a16="http://schemas.microsoft.com/office/drawing/2014/main" id="{33F91E75-DC69-20E3-7D63-0679BC13D43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84281" y="5085080"/>
            <a:ext cx="764199" cy="764199"/>
          </a:xfrm>
          <a:prstGeom prst="rect">
            <a:avLst/>
          </a:prstGeom>
        </p:spPr>
      </p:pic>
      <p:sp>
        <p:nvSpPr>
          <p:cNvPr id="11" name="직사각형 10">
            <a:extLst>
              <a:ext uri="{FF2B5EF4-FFF2-40B4-BE49-F238E27FC236}">
                <a16:creationId xmlns:a16="http://schemas.microsoft.com/office/drawing/2014/main" id="{0D70A5A5-901A-26CE-E804-8BEF6506A5B2}"/>
              </a:ext>
            </a:extLst>
          </p:cNvPr>
          <p:cNvSpPr/>
          <p:nvPr/>
        </p:nvSpPr>
        <p:spPr>
          <a:xfrm>
            <a:off x="4165600" y="5222240"/>
            <a:ext cx="965200" cy="103632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TextBox 11">
            <a:extLst>
              <a:ext uri="{FF2B5EF4-FFF2-40B4-BE49-F238E27FC236}">
                <a16:creationId xmlns:a16="http://schemas.microsoft.com/office/drawing/2014/main" id="{AA905CEB-5DA9-271E-2C1D-485AE80B3BAB}"/>
              </a:ext>
            </a:extLst>
          </p:cNvPr>
          <p:cNvSpPr txBox="1"/>
          <p:nvPr/>
        </p:nvSpPr>
        <p:spPr>
          <a:xfrm>
            <a:off x="2455183" y="5332695"/>
            <a:ext cx="1298281" cy="369332"/>
          </a:xfrm>
          <a:prstGeom prst="rect">
            <a:avLst/>
          </a:prstGeom>
          <a:noFill/>
        </p:spPr>
        <p:txBody>
          <a:bodyPr wrap="square" rtlCol="0">
            <a:spAutoFit/>
          </a:bodyPr>
          <a:lstStyle/>
          <a:p>
            <a:r>
              <a:rPr lang="ko-KR" altLang="en-US">
                <a:solidFill>
                  <a:srgbClr val="FF0000"/>
                </a:solidFill>
              </a:rPr>
              <a:t>버튼 클릭</a:t>
            </a:r>
          </a:p>
        </p:txBody>
      </p:sp>
      <p:graphicFrame>
        <p:nvGraphicFramePr>
          <p:cNvPr id="13" name="표 12">
            <a:extLst>
              <a:ext uri="{FF2B5EF4-FFF2-40B4-BE49-F238E27FC236}">
                <a16:creationId xmlns:a16="http://schemas.microsoft.com/office/drawing/2014/main" id="{55FC8669-5C4E-FD8C-D6DD-DE40938E760C}"/>
              </a:ext>
            </a:extLst>
          </p:cNvPr>
          <p:cNvGraphicFramePr>
            <a:graphicFrameLocks noGrp="1"/>
          </p:cNvGraphicFramePr>
          <p:nvPr>
            <p:extLst>
              <p:ext uri="{D42A27DB-BD31-4B8C-83A1-F6EECF244321}">
                <p14:modId xmlns:p14="http://schemas.microsoft.com/office/powerpoint/2010/main" val="2599341012"/>
              </p:ext>
            </p:extLst>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버튼을 클릭한다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40193500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70C85114-EC32-F335-45A6-E06A0A4F3176}"/>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9CCF5DF-8A17-BAB4-7D13-0C086960FDB2}"/>
              </a:ext>
            </a:extLst>
          </p:cNvPr>
          <p:cNvSpPr>
            <a:spLocks noGrp="1"/>
          </p:cNvSpPr>
          <p:nvPr>
            <p:ph type="body" sz="quarter" idx="13"/>
          </p:nvPr>
        </p:nvSpPr>
        <p:spPr/>
        <p:txBody>
          <a:bodyPr/>
          <a:lstStyle/>
          <a:p>
            <a:r>
              <a:rPr lang="ko-KR" altLang="en-US"/>
              <a:t>메인페이지 </a:t>
            </a:r>
            <a:r>
              <a:rPr lang="en-US" altLang="ko-KR"/>
              <a:t>– </a:t>
            </a:r>
            <a:r>
              <a:rPr lang="ko-KR" altLang="en-US"/>
              <a:t>문화센터 활동 사이트</a:t>
            </a:r>
          </a:p>
        </p:txBody>
      </p:sp>
      <p:sp>
        <p:nvSpPr>
          <p:cNvPr id="4" name="텍스트 개체 틀 3">
            <a:extLst>
              <a:ext uri="{FF2B5EF4-FFF2-40B4-BE49-F238E27FC236}">
                <a16:creationId xmlns:a16="http://schemas.microsoft.com/office/drawing/2014/main" id="{118095E5-1DAF-945B-0F12-10ABABE1E9E3}"/>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C16BFEDE-779F-BB2A-44D4-F95161F55884}"/>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425E9F98-C4AB-058E-BFCF-08650ECA07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74985" y="1044747"/>
            <a:ext cx="2591684" cy="5147963"/>
          </a:xfrm>
          <a:prstGeom prst="rect">
            <a:avLst/>
          </a:prstGeom>
          <a:ln>
            <a:solidFill>
              <a:schemeClr val="tx1"/>
            </a:solidFill>
          </a:ln>
        </p:spPr>
      </p:pic>
      <p:graphicFrame>
        <p:nvGraphicFramePr>
          <p:cNvPr id="12" name="표 11">
            <a:extLst>
              <a:ext uri="{FF2B5EF4-FFF2-40B4-BE49-F238E27FC236}">
                <a16:creationId xmlns:a16="http://schemas.microsoft.com/office/drawing/2014/main" id="{B32C9190-67EC-E1AF-BEC3-3E03553EAA14}"/>
              </a:ext>
            </a:extLst>
          </p:cNvPr>
          <p:cNvGraphicFramePr>
            <a:graphicFrameLocks noGrp="1"/>
          </p:cNvGraphicFramePr>
          <p:nvPr>
            <p:extLst>
              <p:ext uri="{D42A27DB-BD31-4B8C-83A1-F6EECF244321}">
                <p14:modId xmlns:p14="http://schemas.microsoft.com/office/powerpoint/2010/main" val="4027604554"/>
              </p:ext>
            </p:extLst>
          </p:nvPr>
        </p:nvGraphicFramePr>
        <p:xfrm>
          <a:off x="10038397" y="755897"/>
          <a:ext cx="1999467" cy="779816"/>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메인페이지에서 문화센터 버튼 클릭 시 문화센터 홈페이지로 이동한다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Tree>
    <p:extLst>
      <p:ext uri="{BB962C8B-B14F-4D97-AF65-F5344CB8AC3E}">
        <p14:creationId xmlns:p14="http://schemas.microsoft.com/office/powerpoint/2010/main" val="25422769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49A45FFC-7488-A224-7C84-0BCED8AC6013}"/>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A59CEB34-25AE-85C1-10DF-7CE7EC01FA63}"/>
              </a:ext>
            </a:extLst>
          </p:cNvPr>
          <p:cNvSpPr>
            <a:spLocks noGrp="1"/>
          </p:cNvSpPr>
          <p:nvPr>
            <p:ph type="body" sz="quarter" idx="13"/>
          </p:nvPr>
        </p:nvSpPr>
        <p:spPr/>
        <p:txBody>
          <a:bodyPr/>
          <a:lstStyle/>
          <a:p>
            <a:r>
              <a:rPr lang="ko-KR" altLang="en-US"/>
              <a:t>프로필</a:t>
            </a:r>
          </a:p>
        </p:txBody>
      </p:sp>
      <p:sp>
        <p:nvSpPr>
          <p:cNvPr id="4" name="텍스트 개체 틀 3">
            <a:extLst>
              <a:ext uri="{FF2B5EF4-FFF2-40B4-BE49-F238E27FC236}">
                <a16:creationId xmlns:a16="http://schemas.microsoft.com/office/drawing/2014/main" id="{0E31AD2C-3EF8-ABD6-44A0-06D38DD54551}"/>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16C6CD49-0091-932A-AB09-12B706E00BE7}"/>
              </a:ext>
            </a:extLst>
          </p:cNvPr>
          <p:cNvSpPr>
            <a:spLocks noGrp="1"/>
          </p:cNvSpPr>
          <p:nvPr>
            <p:ph type="body" sz="quarter" idx="16"/>
          </p:nvPr>
        </p:nvSpPr>
        <p:spPr/>
        <p:txBody>
          <a:bodyPr/>
          <a:lstStyle/>
          <a:p>
            <a:endParaRPr lang="ko-KR" altLang="en-US"/>
          </a:p>
        </p:txBody>
      </p:sp>
      <p:pic>
        <p:nvPicPr>
          <p:cNvPr id="11" name="그림 10">
            <a:extLst>
              <a:ext uri="{FF2B5EF4-FFF2-40B4-BE49-F238E27FC236}">
                <a16:creationId xmlns:a16="http://schemas.microsoft.com/office/drawing/2014/main" id="{69852AC7-5255-52D6-4FDA-F078F46C9A6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32572" y="1214436"/>
            <a:ext cx="2478028" cy="4922203"/>
          </a:xfrm>
          <a:prstGeom prst="rect">
            <a:avLst/>
          </a:prstGeom>
          <a:ln>
            <a:solidFill>
              <a:schemeClr val="tx1"/>
            </a:solidFill>
          </a:ln>
        </p:spPr>
      </p:pic>
      <p:sp>
        <p:nvSpPr>
          <p:cNvPr id="16" name="왼쪽 중괄호 15">
            <a:extLst>
              <a:ext uri="{FF2B5EF4-FFF2-40B4-BE49-F238E27FC236}">
                <a16:creationId xmlns:a16="http://schemas.microsoft.com/office/drawing/2014/main" id="{C0DFA2D4-C36C-4E0E-9662-E1777EFDB40A}"/>
              </a:ext>
            </a:extLst>
          </p:cNvPr>
          <p:cNvSpPr/>
          <p:nvPr/>
        </p:nvSpPr>
        <p:spPr>
          <a:xfrm rot="10800000">
            <a:off x="6641098" y="1748636"/>
            <a:ext cx="135622" cy="1207923"/>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7" name="타원 16">
            <a:extLst>
              <a:ext uri="{FF2B5EF4-FFF2-40B4-BE49-F238E27FC236}">
                <a16:creationId xmlns:a16="http://schemas.microsoft.com/office/drawing/2014/main" id="{44A51F56-B612-DB9C-B3EF-1F35FD376AFA}"/>
              </a:ext>
            </a:extLst>
          </p:cNvPr>
          <p:cNvSpPr/>
          <p:nvPr/>
        </p:nvSpPr>
        <p:spPr>
          <a:xfrm>
            <a:off x="6845033" y="224446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graphicFrame>
        <p:nvGraphicFramePr>
          <p:cNvPr id="18" name="표 17">
            <a:extLst>
              <a:ext uri="{FF2B5EF4-FFF2-40B4-BE49-F238E27FC236}">
                <a16:creationId xmlns:a16="http://schemas.microsoft.com/office/drawing/2014/main" id="{A886A406-1907-2505-B978-EA0C7110FBD0}"/>
              </a:ext>
            </a:extLst>
          </p:cNvPr>
          <p:cNvGraphicFramePr>
            <a:graphicFrameLocks noGrp="1"/>
          </p:cNvGraphicFramePr>
          <p:nvPr>
            <p:extLst>
              <p:ext uri="{D42A27DB-BD31-4B8C-83A1-F6EECF244321}">
                <p14:modId xmlns:p14="http://schemas.microsoft.com/office/powerpoint/2010/main" val="2789093062"/>
              </p:ext>
            </p:extLst>
          </p:nvPr>
        </p:nvGraphicFramePr>
        <p:xfrm>
          <a:off x="10038397" y="755897"/>
          <a:ext cx="1999467" cy="244256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프로필 페이지</a:t>
                      </a:r>
                      <a:endPar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endParaRPr>
                    </a:p>
                    <a:p>
                      <a:pPr marL="0" indent="0" algn="l" latinLnBrk="1">
                        <a:lnSpc>
                          <a:spcPct val="100000"/>
                        </a:lnSpc>
                        <a:buFontTx/>
                        <a:buNone/>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사진 등록</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위치 기록</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 기록</a:t>
                      </a:r>
                      <a:endParaRPr kumimoji="0" lang="en-US" altLang="ko-KR" sz="700" b="0" i="0" u="none" strike="noStrike" kern="1200" cap="none" spc="0" normalizeH="0" baseline="0" noProof="0" dirty="0">
                        <a:ln>
                          <a:noFill/>
                        </a:ln>
                        <a:solidFill>
                          <a:schemeClr val="tx1"/>
                        </a:solidFill>
                        <a:effectLst/>
                        <a:uLnTx/>
                        <a:uFillTx/>
                        <a:latin typeface="나눔고딕" panose="020D0604000000000000" pitchFamily="50" charset="-127"/>
                        <a:ea typeface="나눔고딕" panose="020D0604000000000000" pitchFamily="50" charset="-127"/>
                        <a:cs typeface="+mn-cs"/>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프로필 사진을 클릭하면 사진을 등록할 수 있다</a:t>
                      </a:r>
                      <a:r>
                        <a:rPr lang="en-US" altLang="ko-KR" sz="700" b="0" spc="0" baseline="0">
                          <a:solidFill>
                            <a:schemeClr val="tx1"/>
                          </a:solidFill>
                          <a:latin typeface="나눔고딕" panose="020D0604000000000000" pitchFamily="50" charset="-127"/>
                          <a:ea typeface="나눔고딕" panose="020D0604000000000000" pitchFamily="50" charset="-127"/>
                        </a:rPr>
                        <a:t>.</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197894765"/>
                  </a:ext>
                </a:extLst>
              </a:tr>
              <a:tr h="584208">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귀가</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외출 현황을 알 수 있다</a:t>
                      </a:r>
                      <a:r>
                        <a:rPr lang="en-US" altLang="ko-KR" sz="700" b="0" spc="0" baseline="0">
                          <a:solidFill>
                            <a:schemeClr val="tx1"/>
                          </a:solidFill>
                          <a:latin typeface="나눔고딕" panose="020D0604000000000000" pitchFamily="50" charset="-127"/>
                          <a:ea typeface="나눔고딕" panose="020D0604000000000000" pitchFamily="50" charset="-127"/>
                        </a:rPr>
                        <a:t>.</a:t>
                      </a:r>
                    </a:p>
                    <a:p>
                      <a:pPr marL="171450" indent="-171450">
                        <a:lnSpc>
                          <a:spcPct val="100000"/>
                        </a:lnSpc>
                        <a:buFontTx/>
                        <a:buChar char="-"/>
                      </a:pPr>
                      <a:r>
                        <a:rPr lang="ko-KR" altLang="en-US" sz="700" b="0" spc="0" baseline="0">
                          <a:solidFill>
                            <a:schemeClr val="tx1"/>
                          </a:solidFill>
                          <a:latin typeface="나눔고딕" panose="020D0604000000000000" pitchFamily="50" charset="-127"/>
                          <a:ea typeface="나눔고딕" panose="020D0604000000000000" pitchFamily="50" charset="-127"/>
                        </a:rPr>
                        <a:t>지정한 위치</a:t>
                      </a:r>
                      <a:r>
                        <a:rPr lang="en-US" altLang="ko-KR" sz="700" b="0" spc="0" baseline="0">
                          <a:solidFill>
                            <a:schemeClr val="tx1"/>
                          </a:solidFill>
                          <a:latin typeface="나눔고딕" panose="020D0604000000000000" pitchFamily="50" charset="-127"/>
                          <a:ea typeface="나눔고딕" panose="020D0604000000000000" pitchFamily="50" charset="-127"/>
                        </a:rPr>
                        <a:t>(</a:t>
                      </a:r>
                      <a:r>
                        <a:rPr lang="ko-KR" altLang="en-US" sz="700" b="0" spc="0" baseline="0">
                          <a:solidFill>
                            <a:schemeClr val="tx1"/>
                          </a:solidFill>
                          <a:latin typeface="나눔고딕" panose="020D0604000000000000" pitchFamily="50" charset="-127"/>
                          <a:ea typeface="나눔고딕" panose="020D0604000000000000" pitchFamily="50" charset="-127"/>
                        </a:rPr>
                        <a:t>집</a:t>
                      </a: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에서 멀어지면 외출 상태</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marL="171450" indent="-171450">
                        <a:lnSpc>
                          <a:spcPct val="100000"/>
                        </a:lnSpc>
                        <a:buFontTx/>
                        <a:buChar char="-"/>
                      </a:pPr>
                      <a:r>
                        <a:rPr lang="ko-KR" altLang="en-US" sz="700" b="0" spc="0" baseline="0">
                          <a:solidFill>
                            <a:schemeClr val="tx1"/>
                          </a:solidFill>
                          <a:latin typeface="나눔고딕" panose="020D0604000000000000" pitchFamily="50" charset="-127"/>
                          <a:ea typeface="나눔고딕" panose="020D0604000000000000" pitchFamily="50" charset="-127"/>
                        </a:rPr>
                        <a:t>지정한 위치 반경 이내면 귀가 상태</a:t>
                      </a:r>
                      <a:endParaRPr lang="en-US" altLang="ko-KR" sz="700" b="0" spc="0" baseline="0" dirty="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44090217"/>
                  </a:ext>
                </a:extLst>
              </a:tr>
              <a:tr h="494330">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nSpc>
                          <a:spcPct val="100000"/>
                        </a:lnSpc>
                      </a:pPr>
                      <a:r>
                        <a:rPr lang="ko-KR" altLang="en-US" sz="700" b="0" spc="0" baseline="0">
                          <a:solidFill>
                            <a:schemeClr val="tx1"/>
                          </a:solidFill>
                          <a:latin typeface="나눔고딕" panose="020D0604000000000000" pitchFamily="50" charset="-127"/>
                          <a:ea typeface="나눔고딕" panose="020D0604000000000000" pitchFamily="50" charset="-127"/>
                        </a:rPr>
                        <a:t>일전 관리를 위한 알림 기능</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보호자가 알림 기능을 추가 가능</a:t>
                      </a:r>
                      <a:endParaRPr lang="en-US" altLang="ko-KR" sz="700" b="0" spc="0" baseline="0">
                        <a:solidFill>
                          <a:schemeClr val="tx1"/>
                        </a:solidFill>
                        <a:latin typeface="나눔고딕" panose="020D0604000000000000" pitchFamily="50" charset="-127"/>
                        <a:ea typeface="나눔고딕" panose="020D0604000000000000" pitchFamily="50" charset="-127"/>
                      </a:endParaRPr>
                    </a:p>
                    <a:p>
                      <a:pPr>
                        <a:lnSpc>
                          <a:spcPct val="100000"/>
                        </a:lnSpc>
                      </a:pPr>
                      <a:r>
                        <a:rPr lang="en-US" altLang="ko-KR" sz="700" b="0" spc="0" baseline="0">
                          <a:solidFill>
                            <a:schemeClr val="tx1"/>
                          </a:solidFill>
                          <a:latin typeface="나눔고딕" panose="020D0604000000000000" pitchFamily="50" charset="-127"/>
                          <a:ea typeface="나눔고딕" panose="020D0604000000000000" pitchFamily="50" charset="-127"/>
                        </a:rPr>
                        <a:t>- </a:t>
                      </a:r>
                      <a:r>
                        <a:rPr lang="ko-KR" altLang="en-US" sz="700" b="0" spc="0" baseline="0">
                          <a:solidFill>
                            <a:schemeClr val="tx1"/>
                          </a:solidFill>
                          <a:latin typeface="나눔고딕" panose="020D0604000000000000" pitchFamily="50" charset="-127"/>
                          <a:ea typeface="나눔고딕" panose="020D0604000000000000" pitchFamily="50" charset="-127"/>
                        </a:rPr>
                        <a:t>시니어는 해당 시간에 알림 수신</a:t>
                      </a:r>
                      <a:endParaRPr lang="en-US" altLang="ko-KR" sz="700" b="0" spc="0" baseline="0">
                        <a:solidFill>
                          <a:schemeClr val="tx1"/>
                        </a:solidFill>
                        <a:latin typeface="나눔고딕" panose="020D0604000000000000" pitchFamily="50" charset="-127"/>
                        <a:ea typeface="나눔고딕" panose="020D0604000000000000" pitchFamily="50" charset="-127"/>
                      </a:endParaRP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2"/>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19" name="왼쪽 중괄호 18">
            <a:extLst>
              <a:ext uri="{FF2B5EF4-FFF2-40B4-BE49-F238E27FC236}">
                <a16:creationId xmlns:a16="http://schemas.microsoft.com/office/drawing/2014/main" id="{7155AA0C-01EB-91A4-7D81-DD02BD8FB524}"/>
              </a:ext>
            </a:extLst>
          </p:cNvPr>
          <p:cNvSpPr/>
          <p:nvPr/>
        </p:nvSpPr>
        <p:spPr>
          <a:xfrm rot="10800000">
            <a:off x="6573287" y="3901442"/>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0" name="왼쪽 중괄호 19">
            <a:extLst>
              <a:ext uri="{FF2B5EF4-FFF2-40B4-BE49-F238E27FC236}">
                <a16:creationId xmlns:a16="http://schemas.microsoft.com/office/drawing/2014/main" id="{FDF4541C-7460-E17E-5880-E413D1D6579F}"/>
              </a:ext>
            </a:extLst>
          </p:cNvPr>
          <p:cNvSpPr/>
          <p:nvPr/>
        </p:nvSpPr>
        <p:spPr>
          <a:xfrm rot="10800000">
            <a:off x="6563127" y="4846326"/>
            <a:ext cx="135622" cy="690878"/>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21" name="타원 20">
            <a:extLst>
              <a:ext uri="{FF2B5EF4-FFF2-40B4-BE49-F238E27FC236}">
                <a16:creationId xmlns:a16="http://schemas.microsoft.com/office/drawing/2014/main" id="{E3E3C023-BC63-A271-FEB4-AA6AD7842269}"/>
              </a:ext>
            </a:extLst>
          </p:cNvPr>
          <p:cNvSpPr/>
          <p:nvPr/>
        </p:nvSpPr>
        <p:spPr>
          <a:xfrm>
            <a:off x="6771595" y="4138744"/>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22" name="타원 21">
            <a:extLst>
              <a:ext uri="{FF2B5EF4-FFF2-40B4-BE49-F238E27FC236}">
                <a16:creationId xmlns:a16="http://schemas.microsoft.com/office/drawing/2014/main" id="{36FA9DA3-F3E2-4118-DD2C-3646A233A8ED}"/>
              </a:ext>
            </a:extLst>
          </p:cNvPr>
          <p:cNvSpPr/>
          <p:nvPr/>
        </p:nvSpPr>
        <p:spPr>
          <a:xfrm>
            <a:off x="6756730" y="5083628"/>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048215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20E4DFD2-B69E-EB37-5C1C-8FD47B59561F}"/>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1024103B-8B65-1E71-3A84-995BBA6BF3F9}"/>
              </a:ext>
            </a:extLst>
          </p:cNvPr>
          <p:cNvSpPr>
            <a:spLocks noGrp="1"/>
          </p:cNvSpPr>
          <p:nvPr>
            <p:ph type="body" sz="quarter" idx="13"/>
          </p:nvPr>
        </p:nvSpPr>
        <p:spPr/>
        <p:txBody>
          <a:bodyPr/>
          <a:lstStyle/>
          <a:p>
            <a:r>
              <a:rPr lang="ko-KR" altLang="en-US"/>
              <a:t>알림 기록 </a:t>
            </a:r>
            <a:r>
              <a:rPr lang="en-US" altLang="ko-KR"/>
              <a:t>- </a:t>
            </a:r>
            <a:r>
              <a:rPr lang="ko-KR" altLang="en-US"/>
              <a:t>시니어용</a:t>
            </a:r>
          </a:p>
        </p:txBody>
      </p:sp>
      <p:sp>
        <p:nvSpPr>
          <p:cNvPr id="4" name="텍스트 개체 틀 3">
            <a:extLst>
              <a:ext uri="{FF2B5EF4-FFF2-40B4-BE49-F238E27FC236}">
                <a16:creationId xmlns:a16="http://schemas.microsoft.com/office/drawing/2014/main" id="{D8E04BEC-5634-46E3-AC81-E14BF8A07FCD}"/>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952AFE02-A085-0934-868E-A2B045CE5736}"/>
              </a:ext>
            </a:extLst>
          </p:cNvPr>
          <p:cNvSpPr>
            <a:spLocks noGrp="1"/>
          </p:cNvSpPr>
          <p:nvPr>
            <p:ph type="body" sz="quarter" idx="16"/>
          </p:nvPr>
        </p:nvSpPr>
        <p:spPr/>
        <p:txBody>
          <a:bodyPr/>
          <a:lstStyle/>
          <a:p>
            <a:endParaRPr lang="ko-KR" altLang="en-US"/>
          </a:p>
        </p:txBody>
      </p:sp>
      <p:pic>
        <p:nvPicPr>
          <p:cNvPr id="9" name="그림 8">
            <a:extLst>
              <a:ext uri="{FF2B5EF4-FFF2-40B4-BE49-F238E27FC236}">
                <a16:creationId xmlns:a16="http://schemas.microsoft.com/office/drawing/2014/main" id="{CD82CD60-107E-0FA2-A8E0-FD4F204AC4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84140" y="986896"/>
            <a:ext cx="2458900" cy="4884208"/>
          </a:xfrm>
          <a:prstGeom prst="rect">
            <a:avLst/>
          </a:prstGeom>
          <a:ln>
            <a:solidFill>
              <a:schemeClr val="tx1"/>
            </a:solidFill>
          </a:ln>
        </p:spPr>
      </p:pic>
      <p:graphicFrame>
        <p:nvGraphicFramePr>
          <p:cNvPr id="6" name="표 5">
            <a:extLst>
              <a:ext uri="{FF2B5EF4-FFF2-40B4-BE49-F238E27FC236}">
                <a16:creationId xmlns:a16="http://schemas.microsoft.com/office/drawing/2014/main" id="{38A67CD7-8247-4D91-8DBE-E32925DFB0A6}"/>
              </a:ext>
            </a:extLst>
          </p:cNvPr>
          <p:cNvGraphicFramePr>
            <a:graphicFrameLocks noGrp="1"/>
          </p:cNvGraphicFramePr>
          <p:nvPr>
            <p:extLst>
              <p:ext uri="{D42A27DB-BD31-4B8C-83A1-F6EECF244321}">
                <p14:modId xmlns:p14="http://schemas.microsoft.com/office/powerpoint/2010/main" val="499451311"/>
              </p:ext>
            </p:extLst>
          </p:nvPr>
        </p:nvGraphicFramePr>
        <p:xfrm>
          <a:off x="10038397" y="755897"/>
          <a:ext cx="1999467" cy="1225769"/>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시니어는 알림 버튼을 클릭하면 알림 내역들을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스크롤을 내리면 과거 알림 내역을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10026436"/>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20329F0E-6652-1283-99A3-09C45FF24E4C}"/>
              </a:ext>
            </a:extLst>
          </p:cNvPr>
          <p:cNvSpPr/>
          <p:nvPr/>
        </p:nvSpPr>
        <p:spPr>
          <a:xfrm rot="10800000">
            <a:off x="6641097" y="1748635"/>
            <a:ext cx="203935" cy="3727604"/>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BCA25771-EB7B-1ECA-117F-7F97D239DF67}"/>
              </a:ext>
            </a:extLst>
          </p:cNvPr>
          <p:cNvSpPr/>
          <p:nvPr/>
        </p:nvSpPr>
        <p:spPr>
          <a:xfrm>
            <a:off x="6916416" y="3504300"/>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2461657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E566822B-D9D0-7975-78E1-62F204365AA0}"/>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C8FD5EBA-7A0F-223A-5F2C-C0B0682F541F}"/>
              </a:ext>
            </a:extLst>
          </p:cNvPr>
          <p:cNvSpPr>
            <a:spLocks noGrp="1"/>
          </p:cNvSpPr>
          <p:nvPr>
            <p:ph type="body" sz="quarter" idx="13"/>
          </p:nvPr>
        </p:nvSpPr>
        <p:spPr/>
        <p:txBody>
          <a:bodyPr/>
          <a:lstStyle/>
          <a:p>
            <a:r>
              <a:rPr lang="ko-KR" altLang="en-US"/>
              <a:t>알림 기록 </a:t>
            </a:r>
            <a:r>
              <a:rPr lang="en-US" altLang="ko-KR"/>
              <a:t>- </a:t>
            </a:r>
            <a:r>
              <a:rPr lang="ko-KR" altLang="en-US"/>
              <a:t>보호자용</a:t>
            </a:r>
          </a:p>
        </p:txBody>
      </p:sp>
      <p:sp>
        <p:nvSpPr>
          <p:cNvPr id="4" name="텍스트 개체 틀 3">
            <a:extLst>
              <a:ext uri="{FF2B5EF4-FFF2-40B4-BE49-F238E27FC236}">
                <a16:creationId xmlns:a16="http://schemas.microsoft.com/office/drawing/2014/main" id="{216D35E0-E105-EF1B-E952-B49B0C4AA739}"/>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C6668964-84D1-778B-FB04-959D4D829144}"/>
              </a:ext>
            </a:extLst>
          </p:cNvPr>
          <p:cNvSpPr>
            <a:spLocks noGrp="1"/>
          </p:cNvSpPr>
          <p:nvPr>
            <p:ph type="body" sz="quarter" idx="16"/>
          </p:nvPr>
        </p:nvSpPr>
        <p:spPr/>
        <p:txBody>
          <a:bodyPr/>
          <a:lstStyle/>
          <a:p>
            <a:endParaRPr lang="ko-KR" altLang="en-US"/>
          </a:p>
        </p:txBody>
      </p:sp>
      <p:pic>
        <p:nvPicPr>
          <p:cNvPr id="7" name="그림 6">
            <a:extLst>
              <a:ext uri="{FF2B5EF4-FFF2-40B4-BE49-F238E27FC236}">
                <a16:creationId xmlns:a16="http://schemas.microsoft.com/office/drawing/2014/main" id="{83E433D8-2E61-D54E-1A91-01897751F9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15470" y="933927"/>
            <a:ext cx="2512232" cy="4990146"/>
          </a:xfrm>
          <a:prstGeom prst="rect">
            <a:avLst/>
          </a:prstGeom>
          <a:ln>
            <a:solidFill>
              <a:schemeClr val="tx1"/>
            </a:solidFill>
          </a:ln>
        </p:spPr>
      </p:pic>
      <p:graphicFrame>
        <p:nvGraphicFramePr>
          <p:cNvPr id="8" name="표 7">
            <a:extLst>
              <a:ext uri="{FF2B5EF4-FFF2-40B4-BE49-F238E27FC236}">
                <a16:creationId xmlns:a16="http://schemas.microsoft.com/office/drawing/2014/main" id="{36027883-85BF-3529-B116-518FCBAD78C7}"/>
              </a:ext>
            </a:extLst>
          </p:cNvPr>
          <p:cNvGraphicFramePr>
            <a:graphicFrameLocks noGrp="1"/>
          </p:cNvGraphicFramePr>
          <p:nvPr>
            <p:extLst>
              <p:ext uri="{D42A27DB-BD31-4B8C-83A1-F6EECF244321}">
                <p14:modId xmlns:p14="http://schemas.microsoft.com/office/powerpoint/2010/main" val="2802502397"/>
              </p:ext>
            </p:extLst>
          </p:nvPr>
        </p:nvGraphicFramePr>
        <p:xfrm>
          <a:off x="10038397" y="755897"/>
          <a:ext cx="1999467" cy="1289942"/>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보호자는 알림 버튼을 클릭하면 알림 내역들을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p>
                      <a:pPr marL="0" marR="0" lvl="0" indent="0" algn="l" defTabSz="914400" rtl="0" eaLnBrk="1" fontAlgn="auto" latinLnBrk="1" hangingPunct="1">
                        <a:lnSpc>
                          <a:spcPct val="100000"/>
                        </a:lnSpc>
                        <a:spcBef>
                          <a:spcPts val="0"/>
                        </a:spcBef>
                        <a:spcAft>
                          <a:spcPts val="0"/>
                        </a:spcAft>
                        <a:buClrTx/>
                        <a:buSzTx/>
                        <a:buFont typeface="Arial" panose="020B0604020202020204" pitchFamily="34" charset="0"/>
                        <a:buNone/>
                        <a:tabLst/>
                        <a:defRPr/>
                      </a:pP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스크롤 내리면 이전 알림 내역 확인할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1390631"/>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플러스 버튼을 누르면 새로운 알림을 추가할 수 있다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9" name="왼쪽 중괄호 8">
            <a:extLst>
              <a:ext uri="{FF2B5EF4-FFF2-40B4-BE49-F238E27FC236}">
                <a16:creationId xmlns:a16="http://schemas.microsoft.com/office/drawing/2014/main" id="{2FF5C451-8F13-20BB-43B0-2742851AF1DA}"/>
              </a:ext>
            </a:extLst>
          </p:cNvPr>
          <p:cNvSpPr/>
          <p:nvPr/>
        </p:nvSpPr>
        <p:spPr>
          <a:xfrm rot="10800000">
            <a:off x="6600457" y="4917439"/>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464F0258-358A-DD11-767D-624FD593C359}"/>
              </a:ext>
            </a:extLst>
          </p:cNvPr>
          <p:cNvSpPr/>
          <p:nvPr/>
        </p:nvSpPr>
        <p:spPr>
          <a:xfrm>
            <a:off x="6869794" y="505314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9DD21CA0-F4D3-0DD2-359A-DEBC4B10C243}"/>
              </a:ext>
            </a:extLst>
          </p:cNvPr>
          <p:cNvSpPr/>
          <p:nvPr/>
        </p:nvSpPr>
        <p:spPr>
          <a:xfrm rot="10800000">
            <a:off x="6600456" y="1939938"/>
            <a:ext cx="196583" cy="2794621"/>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9030B97F-E775-580B-01E4-DC8265C8D397}"/>
              </a:ext>
            </a:extLst>
          </p:cNvPr>
          <p:cNvSpPr/>
          <p:nvPr/>
        </p:nvSpPr>
        <p:spPr>
          <a:xfrm>
            <a:off x="6849472" y="3229111"/>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35453928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6ECBEFC4-90BA-310E-F2D1-3C1830D61DFE}"/>
              </a:ext>
            </a:extLst>
          </p:cNvPr>
          <p:cNvSpPr>
            <a:spLocks noGrp="1"/>
          </p:cNvSpPr>
          <p:nvPr>
            <p:ph type="title"/>
          </p:nvPr>
        </p:nvSpPr>
        <p:spPr/>
        <p:txBody>
          <a:bodyPr/>
          <a:lstStyle/>
          <a:p>
            <a:endParaRPr lang="ko-KR" altLang="en-US"/>
          </a:p>
        </p:txBody>
      </p:sp>
      <p:sp>
        <p:nvSpPr>
          <p:cNvPr id="3" name="텍스트 개체 틀 2">
            <a:extLst>
              <a:ext uri="{FF2B5EF4-FFF2-40B4-BE49-F238E27FC236}">
                <a16:creationId xmlns:a16="http://schemas.microsoft.com/office/drawing/2014/main" id="{452E3AF9-892B-9614-8797-C81E87F54099}"/>
              </a:ext>
            </a:extLst>
          </p:cNvPr>
          <p:cNvSpPr>
            <a:spLocks noGrp="1"/>
          </p:cNvSpPr>
          <p:nvPr>
            <p:ph type="body" sz="quarter" idx="13"/>
          </p:nvPr>
        </p:nvSpPr>
        <p:spPr/>
        <p:txBody>
          <a:bodyPr/>
          <a:lstStyle/>
          <a:p>
            <a:r>
              <a:rPr lang="ko-KR" altLang="en-US"/>
              <a:t>알림추가</a:t>
            </a:r>
          </a:p>
        </p:txBody>
      </p:sp>
      <p:sp>
        <p:nvSpPr>
          <p:cNvPr id="4" name="텍스트 개체 틀 3">
            <a:extLst>
              <a:ext uri="{FF2B5EF4-FFF2-40B4-BE49-F238E27FC236}">
                <a16:creationId xmlns:a16="http://schemas.microsoft.com/office/drawing/2014/main" id="{13FBE581-6830-2D8B-BB4D-50C7D85FE8E6}"/>
              </a:ext>
            </a:extLst>
          </p:cNvPr>
          <p:cNvSpPr>
            <a:spLocks noGrp="1"/>
          </p:cNvSpPr>
          <p:nvPr>
            <p:ph type="body" sz="quarter" idx="15"/>
          </p:nvPr>
        </p:nvSpPr>
        <p:spPr/>
        <p:txBody>
          <a:bodyPr/>
          <a:lstStyle/>
          <a:p>
            <a:endParaRPr lang="ko-KR" altLang="en-US"/>
          </a:p>
        </p:txBody>
      </p:sp>
      <p:sp>
        <p:nvSpPr>
          <p:cNvPr id="5" name="텍스트 개체 틀 4">
            <a:extLst>
              <a:ext uri="{FF2B5EF4-FFF2-40B4-BE49-F238E27FC236}">
                <a16:creationId xmlns:a16="http://schemas.microsoft.com/office/drawing/2014/main" id="{61A033B0-9915-C2BE-AF19-4DECAF1AE8A4}"/>
              </a:ext>
            </a:extLst>
          </p:cNvPr>
          <p:cNvSpPr>
            <a:spLocks noGrp="1"/>
          </p:cNvSpPr>
          <p:nvPr>
            <p:ph type="body" sz="quarter" idx="16"/>
          </p:nvPr>
        </p:nvSpPr>
        <p:spPr/>
        <p:txBody>
          <a:bodyPr/>
          <a:lstStyle/>
          <a:p>
            <a:endParaRPr lang="ko-KR" altLang="en-US"/>
          </a:p>
        </p:txBody>
      </p:sp>
      <p:pic>
        <p:nvPicPr>
          <p:cNvPr id="13" name="그림 12">
            <a:extLst>
              <a:ext uri="{FF2B5EF4-FFF2-40B4-BE49-F238E27FC236}">
                <a16:creationId xmlns:a16="http://schemas.microsoft.com/office/drawing/2014/main" id="{DAA7B27F-BD96-B7E0-BE93-52A124E05F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05114" y="1066800"/>
            <a:ext cx="2593635" cy="5151838"/>
          </a:xfrm>
          <a:prstGeom prst="rect">
            <a:avLst/>
          </a:prstGeom>
          <a:ln>
            <a:solidFill>
              <a:schemeClr val="tx1"/>
            </a:solidFill>
          </a:ln>
        </p:spPr>
      </p:pic>
      <p:graphicFrame>
        <p:nvGraphicFramePr>
          <p:cNvPr id="6" name="표 5">
            <a:extLst>
              <a:ext uri="{FF2B5EF4-FFF2-40B4-BE49-F238E27FC236}">
                <a16:creationId xmlns:a16="http://schemas.microsoft.com/office/drawing/2014/main" id="{1A1F7B8C-CD96-F834-6877-25783ACC3E1E}"/>
              </a:ext>
            </a:extLst>
          </p:cNvPr>
          <p:cNvGraphicFramePr>
            <a:graphicFrameLocks noGrp="1"/>
          </p:cNvGraphicFramePr>
          <p:nvPr>
            <p:extLst>
              <p:ext uri="{D42A27DB-BD31-4B8C-83A1-F6EECF244321}">
                <p14:modId xmlns:p14="http://schemas.microsoft.com/office/powerpoint/2010/main" val="1227649238"/>
              </p:ext>
            </p:extLst>
          </p:nvPr>
        </p:nvGraphicFramePr>
        <p:xfrm>
          <a:off x="10038397" y="755897"/>
          <a:ext cx="1999467" cy="2563628"/>
        </p:xfrm>
        <a:graphic>
          <a:graphicData uri="http://schemas.openxmlformats.org/drawingml/2006/table">
            <a:tbl>
              <a:tblPr firstRow="1" bandRow="1">
                <a:tableStyleId>{5C22544A-7EE6-4342-B048-85BDC9FD1C3A}</a:tableStyleId>
              </a:tblPr>
              <a:tblGrid>
                <a:gridCol w="250933">
                  <a:extLst>
                    <a:ext uri="{9D8B030D-6E8A-4147-A177-3AD203B41FA5}">
                      <a16:colId xmlns:a16="http://schemas.microsoft.com/office/drawing/2014/main" val="3530039664"/>
                    </a:ext>
                  </a:extLst>
                </a:gridCol>
                <a:gridCol w="1748534">
                  <a:extLst>
                    <a:ext uri="{9D8B030D-6E8A-4147-A177-3AD203B41FA5}">
                      <a16:colId xmlns:a16="http://schemas.microsoft.com/office/drawing/2014/main" val="2911310704"/>
                    </a:ext>
                  </a:extLst>
                </a:gridCol>
              </a:tblGrid>
              <a:tr h="445953">
                <a:tc>
                  <a:txBody>
                    <a:bodyPr/>
                    <a:lstStyle/>
                    <a:p>
                      <a:pPr algn="ctr" latinLnBrk="1"/>
                      <a:r>
                        <a:rPr lang="en-US" altLang="ko-KR" sz="700" b="1" spc="0" baseline="0" dirty="0">
                          <a:solidFill>
                            <a:schemeClr val="tx1">
                              <a:lumMod val="95000"/>
                              <a:lumOff val="5000"/>
                            </a:schemeClr>
                          </a:solidFill>
                          <a:latin typeface="Arial Black" panose="020B0A04020102020204" pitchFamily="34" charset="0"/>
                          <a:ea typeface="한컴 윤고딕 230" pitchFamily="18" charset="-127"/>
                        </a:rPr>
                        <a:t>0</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알림을 추가한다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0000"/>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1</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날짜를 선택한다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12809653"/>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2</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시간을 선택한다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757913866"/>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3</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내용을 </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20</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자 이내로 작성한다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7713764"/>
                  </a:ext>
                </a:extLst>
              </a:tr>
              <a:tr h="445953">
                <a:tc>
                  <a:txBody>
                    <a:bodyPr/>
                    <a:lstStyle/>
                    <a:p>
                      <a:pPr algn="ctr" latinLnBrk="1"/>
                      <a:r>
                        <a:rPr lang="en-US" altLang="ko-KR" sz="700" b="1" spc="0" baseline="0">
                          <a:solidFill>
                            <a:schemeClr val="tx1">
                              <a:lumMod val="95000"/>
                              <a:lumOff val="5000"/>
                            </a:schemeClr>
                          </a:solidFill>
                          <a:latin typeface="Arial Black" panose="020B0A04020102020204" pitchFamily="34" charset="0"/>
                          <a:ea typeface="한컴 윤고딕 230" pitchFamily="18" charset="-127"/>
                        </a:rPr>
                        <a:t>4</a:t>
                      </a:r>
                      <a:endParaRPr lang="ko-KR" altLang="en-US" sz="700" b="1" spc="0" baseline="0" dirty="0">
                        <a:solidFill>
                          <a:schemeClr val="tx1">
                            <a:lumMod val="95000"/>
                            <a:lumOff val="5000"/>
                          </a:schemeClr>
                        </a:solidFill>
                        <a:latin typeface="Arial Black" panose="020B0A04020102020204" pitchFamily="34" charset="0"/>
                        <a:ea typeface="한컴 윤고딕 230" pitchFamily="18" charset="-127"/>
                      </a:endParaRPr>
                    </a:p>
                  </a:txBody>
                  <a:tcPr marL="32079" marR="32079" marT="41703" marB="41703" anchor="ctr">
                    <a:lnL w="3175" cap="flat" cmpd="sng" algn="ctr">
                      <a:noFill/>
                      <a:prstDash val="solid"/>
                      <a:round/>
                      <a:headEnd type="none" w="med" len="med"/>
                      <a:tailEnd type="none" w="med" len="med"/>
                    </a:lnL>
                    <a:lnR w="3175" cap="flat" cmpd="sng" algn="ctr">
                      <a:solidFill>
                        <a:schemeClr val="tx1">
                          <a:lumMod val="75000"/>
                          <a:lumOff val="25000"/>
                        </a:schemeClr>
                      </a:solid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indent="0" algn="l" latinLnBrk="1">
                        <a:lnSpc>
                          <a:spcPct val="100000"/>
                        </a:lnSpc>
                        <a:buFont typeface="Arial" panose="020B0604020202020204" pitchFamily="34" charset="0"/>
                        <a:buNone/>
                      </a:pP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모두 작성했으면 </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추가하기</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 </a:t>
                      </a:r>
                      <a:r>
                        <a:rPr kumimoji="0" lang="ko-KR" altLang="en-US"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버튼을 눌러 최종적으로 알림을 등록해준다</a:t>
                      </a:r>
                      <a:r>
                        <a:rPr kumimoji="0" lang="en-US" altLang="ko-KR" sz="700" b="0" i="0" u="none" strike="noStrike" kern="1200" cap="none" spc="0" normalizeH="0" baseline="0" noProof="0">
                          <a:ln>
                            <a:noFill/>
                          </a:ln>
                          <a:solidFill>
                            <a:schemeClr val="tx1"/>
                          </a:solidFill>
                          <a:effectLst/>
                          <a:uLnTx/>
                          <a:uFillTx/>
                          <a:latin typeface="나눔고딕" panose="020D0604000000000000" pitchFamily="50" charset="-127"/>
                          <a:ea typeface="나눔고딕" panose="020D0604000000000000" pitchFamily="50" charset="-127"/>
                          <a:cs typeface="+mn-cs"/>
                        </a:rPr>
                        <a:t>.</a:t>
                      </a:r>
                    </a:p>
                  </a:txBody>
                  <a:tcPr marL="48119" marR="48119" marT="41703" marB="41703" anchor="ctr">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285525047"/>
                  </a:ext>
                </a:extLst>
              </a:tr>
              <a:tr h="333863">
                <a:tc gridSpan="2">
                  <a:txBody>
                    <a:bodyPr/>
                    <a:lstStyle/>
                    <a:p>
                      <a:pPr algn="ctr" latinLnBrk="1"/>
                      <a:r>
                        <a:rPr lang="ko-KR" altLang="en-US" sz="700" b="1" spc="0" baseline="0" dirty="0">
                          <a:latin typeface="+mn-ea"/>
                          <a:ea typeface="+mn-ea"/>
                        </a:rPr>
                        <a:t>확인 및 이슈사항</a:t>
                      </a:r>
                    </a:p>
                  </a:txBody>
                  <a:tcPr marL="48119" marR="48119" marT="41703" marB="41703"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hMerge="1">
                  <a:txBody>
                    <a:bodyPr/>
                    <a:lstStyle/>
                    <a:p>
                      <a:pPr latinLnBrk="1"/>
                      <a:endParaRPr lang="ko-KR" altLang="en-US" sz="800" dirty="0"/>
                    </a:p>
                  </a:txBody>
                  <a:tcPr marL="54000" marR="54000" marT="46800" marB="46800">
                    <a:lnL w="3175" cap="flat" cmpd="sng" algn="ctr">
                      <a:solidFill>
                        <a:schemeClr val="tx1">
                          <a:lumMod val="75000"/>
                          <a:lumOff val="2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75000"/>
                          <a:lumOff val="25000"/>
                        </a:schemeClr>
                      </a:solidFill>
                      <a:prstDash val="solid"/>
                      <a:round/>
                      <a:headEnd type="none" w="med" len="med"/>
                      <a:tailEnd type="none" w="med" len="med"/>
                    </a:lnT>
                    <a:lnB w="3175" cap="flat" cmpd="sng" algn="ctr">
                      <a:solidFill>
                        <a:schemeClr val="tx1">
                          <a:lumMod val="75000"/>
                          <a:lumOff val="2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00467272"/>
                  </a:ext>
                </a:extLst>
              </a:tr>
            </a:tbl>
          </a:graphicData>
        </a:graphic>
      </p:graphicFrame>
      <p:sp>
        <p:nvSpPr>
          <p:cNvPr id="7" name="왼쪽 중괄호 6">
            <a:extLst>
              <a:ext uri="{FF2B5EF4-FFF2-40B4-BE49-F238E27FC236}">
                <a16:creationId xmlns:a16="http://schemas.microsoft.com/office/drawing/2014/main" id="{455A6301-BBCE-B33D-20F2-1BD3819B96EF}"/>
              </a:ext>
            </a:extLst>
          </p:cNvPr>
          <p:cNvSpPr/>
          <p:nvPr/>
        </p:nvSpPr>
        <p:spPr>
          <a:xfrm rot="10800000">
            <a:off x="6698749" y="1981666"/>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8" name="타원 7">
            <a:extLst>
              <a:ext uri="{FF2B5EF4-FFF2-40B4-BE49-F238E27FC236}">
                <a16:creationId xmlns:a16="http://schemas.microsoft.com/office/drawing/2014/main" id="{668DC6FF-3381-8A0A-93D7-1C09D7F6A145}"/>
              </a:ext>
            </a:extLst>
          </p:cNvPr>
          <p:cNvSpPr/>
          <p:nvPr/>
        </p:nvSpPr>
        <p:spPr>
          <a:xfrm>
            <a:off x="6968086" y="211736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1</a:t>
            </a:r>
            <a:endParaRPr lang="ko-KR" altLang="en-US" sz="900" dirty="0">
              <a:latin typeface="Arial Black" panose="020B0A04020102020204" pitchFamily="34" charset="0"/>
            </a:endParaRPr>
          </a:p>
        </p:txBody>
      </p:sp>
      <p:sp>
        <p:nvSpPr>
          <p:cNvPr id="9" name="왼쪽 중괄호 8">
            <a:extLst>
              <a:ext uri="{FF2B5EF4-FFF2-40B4-BE49-F238E27FC236}">
                <a16:creationId xmlns:a16="http://schemas.microsoft.com/office/drawing/2014/main" id="{52DA9A3C-3C68-EAF2-DBE3-CB8853B22B64}"/>
              </a:ext>
            </a:extLst>
          </p:cNvPr>
          <p:cNvSpPr/>
          <p:nvPr/>
        </p:nvSpPr>
        <p:spPr>
          <a:xfrm rot="10800000">
            <a:off x="6698749" y="2540466"/>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0" name="타원 9">
            <a:extLst>
              <a:ext uri="{FF2B5EF4-FFF2-40B4-BE49-F238E27FC236}">
                <a16:creationId xmlns:a16="http://schemas.microsoft.com/office/drawing/2014/main" id="{E9B38CDC-177A-3D21-8F7B-47D875EFD672}"/>
              </a:ext>
            </a:extLst>
          </p:cNvPr>
          <p:cNvSpPr/>
          <p:nvPr/>
        </p:nvSpPr>
        <p:spPr>
          <a:xfrm>
            <a:off x="6968086" y="2676169"/>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2</a:t>
            </a:r>
            <a:endParaRPr lang="ko-KR" altLang="en-US" sz="900" dirty="0">
              <a:latin typeface="Arial Black" panose="020B0A04020102020204" pitchFamily="34" charset="0"/>
            </a:endParaRPr>
          </a:p>
        </p:txBody>
      </p:sp>
      <p:sp>
        <p:nvSpPr>
          <p:cNvPr id="11" name="왼쪽 중괄호 10">
            <a:extLst>
              <a:ext uri="{FF2B5EF4-FFF2-40B4-BE49-F238E27FC236}">
                <a16:creationId xmlns:a16="http://schemas.microsoft.com/office/drawing/2014/main" id="{EE4DCFC5-E7B5-21DE-4304-4D6F3EC508B5}"/>
              </a:ext>
            </a:extLst>
          </p:cNvPr>
          <p:cNvSpPr/>
          <p:nvPr/>
        </p:nvSpPr>
        <p:spPr>
          <a:xfrm rot="10800000">
            <a:off x="6698748" y="3071089"/>
            <a:ext cx="216271" cy="1846350"/>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2" name="타원 11">
            <a:extLst>
              <a:ext uri="{FF2B5EF4-FFF2-40B4-BE49-F238E27FC236}">
                <a16:creationId xmlns:a16="http://schemas.microsoft.com/office/drawing/2014/main" id="{1D3BD579-A829-FF4B-EBAD-45B70ED65DB8}"/>
              </a:ext>
            </a:extLst>
          </p:cNvPr>
          <p:cNvSpPr/>
          <p:nvPr/>
        </p:nvSpPr>
        <p:spPr>
          <a:xfrm>
            <a:off x="6968086" y="385742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3</a:t>
            </a:r>
            <a:endParaRPr lang="ko-KR" altLang="en-US" sz="900" dirty="0">
              <a:latin typeface="Arial Black" panose="020B0A04020102020204" pitchFamily="34" charset="0"/>
            </a:endParaRPr>
          </a:p>
        </p:txBody>
      </p:sp>
      <p:sp>
        <p:nvSpPr>
          <p:cNvPr id="14" name="왼쪽 중괄호 13">
            <a:extLst>
              <a:ext uri="{FF2B5EF4-FFF2-40B4-BE49-F238E27FC236}">
                <a16:creationId xmlns:a16="http://schemas.microsoft.com/office/drawing/2014/main" id="{F419E0BE-5086-9398-423E-4BE6282D210B}"/>
              </a:ext>
            </a:extLst>
          </p:cNvPr>
          <p:cNvSpPr/>
          <p:nvPr/>
        </p:nvSpPr>
        <p:spPr>
          <a:xfrm rot="10800000">
            <a:off x="6698749" y="5080359"/>
            <a:ext cx="196583" cy="487679"/>
          </a:xfrm>
          <a:prstGeom prst="leftBrace">
            <a:avLst>
              <a:gd name="adj1" fmla="val 49697"/>
              <a:gd name="adj2" fmla="val 50000"/>
            </a:avLst>
          </a:prstGeom>
          <a:ln w="6350">
            <a:solidFill>
              <a:srgbClr val="FF0000"/>
            </a:solidFill>
            <a:prstDash val="dash"/>
            <a:headEnd type="none"/>
          </a:ln>
        </p:spPr>
        <p:style>
          <a:lnRef idx="1">
            <a:schemeClr val="accent1"/>
          </a:lnRef>
          <a:fillRef idx="0">
            <a:schemeClr val="accent1"/>
          </a:fillRef>
          <a:effectRef idx="0">
            <a:schemeClr val="accent1"/>
          </a:effectRef>
          <a:fontRef idx="minor">
            <a:schemeClr val="tx1"/>
          </a:fontRef>
        </p:style>
        <p:txBody>
          <a:bodyPr rtlCol="0" anchor="ctr"/>
          <a:lstStyle>
            <a:defPPr>
              <a:defRPr lang="ko-KR"/>
            </a:defPPr>
            <a:lvl1pPr marL="0" algn="l" defTabSz="967618" rtl="0" eaLnBrk="1" latinLnBrk="1" hangingPunct="1">
              <a:defRPr sz="1905" kern="1200">
                <a:solidFill>
                  <a:schemeClr val="tx1"/>
                </a:solidFill>
                <a:latin typeface="+mn-lt"/>
                <a:ea typeface="+mn-ea"/>
                <a:cs typeface="+mn-cs"/>
              </a:defRPr>
            </a:lvl1pPr>
            <a:lvl2pPr marL="483809" algn="l" defTabSz="967618" rtl="0" eaLnBrk="1" latinLnBrk="1" hangingPunct="1">
              <a:defRPr sz="1905" kern="1200">
                <a:solidFill>
                  <a:schemeClr val="tx1"/>
                </a:solidFill>
                <a:latin typeface="+mn-lt"/>
                <a:ea typeface="+mn-ea"/>
                <a:cs typeface="+mn-cs"/>
              </a:defRPr>
            </a:lvl2pPr>
            <a:lvl3pPr marL="967618" algn="l" defTabSz="967618" rtl="0" eaLnBrk="1" latinLnBrk="1" hangingPunct="1">
              <a:defRPr sz="1905" kern="1200">
                <a:solidFill>
                  <a:schemeClr val="tx1"/>
                </a:solidFill>
                <a:latin typeface="+mn-lt"/>
                <a:ea typeface="+mn-ea"/>
                <a:cs typeface="+mn-cs"/>
              </a:defRPr>
            </a:lvl3pPr>
            <a:lvl4pPr marL="1451427" algn="l" defTabSz="967618" rtl="0" eaLnBrk="1" latinLnBrk="1" hangingPunct="1">
              <a:defRPr sz="1905" kern="1200">
                <a:solidFill>
                  <a:schemeClr val="tx1"/>
                </a:solidFill>
                <a:latin typeface="+mn-lt"/>
                <a:ea typeface="+mn-ea"/>
                <a:cs typeface="+mn-cs"/>
              </a:defRPr>
            </a:lvl4pPr>
            <a:lvl5pPr marL="1935236" algn="l" defTabSz="967618" rtl="0" eaLnBrk="1" latinLnBrk="1" hangingPunct="1">
              <a:defRPr sz="1905" kern="1200">
                <a:solidFill>
                  <a:schemeClr val="tx1"/>
                </a:solidFill>
                <a:latin typeface="+mn-lt"/>
                <a:ea typeface="+mn-ea"/>
                <a:cs typeface="+mn-cs"/>
              </a:defRPr>
            </a:lvl5pPr>
            <a:lvl6pPr marL="2419045" algn="l" defTabSz="967618" rtl="0" eaLnBrk="1" latinLnBrk="1" hangingPunct="1">
              <a:defRPr sz="1905" kern="1200">
                <a:solidFill>
                  <a:schemeClr val="tx1"/>
                </a:solidFill>
                <a:latin typeface="+mn-lt"/>
                <a:ea typeface="+mn-ea"/>
                <a:cs typeface="+mn-cs"/>
              </a:defRPr>
            </a:lvl6pPr>
            <a:lvl7pPr marL="2902854" algn="l" defTabSz="967618" rtl="0" eaLnBrk="1" latinLnBrk="1" hangingPunct="1">
              <a:defRPr sz="1905" kern="1200">
                <a:solidFill>
                  <a:schemeClr val="tx1"/>
                </a:solidFill>
                <a:latin typeface="+mn-lt"/>
                <a:ea typeface="+mn-ea"/>
                <a:cs typeface="+mn-cs"/>
              </a:defRPr>
            </a:lvl7pPr>
            <a:lvl8pPr marL="3386663" algn="l" defTabSz="967618" rtl="0" eaLnBrk="1" latinLnBrk="1" hangingPunct="1">
              <a:defRPr sz="1905" kern="1200">
                <a:solidFill>
                  <a:schemeClr val="tx1"/>
                </a:solidFill>
                <a:latin typeface="+mn-lt"/>
                <a:ea typeface="+mn-ea"/>
                <a:cs typeface="+mn-cs"/>
              </a:defRPr>
            </a:lvl8pPr>
            <a:lvl9pPr marL="3870472" algn="l" defTabSz="967618" rtl="0" eaLnBrk="1" latinLnBrk="1" hangingPunct="1">
              <a:defRPr sz="1905" kern="1200">
                <a:solidFill>
                  <a:schemeClr val="tx1"/>
                </a:solidFill>
                <a:latin typeface="+mn-lt"/>
                <a:ea typeface="+mn-ea"/>
                <a:cs typeface="+mn-cs"/>
              </a:defRPr>
            </a:lvl9pPr>
          </a:lstStyle>
          <a:p>
            <a:pPr algn="ctr"/>
            <a:endParaRPr lang="ko-KR" altLang="en-US" dirty="0"/>
          </a:p>
        </p:txBody>
      </p:sp>
      <p:sp>
        <p:nvSpPr>
          <p:cNvPr id="15" name="타원 14">
            <a:extLst>
              <a:ext uri="{FF2B5EF4-FFF2-40B4-BE49-F238E27FC236}">
                <a16:creationId xmlns:a16="http://schemas.microsoft.com/office/drawing/2014/main" id="{11A7FDEB-86B7-18DF-0B10-04514E788B53}"/>
              </a:ext>
            </a:extLst>
          </p:cNvPr>
          <p:cNvSpPr/>
          <p:nvPr/>
        </p:nvSpPr>
        <p:spPr>
          <a:xfrm>
            <a:off x="6968086" y="5216062"/>
            <a:ext cx="216273" cy="216273"/>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defPPr>
              <a:defRPr lang="ko-KR"/>
            </a:defPPr>
            <a:lvl1pPr marL="0" algn="l" defTabSz="967618" rtl="0" eaLnBrk="1" latinLnBrk="1" hangingPunct="1">
              <a:defRPr sz="1905" kern="1200">
                <a:solidFill>
                  <a:schemeClr val="lt1"/>
                </a:solidFill>
                <a:latin typeface="+mn-lt"/>
                <a:ea typeface="+mn-ea"/>
                <a:cs typeface="+mn-cs"/>
              </a:defRPr>
            </a:lvl1pPr>
            <a:lvl2pPr marL="483809" algn="l" defTabSz="967618" rtl="0" eaLnBrk="1" latinLnBrk="1" hangingPunct="1">
              <a:defRPr sz="1905" kern="1200">
                <a:solidFill>
                  <a:schemeClr val="lt1"/>
                </a:solidFill>
                <a:latin typeface="+mn-lt"/>
                <a:ea typeface="+mn-ea"/>
                <a:cs typeface="+mn-cs"/>
              </a:defRPr>
            </a:lvl2pPr>
            <a:lvl3pPr marL="967618" algn="l" defTabSz="967618" rtl="0" eaLnBrk="1" latinLnBrk="1" hangingPunct="1">
              <a:defRPr sz="1905" kern="1200">
                <a:solidFill>
                  <a:schemeClr val="lt1"/>
                </a:solidFill>
                <a:latin typeface="+mn-lt"/>
                <a:ea typeface="+mn-ea"/>
                <a:cs typeface="+mn-cs"/>
              </a:defRPr>
            </a:lvl3pPr>
            <a:lvl4pPr marL="1451427" algn="l" defTabSz="967618" rtl="0" eaLnBrk="1" latinLnBrk="1" hangingPunct="1">
              <a:defRPr sz="1905" kern="1200">
                <a:solidFill>
                  <a:schemeClr val="lt1"/>
                </a:solidFill>
                <a:latin typeface="+mn-lt"/>
                <a:ea typeface="+mn-ea"/>
                <a:cs typeface="+mn-cs"/>
              </a:defRPr>
            </a:lvl4pPr>
            <a:lvl5pPr marL="1935236" algn="l" defTabSz="967618" rtl="0" eaLnBrk="1" latinLnBrk="1" hangingPunct="1">
              <a:defRPr sz="1905" kern="1200">
                <a:solidFill>
                  <a:schemeClr val="lt1"/>
                </a:solidFill>
                <a:latin typeface="+mn-lt"/>
                <a:ea typeface="+mn-ea"/>
                <a:cs typeface="+mn-cs"/>
              </a:defRPr>
            </a:lvl5pPr>
            <a:lvl6pPr marL="2419045" algn="l" defTabSz="967618" rtl="0" eaLnBrk="1" latinLnBrk="1" hangingPunct="1">
              <a:defRPr sz="1905" kern="1200">
                <a:solidFill>
                  <a:schemeClr val="lt1"/>
                </a:solidFill>
                <a:latin typeface="+mn-lt"/>
                <a:ea typeface="+mn-ea"/>
                <a:cs typeface="+mn-cs"/>
              </a:defRPr>
            </a:lvl6pPr>
            <a:lvl7pPr marL="2902854" algn="l" defTabSz="967618" rtl="0" eaLnBrk="1" latinLnBrk="1" hangingPunct="1">
              <a:defRPr sz="1905" kern="1200">
                <a:solidFill>
                  <a:schemeClr val="lt1"/>
                </a:solidFill>
                <a:latin typeface="+mn-lt"/>
                <a:ea typeface="+mn-ea"/>
                <a:cs typeface="+mn-cs"/>
              </a:defRPr>
            </a:lvl7pPr>
            <a:lvl8pPr marL="3386663" algn="l" defTabSz="967618" rtl="0" eaLnBrk="1" latinLnBrk="1" hangingPunct="1">
              <a:defRPr sz="1905" kern="1200">
                <a:solidFill>
                  <a:schemeClr val="lt1"/>
                </a:solidFill>
                <a:latin typeface="+mn-lt"/>
                <a:ea typeface="+mn-ea"/>
                <a:cs typeface="+mn-cs"/>
              </a:defRPr>
            </a:lvl8pPr>
            <a:lvl9pPr marL="3870472" algn="l" defTabSz="967618" rtl="0" eaLnBrk="1" latinLnBrk="1" hangingPunct="1">
              <a:defRPr sz="1905" kern="1200">
                <a:solidFill>
                  <a:schemeClr val="lt1"/>
                </a:solidFill>
                <a:latin typeface="+mn-lt"/>
                <a:ea typeface="+mn-ea"/>
                <a:cs typeface="+mn-cs"/>
              </a:defRPr>
            </a:lvl9pPr>
          </a:lstStyle>
          <a:p>
            <a:pPr algn="ctr"/>
            <a:r>
              <a:rPr lang="en-US" altLang="ko-KR" sz="900">
                <a:latin typeface="Arial Black" panose="020B0A04020102020204" pitchFamily="34" charset="0"/>
              </a:rPr>
              <a:t>4</a:t>
            </a:r>
            <a:endParaRPr lang="ko-KR" altLang="en-US" sz="900" dirty="0">
              <a:latin typeface="Arial Black" panose="020B0A04020102020204" pitchFamily="34" charset="0"/>
            </a:endParaRPr>
          </a:p>
        </p:txBody>
      </p:sp>
    </p:spTree>
    <p:extLst>
      <p:ext uri="{BB962C8B-B14F-4D97-AF65-F5344CB8AC3E}">
        <p14:creationId xmlns:p14="http://schemas.microsoft.com/office/powerpoint/2010/main" val="1947994507"/>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디자인 사용자 지정">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맑은 고딕"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21255</TotalTime>
  <Words>395</Words>
  <Application>Microsoft Office PowerPoint</Application>
  <PresentationFormat>와이드스크린</PresentationFormat>
  <Paragraphs>120</Paragraphs>
  <Slides>13</Slides>
  <Notes>0</Notes>
  <HiddenSlides>0</HiddenSlides>
  <MMClips>0</MMClips>
  <ScaleCrop>false</ScaleCrop>
  <HeadingPairs>
    <vt:vector size="6" baseType="variant">
      <vt:variant>
        <vt:lpstr>사용한 글꼴</vt:lpstr>
      </vt:variant>
      <vt:variant>
        <vt:i4>7</vt:i4>
      </vt:variant>
      <vt:variant>
        <vt:lpstr>테마</vt:lpstr>
      </vt:variant>
      <vt:variant>
        <vt:i4>2</vt:i4>
      </vt:variant>
      <vt:variant>
        <vt:lpstr>슬라이드 제목</vt:lpstr>
      </vt:variant>
      <vt:variant>
        <vt:i4>13</vt:i4>
      </vt:variant>
    </vt:vector>
  </HeadingPairs>
  <TitlesOfParts>
    <vt:vector size="22" baseType="lpstr">
      <vt:lpstr>Arial Black</vt:lpstr>
      <vt:lpstr>맑은 고딕</vt:lpstr>
      <vt:lpstr>함초롬바탕</vt:lpstr>
      <vt:lpstr>나눔고딕</vt:lpstr>
      <vt:lpstr>Arial</vt:lpstr>
      <vt:lpstr>굴림</vt:lpstr>
      <vt:lpstr>나눔명조</vt:lpstr>
      <vt:lpstr>Office 테마</vt:lpstr>
      <vt:lpstr>디자인 사용자 지정</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스마트관광 APP 화면 설계서</dc:title>
  <dc:creator>pixels-meeting</dc:creator>
  <cp:lastModifiedBy>user</cp:lastModifiedBy>
  <cp:revision>1284</cp:revision>
  <dcterms:created xsi:type="dcterms:W3CDTF">2022-08-18T05:53:56Z</dcterms:created>
  <dcterms:modified xsi:type="dcterms:W3CDTF">2025-04-02T12:15:26Z</dcterms:modified>
</cp:coreProperties>
</file>