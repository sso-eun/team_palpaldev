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1"/>
  </p:notesMasterIdLst>
  <p:handoutMasterIdLst>
    <p:handoutMasterId r:id="rId12"/>
  </p:handoutMasterIdLst>
  <p:sldIdLst>
    <p:sldId id="845" r:id="rId3"/>
    <p:sldId id="844" r:id="rId4"/>
    <p:sldId id="301" r:id="rId5"/>
    <p:sldId id="846" r:id="rId6"/>
    <p:sldId id="847" r:id="rId7"/>
    <p:sldId id="848" r:id="rId8"/>
    <p:sldId id="849" r:id="rId9"/>
    <p:sldId id="850" r:id="rId10"/>
  </p:sldIdLst>
  <p:sldSz cx="12192000" cy="6858000"/>
  <p:notesSz cx="6858000" cy="9144000"/>
  <p:embeddedFontLst>
    <p:embeddedFont>
      <p:font typeface="굴림" panose="020B0600000101010101" pitchFamily="34" charset="-127"/>
      <p:regular r:id="rId13"/>
    </p:embeddedFont>
    <p:embeddedFont>
      <p:font typeface="나눔고딕" panose="020D0604000000000000" pitchFamily="34" charset="-127"/>
      <p:regular r:id="rId14"/>
      <p:bold r:id="rId15"/>
    </p:embeddedFont>
    <p:embeddedFont>
      <p:font typeface="함초롬바탕" panose="02030504000101010101" pitchFamily="18" charset="-127"/>
      <p:regular r:id="rId16"/>
      <p:bold r:id="rId17"/>
    </p:embeddedFont>
    <p:embeddedFont>
      <p:font typeface="나눔명조" panose="02020603020101020101" pitchFamily="18" charset="-127"/>
      <p:regular r:id="rId18"/>
      <p:bold r:id="rId19"/>
    </p:embeddedFont>
    <p:embeddedFont>
      <p:font typeface="맑은 고딕" panose="020B0503020000020004" pitchFamily="34" charset="-127"/>
      <p:regular r:id="rId20"/>
      <p:bold r:id="rId21"/>
    </p:embeddedFont>
    <p:embeddedFont>
      <p:font typeface="Arial Black" panose="020B0604020202020204" pitchFamily="34" charset="0"/>
      <p:bold r:id="rId2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F51"/>
    <a:srgbClr val="D9D9D9"/>
    <a:srgbClr val="F7F7F7"/>
    <a:srgbClr val="80C342"/>
    <a:srgbClr val="68788E"/>
    <a:srgbClr val="F1F3F5"/>
    <a:srgbClr val="F0F3F5"/>
    <a:srgbClr val="5E6E86"/>
    <a:srgbClr val="2D3B50"/>
    <a:srgbClr val="7E8B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61" autoAdjust="0"/>
    <p:restoredTop sz="97473" autoAdjust="0"/>
  </p:normalViewPr>
  <p:slideViewPr>
    <p:cSldViewPr snapToGrid="0">
      <p:cViewPr varScale="1">
        <p:scale>
          <a:sx n="122" d="100"/>
          <a:sy n="122" d="100"/>
        </p:scale>
        <p:origin x="800" y="200"/>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76" d="100"/>
          <a:sy n="76" d="100"/>
        </p:scale>
        <p:origin x="26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소은 박" userId="b8fec4c6180cae9f" providerId="LiveId" clId="{E1D9AD0E-B71F-4120-9672-0A7B96CF5D25}"/>
    <pc:docChg chg="undo custSel addSld delSld modSld delSection modSection">
      <pc:chgData name="소은 박" userId="b8fec4c6180cae9f" providerId="LiveId" clId="{E1D9AD0E-B71F-4120-9672-0A7B96CF5D25}" dt="2025-04-01T14:46:53.731" v="57" actId="20577"/>
      <pc:docMkLst>
        <pc:docMk/>
      </pc:docMkLst>
      <pc:sldChg chg="del">
        <pc:chgData name="소은 박" userId="b8fec4c6180cae9f" providerId="LiveId" clId="{E1D9AD0E-B71F-4120-9672-0A7B96CF5D25}" dt="2025-04-01T14:45:19.064" v="0" actId="47"/>
        <pc:sldMkLst>
          <pc:docMk/>
          <pc:sldMk cId="0" sldId="257"/>
        </pc:sldMkLst>
      </pc:sldChg>
      <pc:sldChg chg="del">
        <pc:chgData name="소은 박" userId="b8fec4c6180cae9f" providerId="LiveId" clId="{E1D9AD0E-B71F-4120-9672-0A7B96CF5D25}" dt="2025-04-01T14:45:59.400" v="2" actId="47"/>
        <pc:sldMkLst>
          <pc:docMk/>
          <pc:sldMk cId="4012928129" sldId="294"/>
        </pc:sldMkLst>
      </pc:sldChg>
      <pc:sldChg chg="del">
        <pc:chgData name="소은 박" userId="b8fec4c6180cae9f" providerId="LiveId" clId="{E1D9AD0E-B71F-4120-9672-0A7B96CF5D25}" dt="2025-04-01T14:45:59.400" v="2" actId="47"/>
        <pc:sldMkLst>
          <pc:docMk/>
          <pc:sldMk cId="1401675774" sldId="297"/>
        </pc:sldMkLst>
      </pc:sldChg>
      <pc:sldChg chg="modSp mod">
        <pc:chgData name="소은 박" userId="b8fec4c6180cae9f" providerId="LiveId" clId="{E1D9AD0E-B71F-4120-9672-0A7B96CF5D25}" dt="2025-04-01T14:46:53.731" v="57" actId="20577"/>
        <pc:sldMkLst>
          <pc:docMk/>
          <pc:sldMk cId="560247683" sldId="301"/>
        </pc:sldMkLst>
        <pc:spChg chg="mod">
          <ac:chgData name="소은 박" userId="b8fec4c6180cae9f" providerId="LiveId" clId="{E1D9AD0E-B71F-4120-9672-0A7B96CF5D25}" dt="2025-04-01T14:46:48.412" v="43" actId="20577"/>
          <ac:spMkLst>
            <pc:docMk/>
            <pc:sldMk cId="560247683" sldId="301"/>
            <ac:spMk id="10" creationId="{626C422E-9948-9D4D-310C-0DF61E8A00ED}"/>
          </ac:spMkLst>
        </pc:spChg>
        <pc:spChg chg="mod">
          <ac:chgData name="소은 박" userId="b8fec4c6180cae9f" providerId="LiveId" clId="{E1D9AD0E-B71F-4120-9672-0A7B96CF5D25}" dt="2025-04-01T14:46:53.731" v="57" actId="20577"/>
          <ac:spMkLst>
            <pc:docMk/>
            <pc:sldMk cId="560247683" sldId="301"/>
            <ac:spMk id="28" creationId="{50D28FE6-B23B-4E4A-B868-647A6EC72A97}"/>
          </ac:spMkLst>
        </pc:spChg>
        <pc:spChg chg="mod">
          <ac:chgData name="소은 박" userId="b8fec4c6180cae9f" providerId="LiveId" clId="{E1D9AD0E-B71F-4120-9672-0A7B96CF5D25}" dt="2025-04-01T14:46:34.254" v="28" actId="20577"/>
          <ac:spMkLst>
            <pc:docMk/>
            <pc:sldMk cId="560247683" sldId="301"/>
            <ac:spMk id="74" creationId="{00000000-0000-0000-0000-000000000000}"/>
          </ac:spMkLst>
        </pc:spChg>
        <pc:graphicFrameChg chg="modGraphic">
          <ac:chgData name="소은 박" userId="b8fec4c6180cae9f" providerId="LiveId" clId="{E1D9AD0E-B71F-4120-9672-0A7B96CF5D25}" dt="2025-04-01T14:46:43.369" v="29" actId="6549"/>
          <ac:graphicFrameMkLst>
            <pc:docMk/>
            <pc:sldMk cId="560247683" sldId="301"/>
            <ac:graphicFrameMk id="13" creationId="{8F907304-AB57-6DDD-C892-39120AFF4C76}"/>
          </ac:graphicFrameMkLst>
        </pc:graphicFrameChg>
      </pc:sldChg>
      <pc:sldChg chg="add del">
        <pc:chgData name="소은 박" userId="b8fec4c6180cae9f" providerId="LiveId" clId="{E1D9AD0E-B71F-4120-9672-0A7B96CF5D25}" dt="2025-04-01T14:46:14.825" v="7" actId="47"/>
        <pc:sldMkLst>
          <pc:docMk/>
          <pc:sldMk cId="1687071885" sldId="382"/>
        </pc:sldMkLst>
      </pc:sldChg>
      <pc:sldChg chg="del">
        <pc:chgData name="소은 박" userId="b8fec4c6180cae9f" providerId="LiveId" clId="{E1D9AD0E-B71F-4120-9672-0A7B96CF5D25}" dt="2025-04-01T14:46:10.016" v="4" actId="47"/>
        <pc:sldMkLst>
          <pc:docMk/>
          <pc:sldMk cId="3128365276" sldId="383"/>
        </pc:sldMkLst>
      </pc:sldChg>
      <pc:sldChg chg="del">
        <pc:chgData name="소은 박" userId="b8fec4c6180cae9f" providerId="LiveId" clId="{E1D9AD0E-B71F-4120-9672-0A7B96CF5D25}" dt="2025-04-01T14:46:18.413" v="8" actId="47"/>
        <pc:sldMkLst>
          <pc:docMk/>
          <pc:sldMk cId="3166961250" sldId="405"/>
        </pc:sldMkLst>
      </pc:sldChg>
      <pc:sldChg chg="del">
        <pc:chgData name="소은 박" userId="b8fec4c6180cae9f" providerId="LiveId" clId="{E1D9AD0E-B71F-4120-9672-0A7B96CF5D25}" dt="2025-04-01T14:46:24.354" v="9" actId="47"/>
        <pc:sldMkLst>
          <pc:docMk/>
          <pc:sldMk cId="1505540817" sldId="421"/>
        </pc:sldMkLst>
      </pc:sldChg>
      <pc:sldChg chg="del">
        <pc:chgData name="소은 박" userId="b8fec4c6180cae9f" providerId="LiveId" clId="{E1D9AD0E-B71F-4120-9672-0A7B96CF5D25}" dt="2025-04-01T14:46:24.354" v="9" actId="47"/>
        <pc:sldMkLst>
          <pc:docMk/>
          <pc:sldMk cId="2611471270" sldId="422"/>
        </pc:sldMkLst>
      </pc:sldChg>
      <pc:sldChg chg="del">
        <pc:chgData name="소은 박" userId="b8fec4c6180cae9f" providerId="LiveId" clId="{E1D9AD0E-B71F-4120-9672-0A7B96CF5D25}" dt="2025-04-01T14:45:59.400" v="2" actId="47"/>
        <pc:sldMkLst>
          <pc:docMk/>
          <pc:sldMk cId="974415634" sldId="423"/>
        </pc:sldMkLst>
      </pc:sldChg>
      <pc:sldChg chg="del">
        <pc:chgData name="소은 박" userId="b8fec4c6180cae9f" providerId="LiveId" clId="{E1D9AD0E-B71F-4120-9672-0A7B96CF5D25}" dt="2025-04-01T14:46:24.354" v="9" actId="47"/>
        <pc:sldMkLst>
          <pc:docMk/>
          <pc:sldMk cId="183836452" sldId="424"/>
        </pc:sldMkLst>
      </pc:sldChg>
      <pc:sldChg chg="del">
        <pc:chgData name="소은 박" userId="b8fec4c6180cae9f" providerId="LiveId" clId="{E1D9AD0E-B71F-4120-9672-0A7B96CF5D25}" dt="2025-04-01T14:45:59.400" v="2" actId="47"/>
        <pc:sldMkLst>
          <pc:docMk/>
          <pc:sldMk cId="360700969" sldId="430"/>
        </pc:sldMkLst>
      </pc:sldChg>
      <pc:sldChg chg="del">
        <pc:chgData name="소은 박" userId="b8fec4c6180cae9f" providerId="LiveId" clId="{E1D9AD0E-B71F-4120-9672-0A7B96CF5D25}" dt="2025-04-01T14:45:59.400" v="2" actId="47"/>
        <pc:sldMkLst>
          <pc:docMk/>
          <pc:sldMk cId="1092479797" sldId="431"/>
        </pc:sldMkLst>
      </pc:sldChg>
      <pc:sldChg chg="del">
        <pc:chgData name="소은 박" userId="b8fec4c6180cae9f" providerId="LiveId" clId="{E1D9AD0E-B71F-4120-9672-0A7B96CF5D25}" dt="2025-04-01T14:46:24.354" v="9" actId="47"/>
        <pc:sldMkLst>
          <pc:docMk/>
          <pc:sldMk cId="766966668" sldId="432"/>
        </pc:sldMkLst>
      </pc:sldChg>
      <pc:sldChg chg="del">
        <pc:chgData name="소은 박" userId="b8fec4c6180cae9f" providerId="LiveId" clId="{E1D9AD0E-B71F-4120-9672-0A7B96CF5D25}" dt="2025-04-01T14:45:59.400" v="2" actId="47"/>
        <pc:sldMkLst>
          <pc:docMk/>
          <pc:sldMk cId="2697279957" sldId="433"/>
        </pc:sldMkLst>
      </pc:sldChg>
      <pc:sldChg chg="del">
        <pc:chgData name="소은 박" userId="b8fec4c6180cae9f" providerId="LiveId" clId="{E1D9AD0E-B71F-4120-9672-0A7B96CF5D25}" dt="2025-04-01T14:45:59.400" v="2" actId="47"/>
        <pc:sldMkLst>
          <pc:docMk/>
          <pc:sldMk cId="3611686521" sldId="435"/>
        </pc:sldMkLst>
      </pc:sldChg>
      <pc:sldChg chg="del">
        <pc:chgData name="소은 박" userId="b8fec4c6180cae9f" providerId="LiveId" clId="{E1D9AD0E-B71F-4120-9672-0A7B96CF5D25}" dt="2025-04-01T14:45:59.400" v="2" actId="47"/>
        <pc:sldMkLst>
          <pc:docMk/>
          <pc:sldMk cId="2333921041" sldId="437"/>
        </pc:sldMkLst>
      </pc:sldChg>
      <pc:sldChg chg="del">
        <pc:chgData name="소은 박" userId="b8fec4c6180cae9f" providerId="LiveId" clId="{E1D9AD0E-B71F-4120-9672-0A7B96CF5D25}" dt="2025-04-01T14:45:59.400" v="2" actId="47"/>
        <pc:sldMkLst>
          <pc:docMk/>
          <pc:sldMk cId="1035128299" sldId="438"/>
        </pc:sldMkLst>
      </pc:sldChg>
      <pc:sldChg chg="del">
        <pc:chgData name="소은 박" userId="b8fec4c6180cae9f" providerId="LiveId" clId="{E1D9AD0E-B71F-4120-9672-0A7B96CF5D25}" dt="2025-04-01T14:45:59.400" v="2" actId="47"/>
        <pc:sldMkLst>
          <pc:docMk/>
          <pc:sldMk cId="2306880639" sldId="440"/>
        </pc:sldMkLst>
      </pc:sldChg>
      <pc:sldChg chg="del">
        <pc:chgData name="소은 박" userId="b8fec4c6180cae9f" providerId="LiveId" clId="{E1D9AD0E-B71F-4120-9672-0A7B96CF5D25}" dt="2025-04-01T14:45:59.400" v="2" actId="47"/>
        <pc:sldMkLst>
          <pc:docMk/>
          <pc:sldMk cId="1295093405" sldId="441"/>
        </pc:sldMkLst>
      </pc:sldChg>
      <pc:sldChg chg="del">
        <pc:chgData name="소은 박" userId="b8fec4c6180cae9f" providerId="LiveId" clId="{E1D9AD0E-B71F-4120-9672-0A7B96CF5D25}" dt="2025-04-01T14:45:59.400" v="2" actId="47"/>
        <pc:sldMkLst>
          <pc:docMk/>
          <pc:sldMk cId="3437966014" sldId="442"/>
        </pc:sldMkLst>
      </pc:sldChg>
      <pc:sldChg chg="del">
        <pc:chgData name="소은 박" userId="b8fec4c6180cae9f" providerId="LiveId" clId="{E1D9AD0E-B71F-4120-9672-0A7B96CF5D25}" dt="2025-04-01T14:45:59.400" v="2" actId="47"/>
        <pc:sldMkLst>
          <pc:docMk/>
          <pc:sldMk cId="275282573" sldId="444"/>
        </pc:sldMkLst>
      </pc:sldChg>
      <pc:sldChg chg="del">
        <pc:chgData name="소은 박" userId="b8fec4c6180cae9f" providerId="LiveId" clId="{E1D9AD0E-B71F-4120-9672-0A7B96CF5D25}" dt="2025-04-01T14:45:59.400" v="2" actId="47"/>
        <pc:sldMkLst>
          <pc:docMk/>
          <pc:sldMk cId="2466341736" sldId="446"/>
        </pc:sldMkLst>
      </pc:sldChg>
      <pc:sldChg chg="del">
        <pc:chgData name="소은 박" userId="b8fec4c6180cae9f" providerId="LiveId" clId="{E1D9AD0E-B71F-4120-9672-0A7B96CF5D25}" dt="2025-04-01T14:45:59.400" v="2" actId="47"/>
        <pc:sldMkLst>
          <pc:docMk/>
          <pc:sldMk cId="1453636717" sldId="449"/>
        </pc:sldMkLst>
      </pc:sldChg>
      <pc:sldChg chg="del">
        <pc:chgData name="소은 박" userId="b8fec4c6180cae9f" providerId="LiveId" clId="{E1D9AD0E-B71F-4120-9672-0A7B96CF5D25}" dt="2025-04-01T14:45:59.400" v="2" actId="47"/>
        <pc:sldMkLst>
          <pc:docMk/>
          <pc:sldMk cId="3417229221" sldId="455"/>
        </pc:sldMkLst>
      </pc:sldChg>
      <pc:sldChg chg="del">
        <pc:chgData name="소은 박" userId="b8fec4c6180cae9f" providerId="LiveId" clId="{E1D9AD0E-B71F-4120-9672-0A7B96CF5D25}" dt="2025-04-01T14:45:59.400" v="2" actId="47"/>
        <pc:sldMkLst>
          <pc:docMk/>
          <pc:sldMk cId="1536326995" sldId="456"/>
        </pc:sldMkLst>
      </pc:sldChg>
      <pc:sldChg chg="del">
        <pc:chgData name="소은 박" userId="b8fec4c6180cae9f" providerId="LiveId" clId="{E1D9AD0E-B71F-4120-9672-0A7B96CF5D25}" dt="2025-04-01T14:45:59.400" v="2" actId="47"/>
        <pc:sldMkLst>
          <pc:docMk/>
          <pc:sldMk cId="92993074" sldId="458"/>
        </pc:sldMkLst>
      </pc:sldChg>
      <pc:sldChg chg="del">
        <pc:chgData name="소은 박" userId="b8fec4c6180cae9f" providerId="LiveId" clId="{E1D9AD0E-B71F-4120-9672-0A7B96CF5D25}" dt="2025-04-01T14:45:59.400" v="2" actId="47"/>
        <pc:sldMkLst>
          <pc:docMk/>
          <pc:sldMk cId="3666510688" sldId="460"/>
        </pc:sldMkLst>
      </pc:sldChg>
      <pc:sldChg chg="del">
        <pc:chgData name="소은 박" userId="b8fec4c6180cae9f" providerId="LiveId" clId="{E1D9AD0E-B71F-4120-9672-0A7B96CF5D25}" dt="2025-04-01T14:45:59.400" v="2" actId="47"/>
        <pc:sldMkLst>
          <pc:docMk/>
          <pc:sldMk cId="1510362411" sldId="461"/>
        </pc:sldMkLst>
      </pc:sldChg>
      <pc:sldChg chg="del">
        <pc:chgData name="소은 박" userId="b8fec4c6180cae9f" providerId="LiveId" clId="{E1D9AD0E-B71F-4120-9672-0A7B96CF5D25}" dt="2025-04-01T14:45:59.400" v="2" actId="47"/>
        <pc:sldMkLst>
          <pc:docMk/>
          <pc:sldMk cId="1737550719" sldId="463"/>
        </pc:sldMkLst>
      </pc:sldChg>
      <pc:sldChg chg="del">
        <pc:chgData name="소은 박" userId="b8fec4c6180cae9f" providerId="LiveId" clId="{E1D9AD0E-B71F-4120-9672-0A7B96CF5D25}" dt="2025-04-01T14:45:59.400" v="2" actId="47"/>
        <pc:sldMkLst>
          <pc:docMk/>
          <pc:sldMk cId="4266585553" sldId="464"/>
        </pc:sldMkLst>
      </pc:sldChg>
      <pc:sldChg chg="del">
        <pc:chgData name="소은 박" userId="b8fec4c6180cae9f" providerId="LiveId" clId="{E1D9AD0E-B71F-4120-9672-0A7B96CF5D25}" dt="2025-04-01T14:45:59.400" v="2" actId="47"/>
        <pc:sldMkLst>
          <pc:docMk/>
          <pc:sldMk cId="2784534760" sldId="468"/>
        </pc:sldMkLst>
      </pc:sldChg>
      <pc:sldChg chg="del">
        <pc:chgData name="소은 박" userId="b8fec4c6180cae9f" providerId="LiveId" clId="{E1D9AD0E-B71F-4120-9672-0A7B96CF5D25}" dt="2025-04-01T14:45:59.400" v="2" actId="47"/>
        <pc:sldMkLst>
          <pc:docMk/>
          <pc:sldMk cId="1107385293" sldId="469"/>
        </pc:sldMkLst>
      </pc:sldChg>
      <pc:sldChg chg="del">
        <pc:chgData name="소은 박" userId="b8fec4c6180cae9f" providerId="LiveId" clId="{E1D9AD0E-B71F-4120-9672-0A7B96CF5D25}" dt="2025-04-01T14:45:59.400" v="2" actId="47"/>
        <pc:sldMkLst>
          <pc:docMk/>
          <pc:sldMk cId="1900797561" sldId="472"/>
        </pc:sldMkLst>
      </pc:sldChg>
      <pc:sldChg chg="del">
        <pc:chgData name="소은 박" userId="b8fec4c6180cae9f" providerId="LiveId" clId="{E1D9AD0E-B71F-4120-9672-0A7B96CF5D25}" dt="2025-04-01T14:45:59.400" v="2" actId="47"/>
        <pc:sldMkLst>
          <pc:docMk/>
          <pc:sldMk cId="1145313420" sldId="473"/>
        </pc:sldMkLst>
      </pc:sldChg>
      <pc:sldChg chg="del">
        <pc:chgData name="소은 박" userId="b8fec4c6180cae9f" providerId="LiveId" clId="{E1D9AD0E-B71F-4120-9672-0A7B96CF5D25}" dt="2025-04-01T14:45:59.400" v="2" actId="47"/>
        <pc:sldMkLst>
          <pc:docMk/>
          <pc:sldMk cId="1501785075" sldId="475"/>
        </pc:sldMkLst>
      </pc:sldChg>
      <pc:sldChg chg="del">
        <pc:chgData name="소은 박" userId="b8fec4c6180cae9f" providerId="LiveId" clId="{E1D9AD0E-B71F-4120-9672-0A7B96CF5D25}" dt="2025-04-01T14:45:59.400" v="2" actId="47"/>
        <pc:sldMkLst>
          <pc:docMk/>
          <pc:sldMk cId="3053985456" sldId="476"/>
        </pc:sldMkLst>
      </pc:sldChg>
      <pc:sldChg chg="del">
        <pc:chgData name="소은 박" userId="b8fec4c6180cae9f" providerId="LiveId" clId="{E1D9AD0E-B71F-4120-9672-0A7B96CF5D25}" dt="2025-04-01T14:45:59.400" v="2" actId="47"/>
        <pc:sldMkLst>
          <pc:docMk/>
          <pc:sldMk cId="1397358102" sldId="478"/>
        </pc:sldMkLst>
      </pc:sldChg>
      <pc:sldChg chg="del">
        <pc:chgData name="소은 박" userId="b8fec4c6180cae9f" providerId="LiveId" clId="{E1D9AD0E-B71F-4120-9672-0A7B96CF5D25}" dt="2025-04-01T14:45:59.400" v="2" actId="47"/>
        <pc:sldMkLst>
          <pc:docMk/>
          <pc:sldMk cId="93674740" sldId="479"/>
        </pc:sldMkLst>
      </pc:sldChg>
      <pc:sldChg chg="del">
        <pc:chgData name="소은 박" userId="b8fec4c6180cae9f" providerId="LiveId" clId="{E1D9AD0E-B71F-4120-9672-0A7B96CF5D25}" dt="2025-04-01T14:45:59.400" v="2" actId="47"/>
        <pc:sldMkLst>
          <pc:docMk/>
          <pc:sldMk cId="3537037969" sldId="480"/>
        </pc:sldMkLst>
      </pc:sldChg>
      <pc:sldChg chg="del">
        <pc:chgData name="소은 박" userId="b8fec4c6180cae9f" providerId="LiveId" clId="{E1D9AD0E-B71F-4120-9672-0A7B96CF5D25}" dt="2025-04-01T14:45:59.400" v="2" actId="47"/>
        <pc:sldMkLst>
          <pc:docMk/>
          <pc:sldMk cId="1528841843" sldId="481"/>
        </pc:sldMkLst>
      </pc:sldChg>
      <pc:sldChg chg="del">
        <pc:chgData name="소은 박" userId="b8fec4c6180cae9f" providerId="LiveId" clId="{E1D9AD0E-B71F-4120-9672-0A7B96CF5D25}" dt="2025-04-01T14:45:59.400" v="2" actId="47"/>
        <pc:sldMkLst>
          <pc:docMk/>
          <pc:sldMk cId="198919403" sldId="482"/>
        </pc:sldMkLst>
      </pc:sldChg>
      <pc:sldChg chg="del">
        <pc:chgData name="소은 박" userId="b8fec4c6180cae9f" providerId="LiveId" clId="{E1D9AD0E-B71F-4120-9672-0A7B96CF5D25}" dt="2025-04-01T14:45:59.400" v="2" actId="47"/>
        <pc:sldMkLst>
          <pc:docMk/>
          <pc:sldMk cId="2452323463" sldId="483"/>
        </pc:sldMkLst>
      </pc:sldChg>
      <pc:sldChg chg="del">
        <pc:chgData name="소은 박" userId="b8fec4c6180cae9f" providerId="LiveId" clId="{E1D9AD0E-B71F-4120-9672-0A7B96CF5D25}" dt="2025-04-01T14:45:59.400" v="2" actId="47"/>
        <pc:sldMkLst>
          <pc:docMk/>
          <pc:sldMk cId="2017555290" sldId="484"/>
        </pc:sldMkLst>
      </pc:sldChg>
      <pc:sldChg chg="del">
        <pc:chgData name="소은 박" userId="b8fec4c6180cae9f" providerId="LiveId" clId="{E1D9AD0E-B71F-4120-9672-0A7B96CF5D25}" dt="2025-04-01T14:45:59.400" v="2" actId="47"/>
        <pc:sldMkLst>
          <pc:docMk/>
          <pc:sldMk cId="4249256393" sldId="485"/>
        </pc:sldMkLst>
      </pc:sldChg>
      <pc:sldChg chg="del">
        <pc:chgData name="소은 박" userId="b8fec4c6180cae9f" providerId="LiveId" clId="{E1D9AD0E-B71F-4120-9672-0A7B96CF5D25}" dt="2025-04-01T14:45:59.400" v="2" actId="47"/>
        <pc:sldMkLst>
          <pc:docMk/>
          <pc:sldMk cId="4107042391" sldId="486"/>
        </pc:sldMkLst>
      </pc:sldChg>
      <pc:sldChg chg="del">
        <pc:chgData name="소은 박" userId="b8fec4c6180cae9f" providerId="LiveId" clId="{E1D9AD0E-B71F-4120-9672-0A7B96CF5D25}" dt="2025-04-01T14:45:59.400" v="2" actId="47"/>
        <pc:sldMkLst>
          <pc:docMk/>
          <pc:sldMk cId="3228313750" sldId="487"/>
        </pc:sldMkLst>
      </pc:sldChg>
      <pc:sldChg chg="del">
        <pc:chgData name="소은 박" userId="b8fec4c6180cae9f" providerId="LiveId" clId="{E1D9AD0E-B71F-4120-9672-0A7B96CF5D25}" dt="2025-04-01T14:45:59.400" v="2" actId="47"/>
        <pc:sldMkLst>
          <pc:docMk/>
          <pc:sldMk cId="1579530092" sldId="488"/>
        </pc:sldMkLst>
      </pc:sldChg>
      <pc:sldChg chg="del">
        <pc:chgData name="소은 박" userId="b8fec4c6180cae9f" providerId="LiveId" clId="{E1D9AD0E-B71F-4120-9672-0A7B96CF5D25}" dt="2025-04-01T14:45:59.400" v="2" actId="47"/>
        <pc:sldMkLst>
          <pc:docMk/>
          <pc:sldMk cId="1256661939" sldId="491"/>
        </pc:sldMkLst>
      </pc:sldChg>
      <pc:sldChg chg="del">
        <pc:chgData name="소은 박" userId="b8fec4c6180cae9f" providerId="LiveId" clId="{E1D9AD0E-B71F-4120-9672-0A7B96CF5D25}" dt="2025-04-01T14:45:59.400" v="2" actId="47"/>
        <pc:sldMkLst>
          <pc:docMk/>
          <pc:sldMk cId="1419263658" sldId="492"/>
        </pc:sldMkLst>
      </pc:sldChg>
      <pc:sldChg chg="del">
        <pc:chgData name="소은 박" userId="b8fec4c6180cae9f" providerId="LiveId" clId="{E1D9AD0E-B71F-4120-9672-0A7B96CF5D25}" dt="2025-04-01T14:45:59.400" v="2" actId="47"/>
        <pc:sldMkLst>
          <pc:docMk/>
          <pc:sldMk cId="1428878574" sldId="494"/>
        </pc:sldMkLst>
      </pc:sldChg>
      <pc:sldChg chg="del">
        <pc:chgData name="소은 박" userId="b8fec4c6180cae9f" providerId="LiveId" clId="{E1D9AD0E-B71F-4120-9672-0A7B96CF5D25}" dt="2025-04-01T14:45:59.400" v="2" actId="47"/>
        <pc:sldMkLst>
          <pc:docMk/>
          <pc:sldMk cId="720428518" sldId="495"/>
        </pc:sldMkLst>
      </pc:sldChg>
      <pc:sldChg chg="del">
        <pc:chgData name="소은 박" userId="b8fec4c6180cae9f" providerId="LiveId" clId="{E1D9AD0E-B71F-4120-9672-0A7B96CF5D25}" dt="2025-04-01T14:45:59.400" v="2" actId="47"/>
        <pc:sldMkLst>
          <pc:docMk/>
          <pc:sldMk cId="20664631" sldId="501"/>
        </pc:sldMkLst>
      </pc:sldChg>
      <pc:sldChg chg="del">
        <pc:chgData name="소은 박" userId="b8fec4c6180cae9f" providerId="LiveId" clId="{E1D9AD0E-B71F-4120-9672-0A7B96CF5D25}" dt="2025-04-01T14:45:59.400" v="2" actId="47"/>
        <pc:sldMkLst>
          <pc:docMk/>
          <pc:sldMk cId="1225403975" sldId="502"/>
        </pc:sldMkLst>
      </pc:sldChg>
      <pc:sldChg chg="del">
        <pc:chgData name="소은 박" userId="b8fec4c6180cae9f" providerId="LiveId" clId="{E1D9AD0E-B71F-4120-9672-0A7B96CF5D25}" dt="2025-04-01T14:45:59.400" v="2" actId="47"/>
        <pc:sldMkLst>
          <pc:docMk/>
          <pc:sldMk cId="3998522830" sldId="504"/>
        </pc:sldMkLst>
      </pc:sldChg>
      <pc:sldChg chg="del">
        <pc:chgData name="소은 박" userId="b8fec4c6180cae9f" providerId="LiveId" clId="{E1D9AD0E-B71F-4120-9672-0A7B96CF5D25}" dt="2025-04-01T14:45:59.400" v="2" actId="47"/>
        <pc:sldMkLst>
          <pc:docMk/>
          <pc:sldMk cId="3167948690" sldId="505"/>
        </pc:sldMkLst>
      </pc:sldChg>
      <pc:sldChg chg="del">
        <pc:chgData name="소은 박" userId="b8fec4c6180cae9f" providerId="LiveId" clId="{E1D9AD0E-B71F-4120-9672-0A7B96CF5D25}" dt="2025-04-01T14:45:59.400" v="2" actId="47"/>
        <pc:sldMkLst>
          <pc:docMk/>
          <pc:sldMk cId="3840038666" sldId="509"/>
        </pc:sldMkLst>
      </pc:sldChg>
      <pc:sldChg chg="del">
        <pc:chgData name="소은 박" userId="b8fec4c6180cae9f" providerId="LiveId" clId="{E1D9AD0E-B71F-4120-9672-0A7B96CF5D25}" dt="2025-04-01T14:45:59.400" v="2" actId="47"/>
        <pc:sldMkLst>
          <pc:docMk/>
          <pc:sldMk cId="1486897494" sldId="512"/>
        </pc:sldMkLst>
      </pc:sldChg>
      <pc:sldChg chg="del">
        <pc:chgData name="소은 박" userId="b8fec4c6180cae9f" providerId="LiveId" clId="{E1D9AD0E-B71F-4120-9672-0A7B96CF5D25}" dt="2025-04-01T14:45:59.400" v="2" actId="47"/>
        <pc:sldMkLst>
          <pc:docMk/>
          <pc:sldMk cId="2437862674" sldId="514"/>
        </pc:sldMkLst>
      </pc:sldChg>
      <pc:sldChg chg="del">
        <pc:chgData name="소은 박" userId="b8fec4c6180cae9f" providerId="LiveId" clId="{E1D9AD0E-B71F-4120-9672-0A7B96CF5D25}" dt="2025-04-01T14:45:59.400" v="2" actId="47"/>
        <pc:sldMkLst>
          <pc:docMk/>
          <pc:sldMk cId="275723100" sldId="517"/>
        </pc:sldMkLst>
      </pc:sldChg>
      <pc:sldChg chg="del">
        <pc:chgData name="소은 박" userId="b8fec4c6180cae9f" providerId="LiveId" clId="{E1D9AD0E-B71F-4120-9672-0A7B96CF5D25}" dt="2025-04-01T14:45:59.400" v="2" actId="47"/>
        <pc:sldMkLst>
          <pc:docMk/>
          <pc:sldMk cId="4032230000" sldId="518"/>
        </pc:sldMkLst>
      </pc:sldChg>
      <pc:sldChg chg="del">
        <pc:chgData name="소은 박" userId="b8fec4c6180cae9f" providerId="LiveId" clId="{E1D9AD0E-B71F-4120-9672-0A7B96CF5D25}" dt="2025-04-01T14:45:59.400" v="2" actId="47"/>
        <pc:sldMkLst>
          <pc:docMk/>
          <pc:sldMk cId="2720209688" sldId="519"/>
        </pc:sldMkLst>
      </pc:sldChg>
      <pc:sldChg chg="del">
        <pc:chgData name="소은 박" userId="b8fec4c6180cae9f" providerId="LiveId" clId="{E1D9AD0E-B71F-4120-9672-0A7B96CF5D25}" dt="2025-04-01T14:45:59.400" v="2" actId="47"/>
        <pc:sldMkLst>
          <pc:docMk/>
          <pc:sldMk cId="743729548" sldId="522"/>
        </pc:sldMkLst>
      </pc:sldChg>
      <pc:sldChg chg="del">
        <pc:chgData name="소은 박" userId="b8fec4c6180cae9f" providerId="LiveId" clId="{E1D9AD0E-B71F-4120-9672-0A7B96CF5D25}" dt="2025-04-01T14:45:59.400" v="2" actId="47"/>
        <pc:sldMkLst>
          <pc:docMk/>
          <pc:sldMk cId="4109140116" sldId="527"/>
        </pc:sldMkLst>
      </pc:sldChg>
      <pc:sldChg chg="del">
        <pc:chgData name="소은 박" userId="b8fec4c6180cae9f" providerId="LiveId" clId="{E1D9AD0E-B71F-4120-9672-0A7B96CF5D25}" dt="2025-04-01T14:45:59.400" v="2" actId="47"/>
        <pc:sldMkLst>
          <pc:docMk/>
          <pc:sldMk cId="4211058400" sldId="529"/>
        </pc:sldMkLst>
      </pc:sldChg>
      <pc:sldChg chg="del">
        <pc:chgData name="소은 박" userId="b8fec4c6180cae9f" providerId="LiveId" clId="{E1D9AD0E-B71F-4120-9672-0A7B96CF5D25}" dt="2025-04-01T14:45:59.400" v="2" actId="47"/>
        <pc:sldMkLst>
          <pc:docMk/>
          <pc:sldMk cId="837317291" sldId="530"/>
        </pc:sldMkLst>
      </pc:sldChg>
      <pc:sldChg chg="del">
        <pc:chgData name="소은 박" userId="b8fec4c6180cae9f" providerId="LiveId" clId="{E1D9AD0E-B71F-4120-9672-0A7B96CF5D25}" dt="2025-04-01T14:45:59.400" v="2" actId="47"/>
        <pc:sldMkLst>
          <pc:docMk/>
          <pc:sldMk cId="1108989196" sldId="532"/>
        </pc:sldMkLst>
      </pc:sldChg>
      <pc:sldChg chg="del">
        <pc:chgData name="소은 박" userId="b8fec4c6180cae9f" providerId="LiveId" clId="{E1D9AD0E-B71F-4120-9672-0A7B96CF5D25}" dt="2025-04-01T14:45:59.400" v="2" actId="47"/>
        <pc:sldMkLst>
          <pc:docMk/>
          <pc:sldMk cId="1879756037" sldId="533"/>
        </pc:sldMkLst>
      </pc:sldChg>
      <pc:sldChg chg="del">
        <pc:chgData name="소은 박" userId="b8fec4c6180cae9f" providerId="LiveId" clId="{E1D9AD0E-B71F-4120-9672-0A7B96CF5D25}" dt="2025-04-01T14:45:59.400" v="2" actId="47"/>
        <pc:sldMkLst>
          <pc:docMk/>
          <pc:sldMk cId="1605665356" sldId="534"/>
        </pc:sldMkLst>
      </pc:sldChg>
      <pc:sldChg chg="del">
        <pc:chgData name="소은 박" userId="b8fec4c6180cae9f" providerId="LiveId" clId="{E1D9AD0E-B71F-4120-9672-0A7B96CF5D25}" dt="2025-04-01T14:45:59.400" v="2" actId="47"/>
        <pc:sldMkLst>
          <pc:docMk/>
          <pc:sldMk cId="1167331234" sldId="536"/>
        </pc:sldMkLst>
      </pc:sldChg>
      <pc:sldChg chg="del">
        <pc:chgData name="소은 박" userId="b8fec4c6180cae9f" providerId="LiveId" clId="{E1D9AD0E-B71F-4120-9672-0A7B96CF5D25}" dt="2025-04-01T14:45:59.400" v="2" actId="47"/>
        <pc:sldMkLst>
          <pc:docMk/>
          <pc:sldMk cId="2456497971" sldId="538"/>
        </pc:sldMkLst>
      </pc:sldChg>
      <pc:sldChg chg="del">
        <pc:chgData name="소은 박" userId="b8fec4c6180cae9f" providerId="LiveId" clId="{E1D9AD0E-B71F-4120-9672-0A7B96CF5D25}" dt="2025-04-01T14:45:59.400" v="2" actId="47"/>
        <pc:sldMkLst>
          <pc:docMk/>
          <pc:sldMk cId="3733827370" sldId="540"/>
        </pc:sldMkLst>
      </pc:sldChg>
      <pc:sldChg chg="del">
        <pc:chgData name="소은 박" userId="b8fec4c6180cae9f" providerId="LiveId" clId="{E1D9AD0E-B71F-4120-9672-0A7B96CF5D25}" dt="2025-04-01T14:45:59.400" v="2" actId="47"/>
        <pc:sldMkLst>
          <pc:docMk/>
          <pc:sldMk cId="2412583241" sldId="541"/>
        </pc:sldMkLst>
      </pc:sldChg>
      <pc:sldChg chg="del">
        <pc:chgData name="소은 박" userId="b8fec4c6180cae9f" providerId="LiveId" clId="{E1D9AD0E-B71F-4120-9672-0A7B96CF5D25}" dt="2025-04-01T14:45:59.400" v="2" actId="47"/>
        <pc:sldMkLst>
          <pc:docMk/>
          <pc:sldMk cId="1696185149" sldId="542"/>
        </pc:sldMkLst>
      </pc:sldChg>
      <pc:sldChg chg="del">
        <pc:chgData name="소은 박" userId="b8fec4c6180cae9f" providerId="LiveId" clId="{E1D9AD0E-B71F-4120-9672-0A7B96CF5D25}" dt="2025-04-01T14:45:59.400" v="2" actId="47"/>
        <pc:sldMkLst>
          <pc:docMk/>
          <pc:sldMk cId="1689035026" sldId="555"/>
        </pc:sldMkLst>
      </pc:sldChg>
      <pc:sldChg chg="del">
        <pc:chgData name="소은 박" userId="b8fec4c6180cae9f" providerId="LiveId" clId="{E1D9AD0E-B71F-4120-9672-0A7B96CF5D25}" dt="2025-04-01T14:45:59.400" v="2" actId="47"/>
        <pc:sldMkLst>
          <pc:docMk/>
          <pc:sldMk cId="1598122584" sldId="556"/>
        </pc:sldMkLst>
      </pc:sldChg>
      <pc:sldChg chg="del">
        <pc:chgData name="소은 박" userId="b8fec4c6180cae9f" providerId="LiveId" clId="{E1D9AD0E-B71F-4120-9672-0A7B96CF5D25}" dt="2025-04-01T14:45:59.400" v="2" actId="47"/>
        <pc:sldMkLst>
          <pc:docMk/>
          <pc:sldMk cId="128267491" sldId="563"/>
        </pc:sldMkLst>
      </pc:sldChg>
      <pc:sldChg chg="del">
        <pc:chgData name="소은 박" userId="b8fec4c6180cae9f" providerId="LiveId" clId="{E1D9AD0E-B71F-4120-9672-0A7B96CF5D25}" dt="2025-04-01T14:45:59.400" v="2" actId="47"/>
        <pc:sldMkLst>
          <pc:docMk/>
          <pc:sldMk cId="973915581" sldId="564"/>
        </pc:sldMkLst>
      </pc:sldChg>
      <pc:sldChg chg="del">
        <pc:chgData name="소은 박" userId="b8fec4c6180cae9f" providerId="LiveId" clId="{E1D9AD0E-B71F-4120-9672-0A7B96CF5D25}" dt="2025-04-01T14:45:59.400" v="2" actId="47"/>
        <pc:sldMkLst>
          <pc:docMk/>
          <pc:sldMk cId="697146874" sldId="567"/>
        </pc:sldMkLst>
      </pc:sldChg>
      <pc:sldChg chg="del">
        <pc:chgData name="소은 박" userId="b8fec4c6180cae9f" providerId="LiveId" clId="{E1D9AD0E-B71F-4120-9672-0A7B96CF5D25}" dt="2025-04-01T14:45:59.400" v="2" actId="47"/>
        <pc:sldMkLst>
          <pc:docMk/>
          <pc:sldMk cId="532212831" sldId="569"/>
        </pc:sldMkLst>
      </pc:sldChg>
      <pc:sldChg chg="del">
        <pc:chgData name="소은 박" userId="b8fec4c6180cae9f" providerId="LiveId" clId="{E1D9AD0E-B71F-4120-9672-0A7B96CF5D25}" dt="2025-04-01T14:45:59.400" v="2" actId="47"/>
        <pc:sldMkLst>
          <pc:docMk/>
          <pc:sldMk cId="303562854" sldId="570"/>
        </pc:sldMkLst>
      </pc:sldChg>
      <pc:sldChg chg="del">
        <pc:chgData name="소은 박" userId="b8fec4c6180cae9f" providerId="LiveId" clId="{E1D9AD0E-B71F-4120-9672-0A7B96CF5D25}" dt="2025-04-01T14:45:59.400" v="2" actId="47"/>
        <pc:sldMkLst>
          <pc:docMk/>
          <pc:sldMk cId="1616517077" sldId="571"/>
        </pc:sldMkLst>
      </pc:sldChg>
      <pc:sldChg chg="del">
        <pc:chgData name="소은 박" userId="b8fec4c6180cae9f" providerId="LiveId" clId="{E1D9AD0E-B71F-4120-9672-0A7B96CF5D25}" dt="2025-04-01T14:45:59.400" v="2" actId="47"/>
        <pc:sldMkLst>
          <pc:docMk/>
          <pc:sldMk cId="2406177601" sldId="574"/>
        </pc:sldMkLst>
      </pc:sldChg>
      <pc:sldChg chg="del">
        <pc:chgData name="소은 박" userId="b8fec4c6180cae9f" providerId="LiveId" clId="{E1D9AD0E-B71F-4120-9672-0A7B96CF5D25}" dt="2025-04-01T14:45:59.400" v="2" actId="47"/>
        <pc:sldMkLst>
          <pc:docMk/>
          <pc:sldMk cId="3277971101" sldId="575"/>
        </pc:sldMkLst>
      </pc:sldChg>
      <pc:sldChg chg="del">
        <pc:chgData name="소은 박" userId="b8fec4c6180cae9f" providerId="LiveId" clId="{E1D9AD0E-B71F-4120-9672-0A7B96CF5D25}" dt="2025-04-01T14:45:59.400" v="2" actId="47"/>
        <pc:sldMkLst>
          <pc:docMk/>
          <pc:sldMk cId="2303091737" sldId="578"/>
        </pc:sldMkLst>
      </pc:sldChg>
      <pc:sldChg chg="del">
        <pc:chgData name="소은 박" userId="b8fec4c6180cae9f" providerId="LiveId" clId="{E1D9AD0E-B71F-4120-9672-0A7B96CF5D25}" dt="2025-04-01T14:45:59.400" v="2" actId="47"/>
        <pc:sldMkLst>
          <pc:docMk/>
          <pc:sldMk cId="2164048717" sldId="581"/>
        </pc:sldMkLst>
      </pc:sldChg>
      <pc:sldChg chg="del">
        <pc:chgData name="소은 박" userId="b8fec4c6180cae9f" providerId="LiveId" clId="{E1D9AD0E-B71F-4120-9672-0A7B96CF5D25}" dt="2025-04-01T14:45:59.400" v="2" actId="47"/>
        <pc:sldMkLst>
          <pc:docMk/>
          <pc:sldMk cId="3997822499" sldId="582"/>
        </pc:sldMkLst>
      </pc:sldChg>
      <pc:sldChg chg="del">
        <pc:chgData name="소은 박" userId="b8fec4c6180cae9f" providerId="LiveId" clId="{E1D9AD0E-B71F-4120-9672-0A7B96CF5D25}" dt="2025-04-01T14:45:59.400" v="2" actId="47"/>
        <pc:sldMkLst>
          <pc:docMk/>
          <pc:sldMk cId="198969492" sldId="583"/>
        </pc:sldMkLst>
      </pc:sldChg>
      <pc:sldChg chg="del">
        <pc:chgData name="소은 박" userId="b8fec4c6180cae9f" providerId="LiveId" clId="{E1D9AD0E-B71F-4120-9672-0A7B96CF5D25}" dt="2025-04-01T14:45:59.400" v="2" actId="47"/>
        <pc:sldMkLst>
          <pc:docMk/>
          <pc:sldMk cId="3904957419" sldId="584"/>
        </pc:sldMkLst>
      </pc:sldChg>
      <pc:sldChg chg="del">
        <pc:chgData name="소은 박" userId="b8fec4c6180cae9f" providerId="LiveId" clId="{E1D9AD0E-B71F-4120-9672-0A7B96CF5D25}" dt="2025-04-01T14:45:59.400" v="2" actId="47"/>
        <pc:sldMkLst>
          <pc:docMk/>
          <pc:sldMk cId="2621139438" sldId="586"/>
        </pc:sldMkLst>
      </pc:sldChg>
      <pc:sldChg chg="del">
        <pc:chgData name="소은 박" userId="b8fec4c6180cae9f" providerId="LiveId" clId="{E1D9AD0E-B71F-4120-9672-0A7B96CF5D25}" dt="2025-04-01T14:45:59.400" v="2" actId="47"/>
        <pc:sldMkLst>
          <pc:docMk/>
          <pc:sldMk cId="3075902889" sldId="587"/>
        </pc:sldMkLst>
      </pc:sldChg>
      <pc:sldChg chg="del">
        <pc:chgData name="소은 박" userId="b8fec4c6180cae9f" providerId="LiveId" clId="{E1D9AD0E-B71F-4120-9672-0A7B96CF5D25}" dt="2025-04-01T14:45:59.400" v="2" actId="47"/>
        <pc:sldMkLst>
          <pc:docMk/>
          <pc:sldMk cId="3385924215" sldId="588"/>
        </pc:sldMkLst>
      </pc:sldChg>
      <pc:sldChg chg="del">
        <pc:chgData name="소은 박" userId="b8fec4c6180cae9f" providerId="LiveId" clId="{E1D9AD0E-B71F-4120-9672-0A7B96CF5D25}" dt="2025-04-01T14:45:59.400" v="2" actId="47"/>
        <pc:sldMkLst>
          <pc:docMk/>
          <pc:sldMk cId="4267775729" sldId="589"/>
        </pc:sldMkLst>
      </pc:sldChg>
      <pc:sldChg chg="del">
        <pc:chgData name="소은 박" userId="b8fec4c6180cae9f" providerId="LiveId" clId="{E1D9AD0E-B71F-4120-9672-0A7B96CF5D25}" dt="2025-04-01T14:45:59.400" v="2" actId="47"/>
        <pc:sldMkLst>
          <pc:docMk/>
          <pc:sldMk cId="1300295494" sldId="590"/>
        </pc:sldMkLst>
      </pc:sldChg>
      <pc:sldChg chg="del">
        <pc:chgData name="소은 박" userId="b8fec4c6180cae9f" providerId="LiveId" clId="{E1D9AD0E-B71F-4120-9672-0A7B96CF5D25}" dt="2025-04-01T14:45:59.400" v="2" actId="47"/>
        <pc:sldMkLst>
          <pc:docMk/>
          <pc:sldMk cId="2374593772" sldId="591"/>
        </pc:sldMkLst>
      </pc:sldChg>
      <pc:sldChg chg="del">
        <pc:chgData name="소은 박" userId="b8fec4c6180cae9f" providerId="LiveId" clId="{E1D9AD0E-B71F-4120-9672-0A7B96CF5D25}" dt="2025-04-01T14:45:59.400" v="2" actId="47"/>
        <pc:sldMkLst>
          <pc:docMk/>
          <pc:sldMk cId="3753635043" sldId="592"/>
        </pc:sldMkLst>
      </pc:sldChg>
      <pc:sldChg chg="del">
        <pc:chgData name="소은 박" userId="b8fec4c6180cae9f" providerId="LiveId" clId="{E1D9AD0E-B71F-4120-9672-0A7B96CF5D25}" dt="2025-04-01T14:45:59.400" v="2" actId="47"/>
        <pc:sldMkLst>
          <pc:docMk/>
          <pc:sldMk cId="511988775" sldId="594"/>
        </pc:sldMkLst>
      </pc:sldChg>
      <pc:sldChg chg="del">
        <pc:chgData name="소은 박" userId="b8fec4c6180cae9f" providerId="LiveId" clId="{E1D9AD0E-B71F-4120-9672-0A7B96CF5D25}" dt="2025-04-01T14:45:30.793" v="1" actId="47"/>
        <pc:sldMkLst>
          <pc:docMk/>
          <pc:sldMk cId="3167339964" sldId="597"/>
        </pc:sldMkLst>
      </pc:sldChg>
      <pc:sldChg chg="del">
        <pc:chgData name="소은 박" userId="b8fec4c6180cae9f" providerId="LiveId" clId="{E1D9AD0E-B71F-4120-9672-0A7B96CF5D25}" dt="2025-04-01T14:46:10.016" v="4" actId="47"/>
        <pc:sldMkLst>
          <pc:docMk/>
          <pc:sldMk cId="976917088" sldId="599"/>
        </pc:sldMkLst>
      </pc:sldChg>
      <pc:sldChg chg="del">
        <pc:chgData name="소은 박" userId="b8fec4c6180cae9f" providerId="LiveId" clId="{E1D9AD0E-B71F-4120-9672-0A7B96CF5D25}" dt="2025-04-01T14:45:59.400" v="2" actId="47"/>
        <pc:sldMkLst>
          <pc:docMk/>
          <pc:sldMk cId="3385463002" sldId="600"/>
        </pc:sldMkLst>
      </pc:sldChg>
      <pc:sldChg chg="del">
        <pc:chgData name="소은 박" userId="b8fec4c6180cae9f" providerId="LiveId" clId="{E1D9AD0E-B71F-4120-9672-0A7B96CF5D25}" dt="2025-04-01T14:45:59.400" v="2" actId="47"/>
        <pc:sldMkLst>
          <pc:docMk/>
          <pc:sldMk cId="3848106540" sldId="602"/>
        </pc:sldMkLst>
      </pc:sldChg>
      <pc:sldChg chg="del">
        <pc:chgData name="소은 박" userId="b8fec4c6180cae9f" providerId="LiveId" clId="{E1D9AD0E-B71F-4120-9672-0A7B96CF5D25}" dt="2025-04-01T14:45:59.400" v="2" actId="47"/>
        <pc:sldMkLst>
          <pc:docMk/>
          <pc:sldMk cId="1635603924" sldId="604"/>
        </pc:sldMkLst>
      </pc:sldChg>
      <pc:sldChg chg="del">
        <pc:chgData name="소은 박" userId="b8fec4c6180cae9f" providerId="LiveId" clId="{E1D9AD0E-B71F-4120-9672-0A7B96CF5D25}" dt="2025-04-01T14:45:30.793" v="1" actId="47"/>
        <pc:sldMkLst>
          <pc:docMk/>
          <pc:sldMk cId="634242298" sldId="608"/>
        </pc:sldMkLst>
      </pc:sldChg>
      <pc:sldChg chg="del">
        <pc:chgData name="소은 박" userId="b8fec4c6180cae9f" providerId="LiveId" clId="{E1D9AD0E-B71F-4120-9672-0A7B96CF5D25}" dt="2025-04-01T14:46:10.016" v="4" actId="47"/>
        <pc:sldMkLst>
          <pc:docMk/>
          <pc:sldMk cId="586966360" sldId="609"/>
        </pc:sldMkLst>
      </pc:sldChg>
      <pc:sldChg chg="del">
        <pc:chgData name="소은 박" userId="b8fec4c6180cae9f" providerId="LiveId" clId="{E1D9AD0E-B71F-4120-9672-0A7B96CF5D25}" dt="2025-04-01T14:46:10.016" v="4" actId="47"/>
        <pc:sldMkLst>
          <pc:docMk/>
          <pc:sldMk cId="2775386301" sldId="613"/>
        </pc:sldMkLst>
      </pc:sldChg>
      <pc:sldChg chg="del">
        <pc:chgData name="소은 박" userId="b8fec4c6180cae9f" providerId="LiveId" clId="{E1D9AD0E-B71F-4120-9672-0A7B96CF5D25}" dt="2025-04-01T14:46:10.016" v="4" actId="47"/>
        <pc:sldMkLst>
          <pc:docMk/>
          <pc:sldMk cId="4003675505" sldId="614"/>
        </pc:sldMkLst>
      </pc:sldChg>
      <pc:sldChg chg="del">
        <pc:chgData name="소은 박" userId="b8fec4c6180cae9f" providerId="LiveId" clId="{E1D9AD0E-B71F-4120-9672-0A7B96CF5D25}" dt="2025-04-01T14:45:59.400" v="2" actId="47"/>
        <pc:sldMkLst>
          <pc:docMk/>
          <pc:sldMk cId="1286835877" sldId="615"/>
        </pc:sldMkLst>
      </pc:sldChg>
      <pc:sldChg chg="del">
        <pc:chgData name="소은 박" userId="b8fec4c6180cae9f" providerId="LiveId" clId="{E1D9AD0E-B71F-4120-9672-0A7B96CF5D25}" dt="2025-04-01T14:45:59.400" v="2" actId="47"/>
        <pc:sldMkLst>
          <pc:docMk/>
          <pc:sldMk cId="4045406464" sldId="616"/>
        </pc:sldMkLst>
      </pc:sldChg>
      <pc:sldChg chg="del">
        <pc:chgData name="소은 박" userId="b8fec4c6180cae9f" providerId="LiveId" clId="{E1D9AD0E-B71F-4120-9672-0A7B96CF5D25}" dt="2025-04-01T14:45:59.400" v="2" actId="47"/>
        <pc:sldMkLst>
          <pc:docMk/>
          <pc:sldMk cId="3884770026" sldId="617"/>
        </pc:sldMkLst>
      </pc:sldChg>
      <pc:sldChg chg="del">
        <pc:chgData name="소은 박" userId="b8fec4c6180cae9f" providerId="LiveId" clId="{E1D9AD0E-B71F-4120-9672-0A7B96CF5D25}" dt="2025-04-01T14:45:59.400" v="2" actId="47"/>
        <pc:sldMkLst>
          <pc:docMk/>
          <pc:sldMk cId="3436680991" sldId="618"/>
        </pc:sldMkLst>
      </pc:sldChg>
      <pc:sldChg chg="del">
        <pc:chgData name="소은 박" userId="b8fec4c6180cae9f" providerId="LiveId" clId="{E1D9AD0E-B71F-4120-9672-0A7B96CF5D25}" dt="2025-04-01T14:45:59.400" v="2" actId="47"/>
        <pc:sldMkLst>
          <pc:docMk/>
          <pc:sldMk cId="447716533" sldId="621"/>
        </pc:sldMkLst>
      </pc:sldChg>
      <pc:sldChg chg="del">
        <pc:chgData name="소은 박" userId="b8fec4c6180cae9f" providerId="LiveId" clId="{E1D9AD0E-B71F-4120-9672-0A7B96CF5D25}" dt="2025-04-01T14:45:59.400" v="2" actId="47"/>
        <pc:sldMkLst>
          <pc:docMk/>
          <pc:sldMk cId="737951718" sldId="622"/>
        </pc:sldMkLst>
      </pc:sldChg>
      <pc:sldChg chg="del">
        <pc:chgData name="소은 박" userId="b8fec4c6180cae9f" providerId="LiveId" clId="{E1D9AD0E-B71F-4120-9672-0A7B96CF5D25}" dt="2025-04-01T14:45:30.793" v="1" actId="47"/>
        <pc:sldMkLst>
          <pc:docMk/>
          <pc:sldMk cId="1256940681" sldId="628"/>
        </pc:sldMkLst>
      </pc:sldChg>
      <pc:sldChg chg="del">
        <pc:chgData name="소은 박" userId="b8fec4c6180cae9f" providerId="LiveId" clId="{E1D9AD0E-B71F-4120-9672-0A7B96CF5D25}" dt="2025-04-01T14:45:59.400" v="2" actId="47"/>
        <pc:sldMkLst>
          <pc:docMk/>
          <pc:sldMk cId="1585918249" sldId="637"/>
        </pc:sldMkLst>
      </pc:sldChg>
      <pc:sldChg chg="del">
        <pc:chgData name="소은 박" userId="b8fec4c6180cae9f" providerId="LiveId" clId="{E1D9AD0E-B71F-4120-9672-0A7B96CF5D25}" dt="2025-04-01T14:45:59.400" v="2" actId="47"/>
        <pc:sldMkLst>
          <pc:docMk/>
          <pc:sldMk cId="1876009581" sldId="640"/>
        </pc:sldMkLst>
      </pc:sldChg>
      <pc:sldChg chg="del">
        <pc:chgData name="소은 박" userId="b8fec4c6180cae9f" providerId="LiveId" clId="{E1D9AD0E-B71F-4120-9672-0A7B96CF5D25}" dt="2025-04-01T14:45:59.400" v="2" actId="47"/>
        <pc:sldMkLst>
          <pc:docMk/>
          <pc:sldMk cId="3277559880" sldId="641"/>
        </pc:sldMkLst>
      </pc:sldChg>
      <pc:sldChg chg="del">
        <pc:chgData name="소은 박" userId="b8fec4c6180cae9f" providerId="LiveId" clId="{E1D9AD0E-B71F-4120-9672-0A7B96CF5D25}" dt="2025-04-01T14:45:59.400" v="2" actId="47"/>
        <pc:sldMkLst>
          <pc:docMk/>
          <pc:sldMk cId="3750125312" sldId="646"/>
        </pc:sldMkLst>
      </pc:sldChg>
      <pc:sldChg chg="del">
        <pc:chgData name="소은 박" userId="b8fec4c6180cae9f" providerId="LiveId" clId="{E1D9AD0E-B71F-4120-9672-0A7B96CF5D25}" dt="2025-04-01T14:45:59.400" v="2" actId="47"/>
        <pc:sldMkLst>
          <pc:docMk/>
          <pc:sldMk cId="3053828488" sldId="647"/>
        </pc:sldMkLst>
      </pc:sldChg>
      <pc:sldChg chg="del">
        <pc:chgData name="소은 박" userId="b8fec4c6180cae9f" providerId="LiveId" clId="{E1D9AD0E-B71F-4120-9672-0A7B96CF5D25}" dt="2025-04-01T14:45:59.400" v="2" actId="47"/>
        <pc:sldMkLst>
          <pc:docMk/>
          <pc:sldMk cId="1817435977" sldId="648"/>
        </pc:sldMkLst>
      </pc:sldChg>
      <pc:sldChg chg="del">
        <pc:chgData name="소은 박" userId="b8fec4c6180cae9f" providerId="LiveId" clId="{E1D9AD0E-B71F-4120-9672-0A7B96CF5D25}" dt="2025-04-01T14:45:59.400" v="2" actId="47"/>
        <pc:sldMkLst>
          <pc:docMk/>
          <pc:sldMk cId="3833232608" sldId="651"/>
        </pc:sldMkLst>
      </pc:sldChg>
      <pc:sldChg chg="del">
        <pc:chgData name="소은 박" userId="b8fec4c6180cae9f" providerId="LiveId" clId="{E1D9AD0E-B71F-4120-9672-0A7B96CF5D25}" dt="2025-04-01T14:45:59.400" v="2" actId="47"/>
        <pc:sldMkLst>
          <pc:docMk/>
          <pc:sldMk cId="832390598" sldId="655"/>
        </pc:sldMkLst>
      </pc:sldChg>
      <pc:sldChg chg="del">
        <pc:chgData name="소은 박" userId="b8fec4c6180cae9f" providerId="LiveId" clId="{E1D9AD0E-B71F-4120-9672-0A7B96CF5D25}" dt="2025-04-01T14:45:59.400" v="2" actId="47"/>
        <pc:sldMkLst>
          <pc:docMk/>
          <pc:sldMk cId="1806154948" sldId="658"/>
        </pc:sldMkLst>
      </pc:sldChg>
      <pc:sldChg chg="del">
        <pc:chgData name="소은 박" userId="b8fec4c6180cae9f" providerId="LiveId" clId="{E1D9AD0E-B71F-4120-9672-0A7B96CF5D25}" dt="2025-04-01T14:45:59.400" v="2" actId="47"/>
        <pc:sldMkLst>
          <pc:docMk/>
          <pc:sldMk cId="901686558" sldId="659"/>
        </pc:sldMkLst>
      </pc:sldChg>
      <pc:sldChg chg="del">
        <pc:chgData name="소은 박" userId="b8fec4c6180cae9f" providerId="LiveId" clId="{E1D9AD0E-B71F-4120-9672-0A7B96CF5D25}" dt="2025-04-01T14:45:59.400" v="2" actId="47"/>
        <pc:sldMkLst>
          <pc:docMk/>
          <pc:sldMk cId="1353267017" sldId="660"/>
        </pc:sldMkLst>
      </pc:sldChg>
      <pc:sldChg chg="del">
        <pc:chgData name="소은 박" userId="b8fec4c6180cae9f" providerId="LiveId" clId="{E1D9AD0E-B71F-4120-9672-0A7B96CF5D25}" dt="2025-04-01T14:45:59.400" v="2" actId="47"/>
        <pc:sldMkLst>
          <pc:docMk/>
          <pc:sldMk cId="3394282664" sldId="661"/>
        </pc:sldMkLst>
      </pc:sldChg>
      <pc:sldChg chg="del">
        <pc:chgData name="소은 박" userId="b8fec4c6180cae9f" providerId="LiveId" clId="{E1D9AD0E-B71F-4120-9672-0A7B96CF5D25}" dt="2025-04-01T14:45:59.400" v="2" actId="47"/>
        <pc:sldMkLst>
          <pc:docMk/>
          <pc:sldMk cId="3918007923" sldId="662"/>
        </pc:sldMkLst>
      </pc:sldChg>
      <pc:sldChg chg="del">
        <pc:chgData name="소은 박" userId="b8fec4c6180cae9f" providerId="LiveId" clId="{E1D9AD0E-B71F-4120-9672-0A7B96CF5D25}" dt="2025-04-01T14:45:59.400" v="2" actId="47"/>
        <pc:sldMkLst>
          <pc:docMk/>
          <pc:sldMk cId="2530580624" sldId="663"/>
        </pc:sldMkLst>
      </pc:sldChg>
      <pc:sldChg chg="del">
        <pc:chgData name="소은 박" userId="b8fec4c6180cae9f" providerId="LiveId" clId="{E1D9AD0E-B71F-4120-9672-0A7B96CF5D25}" dt="2025-04-01T14:45:59.400" v="2" actId="47"/>
        <pc:sldMkLst>
          <pc:docMk/>
          <pc:sldMk cId="2823334077" sldId="664"/>
        </pc:sldMkLst>
      </pc:sldChg>
      <pc:sldChg chg="del">
        <pc:chgData name="소은 박" userId="b8fec4c6180cae9f" providerId="LiveId" clId="{E1D9AD0E-B71F-4120-9672-0A7B96CF5D25}" dt="2025-04-01T14:45:59.400" v="2" actId="47"/>
        <pc:sldMkLst>
          <pc:docMk/>
          <pc:sldMk cId="1655767936" sldId="665"/>
        </pc:sldMkLst>
      </pc:sldChg>
      <pc:sldChg chg="del">
        <pc:chgData name="소은 박" userId="b8fec4c6180cae9f" providerId="LiveId" clId="{E1D9AD0E-B71F-4120-9672-0A7B96CF5D25}" dt="2025-04-01T14:45:59.400" v="2" actId="47"/>
        <pc:sldMkLst>
          <pc:docMk/>
          <pc:sldMk cId="1543042720" sldId="666"/>
        </pc:sldMkLst>
      </pc:sldChg>
      <pc:sldChg chg="del">
        <pc:chgData name="소은 박" userId="b8fec4c6180cae9f" providerId="LiveId" clId="{E1D9AD0E-B71F-4120-9672-0A7B96CF5D25}" dt="2025-04-01T14:45:59.400" v="2" actId="47"/>
        <pc:sldMkLst>
          <pc:docMk/>
          <pc:sldMk cId="2448580877" sldId="667"/>
        </pc:sldMkLst>
      </pc:sldChg>
      <pc:sldChg chg="del">
        <pc:chgData name="소은 박" userId="b8fec4c6180cae9f" providerId="LiveId" clId="{E1D9AD0E-B71F-4120-9672-0A7B96CF5D25}" dt="2025-04-01T14:45:59.400" v="2" actId="47"/>
        <pc:sldMkLst>
          <pc:docMk/>
          <pc:sldMk cId="3450218472" sldId="668"/>
        </pc:sldMkLst>
      </pc:sldChg>
      <pc:sldChg chg="del">
        <pc:chgData name="소은 박" userId="b8fec4c6180cae9f" providerId="LiveId" clId="{E1D9AD0E-B71F-4120-9672-0A7B96CF5D25}" dt="2025-04-01T14:45:59.400" v="2" actId="47"/>
        <pc:sldMkLst>
          <pc:docMk/>
          <pc:sldMk cId="2938297895" sldId="669"/>
        </pc:sldMkLst>
      </pc:sldChg>
      <pc:sldChg chg="del">
        <pc:chgData name="소은 박" userId="b8fec4c6180cae9f" providerId="LiveId" clId="{E1D9AD0E-B71F-4120-9672-0A7B96CF5D25}" dt="2025-04-01T14:45:59.400" v="2" actId="47"/>
        <pc:sldMkLst>
          <pc:docMk/>
          <pc:sldMk cId="3441536511" sldId="672"/>
        </pc:sldMkLst>
      </pc:sldChg>
      <pc:sldChg chg="del">
        <pc:chgData name="소은 박" userId="b8fec4c6180cae9f" providerId="LiveId" clId="{E1D9AD0E-B71F-4120-9672-0A7B96CF5D25}" dt="2025-04-01T14:45:59.400" v="2" actId="47"/>
        <pc:sldMkLst>
          <pc:docMk/>
          <pc:sldMk cId="250680598" sldId="673"/>
        </pc:sldMkLst>
      </pc:sldChg>
      <pc:sldChg chg="del">
        <pc:chgData name="소은 박" userId="b8fec4c6180cae9f" providerId="LiveId" clId="{E1D9AD0E-B71F-4120-9672-0A7B96CF5D25}" dt="2025-04-01T14:45:59.400" v="2" actId="47"/>
        <pc:sldMkLst>
          <pc:docMk/>
          <pc:sldMk cId="2221717252" sldId="674"/>
        </pc:sldMkLst>
      </pc:sldChg>
      <pc:sldChg chg="del">
        <pc:chgData name="소은 박" userId="b8fec4c6180cae9f" providerId="LiveId" clId="{E1D9AD0E-B71F-4120-9672-0A7B96CF5D25}" dt="2025-04-01T14:45:59.400" v="2" actId="47"/>
        <pc:sldMkLst>
          <pc:docMk/>
          <pc:sldMk cId="3185179534" sldId="675"/>
        </pc:sldMkLst>
      </pc:sldChg>
      <pc:sldChg chg="del">
        <pc:chgData name="소은 박" userId="b8fec4c6180cae9f" providerId="LiveId" clId="{E1D9AD0E-B71F-4120-9672-0A7B96CF5D25}" dt="2025-04-01T14:45:59.400" v="2" actId="47"/>
        <pc:sldMkLst>
          <pc:docMk/>
          <pc:sldMk cId="2726654605" sldId="676"/>
        </pc:sldMkLst>
      </pc:sldChg>
      <pc:sldChg chg="del">
        <pc:chgData name="소은 박" userId="b8fec4c6180cae9f" providerId="LiveId" clId="{E1D9AD0E-B71F-4120-9672-0A7B96CF5D25}" dt="2025-04-01T14:45:59.400" v="2" actId="47"/>
        <pc:sldMkLst>
          <pc:docMk/>
          <pc:sldMk cId="1366854481" sldId="678"/>
        </pc:sldMkLst>
      </pc:sldChg>
      <pc:sldChg chg="del">
        <pc:chgData name="소은 박" userId="b8fec4c6180cae9f" providerId="LiveId" clId="{E1D9AD0E-B71F-4120-9672-0A7B96CF5D25}" dt="2025-04-01T14:45:59.400" v="2" actId="47"/>
        <pc:sldMkLst>
          <pc:docMk/>
          <pc:sldMk cId="3193923041" sldId="679"/>
        </pc:sldMkLst>
      </pc:sldChg>
      <pc:sldChg chg="del">
        <pc:chgData name="소은 박" userId="b8fec4c6180cae9f" providerId="LiveId" clId="{E1D9AD0E-B71F-4120-9672-0A7B96CF5D25}" dt="2025-04-01T14:45:59.400" v="2" actId="47"/>
        <pc:sldMkLst>
          <pc:docMk/>
          <pc:sldMk cId="1457282956" sldId="680"/>
        </pc:sldMkLst>
      </pc:sldChg>
      <pc:sldChg chg="del">
        <pc:chgData name="소은 박" userId="b8fec4c6180cae9f" providerId="LiveId" clId="{E1D9AD0E-B71F-4120-9672-0A7B96CF5D25}" dt="2025-04-01T14:45:59.400" v="2" actId="47"/>
        <pc:sldMkLst>
          <pc:docMk/>
          <pc:sldMk cId="926744713" sldId="681"/>
        </pc:sldMkLst>
      </pc:sldChg>
      <pc:sldChg chg="del">
        <pc:chgData name="소은 박" userId="b8fec4c6180cae9f" providerId="LiveId" clId="{E1D9AD0E-B71F-4120-9672-0A7B96CF5D25}" dt="2025-04-01T14:45:59.400" v="2" actId="47"/>
        <pc:sldMkLst>
          <pc:docMk/>
          <pc:sldMk cId="3864723090" sldId="682"/>
        </pc:sldMkLst>
      </pc:sldChg>
      <pc:sldChg chg="del">
        <pc:chgData name="소은 박" userId="b8fec4c6180cae9f" providerId="LiveId" clId="{E1D9AD0E-B71F-4120-9672-0A7B96CF5D25}" dt="2025-04-01T14:45:59.400" v="2" actId="47"/>
        <pc:sldMkLst>
          <pc:docMk/>
          <pc:sldMk cId="3772796719" sldId="684"/>
        </pc:sldMkLst>
      </pc:sldChg>
      <pc:sldChg chg="del">
        <pc:chgData name="소은 박" userId="b8fec4c6180cae9f" providerId="LiveId" clId="{E1D9AD0E-B71F-4120-9672-0A7B96CF5D25}" dt="2025-04-01T14:45:59.400" v="2" actId="47"/>
        <pc:sldMkLst>
          <pc:docMk/>
          <pc:sldMk cId="2081192633" sldId="685"/>
        </pc:sldMkLst>
      </pc:sldChg>
      <pc:sldChg chg="del">
        <pc:chgData name="소은 박" userId="b8fec4c6180cae9f" providerId="LiveId" clId="{E1D9AD0E-B71F-4120-9672-0A7B96CF5D25}" dt="2025-04-01T14:45:59.400" v="2" actId="47"/>
        <pc:sldMkLst>
          <pc:docMk/>
          <pc:sldMk cId="2739864775" sldId="686"/>
        </pc:sldMkLst>
      </pc:sldChg>
      <pc:sldChg chg="del">
        <pc:chgData name="소은 박" userId="b8fec4c6180cae9f" providerId="LiveId" clId="{E1D9AD0E-B71F-4120-9672-0A7B96CF5D25}" dt="2025-04-01T14:45:59.400" v="2" actId="47"/>
        <pc:sldMkLst>
          <pc:docMk/>
          <pc:sldMk cId="1053259875" sldId="697"/>
        </pc:sldMkLst>
      </pc:sldChg>
      <pc:sldChg chg="del">
        <pc:chgData name="소은 박" userId="b8fec4c6180cae9f" providerId="LiveId" clId="{E1D9AD0E-B71F-4120-9672-0A7B96CF5D25}" dt="2025-04-01T14:45:30.793" v="1" actId="47"/>
        <pc:sldMkLst>
          <pc:docMk/>
          <pc:sldMk cId="3456642651" sldId="698"/>
        </pc:sldMkLst>
      </pc:sldChg>
      <pc:sldChg chg="del">
        <pc:chgData name="소은 박" userId="b8fec4c6180cae9f" providerId="LiveId" clId="{E1D9AD0E-B71F-4120-9672-0A7B96CF5D25}" dt="2025-04-01T14:45:59.400" v="2" actId="47"/>
        <pc:sldMkLst>
          <pc:docMk/>
          <pc:sldMk cId="580155273" sldId="699"/>
        </pc:sldMkLst>
      </pc:sldChg>
      <pc:sldChg chg="del">
        <pc:chgData name="소은 박" userId="b8fec4c6180cae9f" providerId="LiveId" clId="{E1D9AD0E-B71F-4120-9672-0A7B96CF5D25}" dt="2025-04-01T14:45:59.400" v="2" actId="47"/>
        <pc:sldMkLst>
          <pc:docMk/>
          <pc:sldMk cId="1282819408" sldId="700"/>
        </pc:sldMkLst>
      </pc:sldChg>
      <pc:sldChg chg="del">
        <pc:chgData name="소은 박" userId="b8fec4c6180cae9f" providerId="LiveId" clId="{E1D9AD0E-B71F-4120-9672-0A7B96CF5D25}" dt="2025-04-01T14:45:59.400" v="2" actId="47"/>
        <pc:sldMkLst>
          <pc:docMk/>
          <pc:sldMk cId="3680437129" sldId="701"/>
        </pc:sldMkLst>
      </pc:sldChg>
      <pc:sldChg chg="del">
        <pc:chgData name="소은 박" userId="b8fec4c6180cae9f" providerId="LiveId" clId="{E1D9AD0E-B71F-4120-9672-0A7B96CF5D25}" dt="2025-04-01T14:45:59.400" v="2" actId="47"/>
        <pc:sldMkLst>
          <pc:docMk/>
          <pc:sldMk cId="2142097904" sldId="702"/>
        </pc:sldMkLst>
      </pc:sldChg>
      <pc:sldChg chg="del">
        <pc:chgData name="소은 박" userId="b8fec4c6180cae9f" providerId="LiveId" clId="{E1D9AD0E-B71F-4120-9672-0A7B96CF5D25}" dt="2025-04-01T14:45:59.400" v="2" actId="47"/>
        <pc:sldMkLst>
          <pc:docMk/>
          <pc:sldMk cId="1093438594" sldId="703"/>
        </pc:sldMkLst>
      </pc:sldChg>
      <pc:sldChg chg="del">
        <pc:chgData name="소은 박" userId="b8fec4c6180cae9f" providerId="LiveId" clId="{E1D9AD0E-B71F-4120-9672-0A7B96CF5D25}" dt="2025-04-01T14:45:59.400" v="2" actId="47"/>
        <pc:sldMkLst>
          <pc:docMk/>
          <pc:sldMk cId="2439617535" sldId="704"/>
        </pc:sldMkLst>
      </pc:sldChg>
      <pc:sldChg chg="del">
        <pc:chgData name="소은 박" userId="b8fec4c6180cae9f" providerId="LiveId" clId="{E1D9AD0E-B71F-4120-9672-0A7B96CF5D25}" dt="2025-04-01T14:45:59.400" v="2" actId="47"/>
        <pc:sldMkLst>
          <pc:docMk/>
          <pc:sldMk cId="3000929594" sldId="705"/>
        </pc:sldMkLst>
      </pc:sldChg>
      <pc:sldChg chg="del">
        <pc:chgData name="소은 박" userId="b8fec4c6180cae9f" providerId="LiveId" clId="{E1D9AD0E-B71F-4120-9672-0A7B96CF5D25}" dt="2025-04-01T14:45:59.400" v="2" actId="47"/>
        <pc:sldMkLst>
          <pc:docMk/>
          <pc:sldMk cId="100833663" sldId="709"/>
        </pc:sldMkLst>
      </pc:sldChg>
      <pc:sldChg chg="del">
        <pc:chgData name="소은 박" userId="b8fec4c6180cae9f" providerId="LiveId" clId="{E1D9AD0E-B71F-4120-9672-0A7B96CF5D25}" dt="2025-04-01T14:45:59.400" v="2" actId="47"/>
        <pc:sldMkLst>
          <pc:docMk/>
          <pc:sldMk cId="1158300783" sldId="712"/>
        </pc:sldMkLst>
      </pc:sldChg>
      <pc:sldChg chg="del">
        <pc:chgData name="소은 박" userId="b8fec4c6180cae9f" providerId="LiveId" clId="{E1D9AD0E-B71F-4120-9672-0A7B96CF5D25}" dt="2025-04-01T14:45:59.400" v="2" actId="47"/>
        <pc:sldMkLst>
          <pc:docMk/>
          <pc:sldMk cId="320839005" sldId="713"/>
        </pc:sldMkLst>
      </pc:sldChg>
      <pc:sldChg chg="del">
        <pc:chgData name="소은 박" userId="b8fec4c6180cae9f" providerId="LiveId" clId="{E1D9AD0E-B71F-4120-9672-0A7B96CF5D25}" dt="2025-04-01T14:45:59.400" v="2" actId="47"/>
        <pc:sldMkLst>
          <pc:docMk/>
          <pc:sldMk cId="1698101637" sldId="714"/>
        </pc:sldMkLst>
      </pc:sldChg>
      <pc:sldChg chg="del">
        <pc:chgData name="소은 박" userId="b8fec4c6180cae9f" providerId="LiveId" clId="{E1D9AD0E-B71F-4120-9672-0A7B96CF5D25}" dt="2025-04-01T14:45:59.400" v="2" actId="47"/>
        <pc:sldMkLst>
          <pc:docMk/>
          <pc:sldMk cId="3034043320" sldId="715"/>
        </pc:sldMkLst>
      </pc:sldChg>
      <pc:sldChg chg="del">
        <pc:chgData name="소은 박" userId="b8fec4c6180cae9f" providerId="LiveId" clId="{E1D9AD0E-B71F-4120-9672-0A7B96CF5D25}" dt="2025-04-01T14:45:59.400" v="2" actId="47"/>
        <pc:sldMkLst>
          <pc:docMk/>
          <pc:sldMk cId="221710686" sldId="717"/>
        </pc:sldMkLst>
      </pc:sldChg>
      <pc:sldChg chg="del">
        <pc:chgData name="소은 박" userId="b8fec4c6180cae9f" providerId="LiveId" clId="{E1D9AD0E-B71F-4120-9672-0A7B96CF5D25}" dt="2025-04-01T14:45:59.400" v="2" actId="47"/>
        <pc:sldMkLst>
          <pc:docMk/>
          <pc:sldMk cId="3143644591" sldId="718"/>
        </pc:sldMkLst>
      </pc:sldChg>
      <pc:sldChg chg="del">
        <pc:chgData name="소은 박" userId="b8fec4c6180cae9f" providerId="LiveId" clId="{E1D9AD0E-B71F-4120-9672-0A7B96CF5D25}" dt="2025-04-01T14:45:59.400" v="2" actId="47"/>
        <pc:sldMkLst>
          <pc:docMk/>
          <pc:sldMk cId="2889439278" sldId="720"/>
        </pc:sldMkLst>
      </pc:sldChg>
      <pc:sldChg chg="del">
        <pc:chgData name="소은 박" userId="b8fec4c6180cae9f" providerId="LiveId" clId="{E1D9AD0E-B71F-4120-9672-0A7B96CF5D25}" dt="2025-04-01T14:45:59.400" v="2" actId="47"/>
        <pc:sldMkLst>
          <pc:docMk/>
          <pc:sldMk cId="87140727" sldId="721"/>
        </pc:sldMkLst>
      </pc:sldChg>
      <pc:sldChg chg="del">
        <pc:chgData name="소은 박" userId="b8fec4c6180cae9f" providerId="LiveId" clId="{E1D9AD0E-B71F-4120-9672-0A7B96CF5D25}" dt="2025-04-01T14:45:59.400" v="2" actId="47"/>
        <pc:sldMkLst>
          <pc:docMk/>
          <pc:sldMk cId="4203997556" sldId="722"/>
        </pc:sldMkLst>
      </pc:sldChg>
      <pc:sldChg chg="del">
        <pc:chgData name="소은 박" userId="b8fec4c6180cae9f" providerId="LiveId" clId="{E1D9AD0E-B71F-4120-9672-0A7B96CF5D25}" dt="2025-04-01T14:45:59.400" v="2" actId="47"/>
        <pc:sldMkLst>
          <pc:docMk/>
          <pc:sldMk cId="2423030814" sldId="723"/>
        </pc:sldMkLst>
      </pc:sldChg>
      <pc:sldChg chg="del">
        <pc:chgData name="소은 박" userId="b8fec4c6180cae9f" providerId="LiveId" clId="{E1D9AD0E-B71F-4120-9672-0A7B96CF5D25}" dt="2025-04-01T14:45:59.400" v="2" actId="47"/>
        <pc:sldMkLst>
          <pc:docMk/>
          <pc:sldMk cId="3868797422" sldId="724"/>
        </pc:sldMkLst>
      </pc:sldChg>
      <pc:sldChg chg="del">
        <pc:chgData name="소은 박" userId="b8fec4c6180cae9f" providerId="LiveId" clId="{E1D9AD0E-B71F-4120-9672-0A7B96CF5D25}" dt="2025-04-01T14:45:59.400" v="2" actId="47"/>
        <pc:sldMkLst>
          <pc:docMk/>
          <pc:sldMk cId="3710183668" sldId="725"/>
        </pc:sldMkLst>
      </pc:sldChg>
      <pc:sldChg chg="del">
        <pc:chgData name="소은 박" userId="b8fec4c6180cae9f" providerId="LiveId" clId="{E1D9AD0E-B71F-4120-9672-0A7B96CF5D25}" dt="2025-04-01T14:45:59.400" v="2" actId="47"/>
        <pc:sldMkLst>
          <pc:docMk/>
          <pc:sldMk cId="1896226850" sldId="726"/>
        </pc:sldMkLst>
      </pc:sldChg>
      <pc:sldChg chg="del">
        <pc:chgData name="소은 박" userId="b8fec4c6180cae9f" providerId="LiveId" clId="{E1D9AD0E-B71F-4120-9672-0A7B96CF5D25}" dt="2025-04-01T14:45:59.400" v="2" actId="47"/>
        <pc:sldMkLst>
          <pc:docMk/>
          <pc:sldMk cId="2788590837" sldId="727"/>
        </pc:sldMkLst>
      </pc:sldChg>
      <pc:sldChg chg="del">
        <pc:chgData name="소은 박" userId="b8fec4c6180cae9f" providerId="LiveId" clId="{E1D9AD0E-B71F-4120-9672-0A7B96CF5D25}" dt="2025-04-01T14:45:59.400" v="2" actId="47"/>
        <pc:sldMkLst>
          <pc:docMk/>
          <pc:sldMk cId="2680387901" sldId="728"/>
        </pc:sldMkLst>
      </pc:sldChg>
      <pc:sldChg chg="del">
        <pc:chgData name="소은 박" userId="b8fec4c6180cae9f" providerId="LiveId" clId="{E1D9AD0E-B71F-4120-9672-0A7B96CF5D25}" dt="2025-04-01T14:45:59.400" v="2" actId="47"/>
        <pc:sldMkLst>
          <pc:docMk/>
          <pc:sldMk cId="2686255185" sldId="729"/>
        </pc:sldMkLst>
      </pc:sldChg>
      <pc:sldChg chg="del">
        <pc:chgData name="소은 박" userId="b8fec4c6180cae9f" providerId="LiveId" clId="{E1D9AD0E-B71F-4120-9672-0A7B96CF5D25}" dt="2025-04-01T14:45:59.400" v="2" actId="47"/>
        <pc:sldMkLst>
          <pc:docMk/>
          <pc:sldMk cId="2447985587" sldId="730"/>
        </pc:sldMkLst>
      </pc:sldChg>
      <pc:sldChg chg="del">
        <pc:chgData name="소은 박" userId="b8fec4c6180cae9f" providerId="LiveId" clId="{E1D9AD0E-B71F-4120-9672-0A7B96CF5D25}" dt="2025-04-01T14:45:59.400" v="2" actId="47"/>
        <pc:sldMkLst>
          <pc:docMk/>
          <pc:sldMk cId="4135245910" sldId="732"/>
        </pc:sldMkLst>
      </pc:sldChg>
      <pc:sldChg chg="del">
        <pc:chgData name="소은 박" userId="b8fec4c6180cae9f" providerId="LiveId" clId="{E1D9AD0E-B71F-4120-9672-0A7B96CF5D25}" dt="2025-04-01T14:45:59.400" v="2" actId="47"/>
        <pc:sldMkLst>
          <pc:docMk/>
          <pc:sldMk cId="3048776441" sldId="733"/>
        </pc:sldMkLst>
      </pc:sldChg>
      <pc:sldChg chg="del">
        <pc:chgData name="소은 박" userId="b8fec4c6180cae9f" providerId="LiveId" clId="{E1D9AD0E-B71F-4120-9672-0A7B96CF5D25}" dt="2025-04-01T14:45:59.400" v="2" actId="47"/>
        <pc:sldMkLst>
          <pc:docMk/>
          <pc:sldMk cId="3196924418" sldId="735"/>
        </pc:sldMkLst>
      </pc:sldChg>
      <pc:sldChg chg="del">
        <pc:chgData name="소은 박" userId="b8fec4c6180cae9f" providerId="LiveId" clId="{E1D9AD0E-B71F-4120-9672-0A7B96CF5D25}" dt="2025-04-01T14:45:59.400" v="2" actId="47"/>
        <pc:sldMkLst>
          <pc:docMk/>
          <pc:sldMk cId="1160637705" sldId="738"/>
        </pc:sldMkLst>
      </pc:sldChg>
      <pc:sldChg chg="del">
        <pc:chgData name="소은 박" userId="b8fec4c6180cae9f" providerId="LiveId" clId="{E1D9AD0E-B71F-4120-9672-0A7B96CF5D25}" dt="2025-04-01T14:45:59.400" v="2" actId="47"/>
        <pc:sldMkLst>
          <pc:docMk/>
          <pc:sldMk cId="2347568978" sldId="739"/>
        </pc:sldMkLst>
      </pc:sldChg>
      <pc:sldChg chg="del">
        <pc:chgData name="소은 박" userId="b8fec4c6180cae9f" providerId="LiveId" clId="{E1D9AD0E-B71F-4120-9672-0A7B96CF5D25}" dt="2025-04-01T14:45:59.400" v="2" actId="47"/>
        <pc:sldMkLst>
          <pc:docMk/>
          <pc:sldMk cId="1352800197" sldId="740"/>
        </pc:sldMkLst>
      </pc:sldChg>
      <pc:sldChg chg="del">
        <pc:chgData name="소은 박" userId="b8fec4c6180cae9f" providerId="LiveId" clId="{E1D9AD0E-B71F-4120-9672-0A7B96CF5D25}" dt="2025-04-01T14:45:59.400" v="2" actId="47"/>
        <pc:sldMkLst>
          <pc:docMk/>
          <pc:sldMk cId="40345157" sldId="742"/>
        </pc:sldMkLst>
      </pc:sldChg>
      <pc:sldChg chg="del">
        <pc:chgData name="소은 박" userId="b8fec4c6180cae9f" providerId="LiveId" clId="{E1D9AD0E-B71F-4120-9672-0A7B96CF5D25}" dt="2025-04-01T14:45:59.400" v="2" actId="47"/>
        <pc:sldMkLst>
          <pc:docMk/>
          <pc:sldMk cId="2177624216" sldId="743"/>
        </pc:sldMkLst>
      </pc:sldChg>
      <pc:sldChg chg="del">
        <pc:chgData name="소은 박" userId="b8fec4c6180cae9f" providerId="LiveId" clId="{E1D9AD0E-B71F-4120-9672-0A7B96CF5D25}" dt="2025-04-01T14:45:59.400" v="2" actId="47"/>
        <pc:sldMkLst>
          <pc:docMk/>
          <pc:sldMk cId="1726949492" sldId="744"/>
        </pc:sldMkLst>
      </pc:sldChg>
      <pc:sldChg chg="del">
        <pc:chgData name="소은 박" userId="b8fec4c6180cae9f" providerId="LiveId" clId="{E1D9AD0E-B71F-4120-9672-0A7B96CF5D25}" dt="2025-04-01T14:45:59.400" v="2" actId="47"/>
        <pc:sldMkLst>
          <pc:docMk/>
          <pc:sldMk cId="1180756517" sldId="745"/>
        </pc:sldMkLst>
      </pc:sldChg>
      <pc:sldChg chg="del">
        <pc:chgData name="소은 박" userId="b8fec4c6180cae9f" providerId="LiveId" clId="{E1D9AD0E-B71F-4120-9672-0A7B96CF5D25}" dt="2025-04-01T14:45:59.400" v="2" actId="47"/>
        <pc:sldMkLst>
          <pc:docMk/>
          <pc:sldMk cId="2337094012" sldId="746"/>
        </pc:sldMkLst>
      </pc:sldChg>
      <pc:sldChg chg="del">
        <pc:chgData name="소은 박" userId="b8fec4c6180cae9f" providerId="LiveId" clId="{E1D9AD0E-B71F-4120-9672-0A7B96CF5D25}" dt="2025-04-01T14:45:59.400" v="2" actId="47"/>
        <pc:sldMkLst>
          <pc:docMk/>
          <pc:sldMk cId="2267356189" sldId="747"/>
        </pc:sldMkLst>
      </pc:sldChg>
      <pc:sldChg chg="del">
        <pc:chgData name="소은 박" userId="b8fec4c6180cae9f" providerId="LiveId" clId="{E1D9AD0E-B71F-4120-9672-0A7B96CF5D25}" dt="2025-04-01T14:45:30.793" v="1" actId="47"/>
        <pc:sldMkLst>
          <pc:docMk/>
          <pc:sldMk cId="1178948074" sldId="821"/>
        </pc:sldMkLst>
      </pc:sldChg>
      <pc:sldChg chg="del">
        <pc:chgData name="소은 박" userId="b8fec4c6180cae9f" providerId="LiveId" clId="{E1D9AD0E-B71F-4120-9672-0A7B96CF5D25}" dt="2025-04-01T14:45:59.400" v="2" actId="47"/>
        <pc:sldMkLst>
          <pc:docMk/>
          <pc:sldMk cId="666889400" sldId="823"/>
        </pc:sldMkLst>
      </pc:sldChg>
      <pc:sldChg chg="del">
        <pc:chgData name="소은 박" userId="b8fec4c6180cae9f" providerId="LiveId" clId="{E1D9AD0E-B71F-4120-9672-0A7B96CF5D25}" dt="2025-04-01T14:45:59.400" v="2" actId="47"/>
        <pc:sldMkLst>
          <pc:docMk/>
          <pc:sldMk cId="276278397" sldId="824"/>
        </pc:sldMkLst>
      </pc:sldChg>
      <pc:sldChg chg="del">
        <pc:chgData name="소은 박" userId="b8fec4c6180cae9f" providerId="LiveId" clId="{E1D9AD0E-B71F-4120-9672-0A7B96CF5D25}" dt="2025-04-01T14:45:59.400" v="2" actId="47"/>
        <pc:sldMkLst>
          <pc:docMk/>
          <pc:sldMk cId="2060443296" sldId="825"/>
        </pc:sldMkLst>
      </pc:sldChg>
      <pc:sldChg chg="del">
        <pc:chgData name="소은 박" userId="b8fec4c6180cae9f" providerId="LiveId" clId="{E1D9AD0E-B71F-4120-9672-0A7B96CF5D25}" dt="2025-04-01T14:45:59.400" v="2" actId="47"/>
        <pc:sldMkLst>
          <pc:docMk/>
          <pc:sldMk cId="501733872" sldId="826"/>
        </pc:sldMkLst>
      </pc:sldChg>
      <pc:sldChg chg="del">
        <pc:chgData name="소은 박" userId="b8fec4c6180cae9f" providerId="LiveId" clId="{E1D9AD0E-B71F-4120-9672-0A7B96CF5D25}" dt="2025-04-01T14:45:59.400" v="2" actId="47"/>
        <pc:sldMkLst>
          <pc:docMk/>
          <pc:sldMk cId="2929890815" sldId="827"/>
        </pc:sldMkLst>
      </pc:sldChg>
      <pc:sldChg chg="del">
        <pc:chgData name="소은 박" userId="b8fec4c6180cae9f" providerId="LiveId" clId="{E1D9AD0E-B71F-4120-9672-0A7B96CF5D25}" dt="2025-04-01T14:45:59.400" v="2" actId="47"/>
        <pc:sldMkLst>
          <pc:docMk/>
          <pc:sldMk cId="3026466503" sldId="828"/>
        </pc:sldMkLst>
      </pc:sldChg>
      <pc:sldChg chg="del">
        <pc:chgData name="소은 박" userId="b8fec4c6180cae9f" providerId="LiveId" clId="{E1D9AD0E-B71F-4120-9672-0A7B96CF5D25}" dt="2025-04-01T14:45:59.400" v="2" actId="47"/>
        <pc:sldMkLst>
          <pc:docMk/>
          <pc:sldMk cId="3081729777" sldId="829"/>
        </pc:sldMkLst>
      </pc:sldChg>
      <pc:sldChg chg="del">
        <pc:chgData name="소은 박" userId="b8fec4c6180cae9f" providerId="LiveId" clId="{E1D9AD0E-B71F-4120-9672-0A7B96CF5D25}" dt="2025-04-01T14:45:59.400" v="2" actId="47"/>
        <pc:sldMkLst>
          <pc:docMk/>
          <pc:sldMk cId="3322574832" sldId="830"/>
        </pc:sldMkLst>
      </pc:sldChg>
      <pc:sldChg chg="del">
        <pc:chgData name="소은 박" userId="b8fec4c6180cae9f" providerId="LiveId" clId="{E1D9AD0E-B71F-4120-9672-0A7B96CF5D25}" dt="2025-04-01T14:45:59.400" v="2" actId="47"/>
        <pc:sldMkLst>
          <pc:docMk/>
          <pc:sldMk cId="3294460424" sldId="831"/>
        </pc:sldMkLst>
      </pc:sldChg>
      <pc:sldChg chg="del">
        <pc:chgData name="소은 박" userId="b8fec4c6180cae9f" providerId="LiveId" clId="{E1D9AD0E-B71F-4120-9672-0A7B96CF5D25}" dt="2025-04-01T14:45:59.400" v="2" actId="47"/>
        <pc:sldMkLst>
          <pc:docMk/>
          <pc:sldMk cId="1721768870" sldId="832"/>
        </pc:sldMkLst>
      </pc:sldChg>
      <pc:sldChg chg="del">
        <pc:chgData name="소은 박" userId="b8fec4c6180cae9f" providerId="LiveId" clId="{E1D9AD0E-B71F-4120-9672-0A7B96CF5D25}" dt="2025-04-01T14:45:59.400" v="2" actId="47"/>
        <pc:sldMkLst>
          <pc:docMk/>
          <pc:sldMk cId="1120978597" sldId="834"/>
        </pc:sldMkLst>
      </pc:sldChg>
      <pc:sldChg chg="del">
        <pc:chgData name="소은 박" userId="b8fec4c6180cae9f" providerId="LiveId" clId="{E1D9AD0E-B71F-4120-9672-0A7B96CF5D25}" dt="2025-04-01T14:45:59.400" v="2" actId="47"/>
        <pc:sldMkLst>
          <pc:docMk/>
          <pc:sldMk cId="3757108532" sldId="835"/>
        </pc:sldMkLst>
      </pc:sldChg>
      <pc:sldChg chg="del">
        <pc:chgData name="소은 박" userId="b8fec4c6180cae9f" providerId="LiveId" clId="{E1D9AD0E-B71F-4120-9672-0A7B96CF5D25}" dt="2025-04-01T14:45:59.400" v="2" actId="47"/>
        <pc:sldMkLst>
          <pc:docMk/>
          <pc:sldMk cId="329012404" sldId="836"/>
        </pc:sldMkLst>
      </pc:sldChg>
      <pc:sldChg chg="del">
        <pc:chgData name="소은 박" userId="b8fec4c6180cae9f" providerId="LiveId" clId="{E1D9AD0E-B71F-4120-9672-0A7B96CF5D25}" dt="2025-04-01T14:45:59.400" v="2" actId="47"/>
        <pc:sldMkLst>
          <pc:docMk/>
          <pc:sldMk cId="819683674" sldId="837"/>
        </pc:sldMkLst>
      </pc:sldChg>
      <pc:sldChg chg="del">
        <pc:chgData name="소은 박" userId="b8fec4c6180cae9f" providerId="LiveId" clId="{E1D9AD0E-B71F-4120-9672-0A7B96CF5D25}" dt="2025-04-01T14:45:59.400" v="2" actId="47"/>
        <pc:sldMkLst>
          <pc:docMk/>
          <pc:sldMk cId="754477978" sldId="838"/>
        </pc:sldMkLst>
      </pc:sldChg>
      <pc:sldChg chg="del">
        <pc:chgData name="소은 박" userId="b8fec4c6180cae9f" providerId="LiveId" clId="{E1D9AD0E-B71F-4120-9672-0A7B96CF5D25}" dt="2025-04-01T14:45:59.400" v="2" actId="47"/>
        <pc:sldMkLst>
          <pc:docMk/>
          <pc:sldMk cId="2792217967" sldId="840"/>
        </pc:sldMkLst>
      </pc:sldChg>
      <pc:sldChg chg="del">
        <pc:chgData name="소은 박" userId="b8fec4c6180cae9f" providerId="LiveId" clId="{E1D9AD0E-B71F-4120-9672-0A7B96CF5D25}" dt="2025-04-01T14:45:59.400" v="2" actId="47"/>
        <pc:sldMkLst>
          <pc:docMk/>
          <pc:sldMk cId="1531391862" sldId="841"/>
        </pc:sldMkLst>
      </pc:sldChg>
      <pc:sldChg chg="del">
        <pc:chgData name="소은 박" userId="b8fec4c6180cae9f" providerId="LiveId" clId="{E1D9AD0E-B71F-4120-9672-0A7B96CF5D25}" dt="2025-04-01T14:45:59.400" v="2" actId="47"/>
        <pc:sldMkLst>
          <pc:docMk/>
          <pc:sldMk cId="1252250907" sldId="842"/>
        </pc:sldMkLst>
      </pc:sldChg>
      <pc:sldChg chg="del">
        <pc:chgData name="소은 박" userId="b8fec4c6180cae9f" providerId="LiveId" clId="{E1D9AD0E-B71F-4120-9672-0A7B96CF5D25}" dt="2025-04-01T14:45:59.400" v="2" actId="47"/>
        <pc:sldMkLst>
          <pc:docMk/>
          <pc:sldMk cId="2805086316" sldId="848"/>
        </pc:sldMkLst>
      </pc:sldChg>
      <pc:sldChg chg="del">
        <pc:chgData name="소은 박" userId="b8fec4c6180cae9f" providerId="LiveId" clId="{E1D9AD0E-B71F-4120-9672-0A7B96CF5D25}" dt="2025-04-01T14:45:59.400" v="2" actId="47"/>
        <pc:sldMkLst>
          <pc:docMk/>
          <pc:sldMk cId="2457255226" sldId="849"/>
        </pc:sldMkLst>
      </pc:sldChg>
      <pc:sldChg chg="del">
        <pc:chgData name="소은 박" userId="b8fec4c6180cae9f" providerId="LiveId" clId="{E1D9AD0E-B71F-4120-9672-0A7B96CF5D25}" dt="2025-04-01T14:45:59.400" v="2" actId="47"/>
        <pc:sldMkLst>
          <pc:docMk/>
          <pc:sldMk cId="2477682623" sldId="850"/>
        </pc:sldMkLst>
      </pc:sldChg>
      <pc:sldChg chg="del">
        <pc:chgData name="소은 박" userId="b8fec4c6180cae9f" providerId="LiveId" clId="{E1D9AD0E-B71F-4120-9672-0A7B96CF5D25}" dt="2025-04-01T14:45:59.400" v="2" actId="47"/>
        <pc:sldMkLst>
          <pc:docMk/>
          <pc:sldMk cId="904110363" sldId="851"/>
        </pc:sldMkLst>
      </pc:sldChg>
      <pc:sldChg chg="del">
        <pc:chgData name="소은 박" userId="b8fec4c6180cae9f" providerId="LiveId" clId="{E1D9AD0E-B71F-4120-9672-0A7B96CF5D25}" dt="2025-04-01T14:45:59.400" v="2" actId="47"/>
        <pc:sldMkLst>
          <pc:docMk/>
          <pc:sldMk cId="1917965944" sldId="852"/>
        </pc:sldMkLst>
      </pc:sldChg>
      <pc:sldChg chg="del">
        <pc:chgData name="소은 박" userId="b8fec4c6180cae9f" providerId="LiveId" clId="{E1D9AD0E-B71F-4120-9672-0A7B96CF5D25}" dt="2025-04-01T14:45:59.400" v="2" actId="47"/>
        <pc:sldMkLst>
          <pc:docMk/>
          <pc:sldMk cId="168084750" sldId="853"/>
        </pc:sldMkLst>
      </pc:sldChg>
      <pc:sldChg chg="del">
        <pc:chgData name="소은 박" userId="b8fec4c6180cae9f" providerId="LiveId" clId="{E1D9AD0E-B71F-4120-9672-0A7B96CF5D25}" dt="2025-04-01T14:45:59.400" v="2" actId="47"/>
        <pc:sldMkLst>
          <pc:docMk/>
          <pc:sldMk cId="2583794920" sldId="854"/>
        </pc:sldMkLst>
      </pc:sldChg>
      <pc:sldChg chg="del">
        <pc:chgData name="소은 박" userId="b8fec4c6180cae9f" providerId="LiveId" clId="{E1D9AD0E-B71F-4120-9672-0A7B96CF5D25}" dt="2025-04-01T14:45:59.400" v="2" actId="47"/>
        <pc:sldMkLst>
          <pc:docMk/>
          <pc:sldMk cId="2749512368" sldId="855"/>
        </pc:sldMkLst>
      </pc:sldChg>
      <pc:sldChg chg="del">
        <pc:chgData name="소은 박" userId="b8fec4c6180cae9f" providerId="LiveId" clId="{E1D9AD0E-B71F-4120-9672-0A7B96CF5D25}" dt="2025-04-01T14:45:59.400" v="2" actId="47"/>
        <pc:sldMkLst>
          <pc:docMk/>
          <pc:sldMk cId="3777610658" sldId="856"/>
        </pc:sldMkLst>
      </pc:sldChg>
      <pc:sldChg chg="del">
        <pc:chgData name="소은 박" userId="b8fec4c6180cae9f" providerId="LiveId" clId="{E1D9AD0E-B71F-4120-9672-0A7B96CF5D25}" dt="2025-04-01T14:45:59.400" v="2" actId="47"/>
        <pc:sldMkLst>
          <pc:docMk/>
          <pc:sldMk cId="3030457326" sldId="857"/>
        </pc:sldMkLst>
      </pc:sldChg>
      <pc:sldChg chg="del">
        <pc:chgData name="소은 박" userId="b8fec4c6180cae9f" providerId="LiveId" clId="{E1D9AD0E-B71F-4120-9672-0A7B96CF5D25}" dt="2025-04-01T14:45:59.400" v="2" actId="47"/>
        <pc:sldMkLst>
          <pc:docMk/>
          <pc:sldMk cId="3906667355" sldId="858"/>
        </pc:sldMkLst>
      </pc:sldChg>
      <pc:sldChg chg="del">
        <pc:chgData name="소은 박" userId="b8fec4c6180cae9f" providerId="LiveId" clId="{E1D9AD0E-B71F-4120-9672-0A7B96CF5D25}" dt="2025-04-01T14:45:59.400" v="2" actId="47"/>
        <pc:sldMkLst>
          <pc:docMk/>
          <pc:sldMk cId="626357294" sldId="859"/>
        </pc:sldMkLst>
      </pc:sldChg>
      <pc:sldChg chg="del">
        <pc:chgData name="소은 박" userId="b8fec4c6180cae9f" providerId="LiveId" clId="{E1D9AD0E-B71F-4120-9672-0A7B96CF5D25}" dt="2025-04-01T14:45:59.400" v="2" actId="47"/>
        <pc:sldMkLst>
          <pc:docMk/>
          <pc:sldMk cId="1195949258" sldId="860"/>
        </pc:sldMkLst>
      </pc:sldChg>
      <pc:sldChg chg="del">
        <pc:chgData name="소은 박" userId="b8fec4c6180cae9f" providerId="LiveId" clId="{E1D9AD0E-B71F-4120-9672-0A7B96CF5D25}" dt="2025-04-01T14:45:59.400" v="2" actId="47"/>
        <pc:sldMkLst>
          <pc:docMk/>
          <pc:sldMk cId="1922577531" sldId="861"/>
        </pc:sldMkLst>
      </pc:sldChg>
      <pc:sldChg chg="del">
        <pc:chgData name="소은 박" userId="b8fec4c6180cae9f" providerId="LiveId" clId="{E1D9AD0E-B71F-4120-9672-0A7B96CF5D25}" dt="2025-04-01T14:45:59.400" v="2" actId="47"/>
        <pc:sldMkLst>
          <pc:docMk/>
          <pc:sldMk cId="2328743947" sldId="862"/>
        </pc:sldMkLst>
      </pc:sldChg>
      <pc:sldChg chg="del">
        <pc:chgData name="소은 박" userId="b8fec4c6180cae9f" providerId="LiveId" clId="{E1D9AD0E-B71F-4120-9672-0A7B96CF5D25}" dt="2025-04-01T14:45:59.400" v="2" actId="47"/>
        <pc:sldMkLst>
          <pc:docMk/>
          <pc:sldMk cId="2438818791" sldId="863"/>
        </pc:sldMkLst>
      </pc:sldChg>
      <pc:sldChg chg="del">
        <pc:chgData name="소은 박" userId="b8fec4c6180cae9f" providerId="LiveId" clId="{E1D9AD0E-B71F-4120-9672-0A7B96CF5D25}" dt="2025-04-01T14:45:59.400" v="2" actId="47"/>
        <pc:sldMkLst>
          <pc:docMk/>
          <pc:sldMk cId="2285801692" sldId="864"/>
        </pc:sldMkLst>
      </pc:sldChg>
      <pc:sldChg chg="del">
        <pc:chgData name="소은 박" userId="b8fec4c6180cae9f" providerId="LiveId" clId="{E1D9AD0E-B71F-4120-9672-0A7B96CF5D25}" dt="2025-04-01T14:45:59.400" v="2" actId="47"/>
        <pc:sldMkLst>
          <pc:docMk/>
          <pc:sldMk cId="3309734936" sldId="865"/>
        </pc:sldMkLst>
      </pc:sldChg>
      <pc:sldChg chg="del">
        <pc:chgData name="소은 박" userId="b8fec4c6180cae9f" providerId="LiveId" clId="{E1D9AD0E-B71F-4120-9672-0A7B96CF5D25}" dt="2025-04-01T14:45:59.400" v="2" actId="47"/>
        <pc:sldMkLst>
          <pc:docMk/>
          <pc:sldMk cId="3233744375" sldId="866"/>
        </pc:sldMkLst>
      </pc:sldChg>
      <pc:sldChg chg="del">
        <pc:chgData name="소은 박" userId="b8fec4c6180cae9f" providerId="LiveId" clId="{E1D9AD0E-B71F-4120-9672-0A7B96CF5D25}" dt="2025-04-01T14:45:59.400" v="2" actId="47"/>
        <pc:sldMkLst>
          <pc:docMk/>
          <pc:sldMk cId="775586253" sldId="867"/>
        </pc:sldMkLst>
      </pc:sldChg>
      <pc:sldChg chg="del">
        <pc:chgData name="소은 박" userId="b8fec4c6180cae9f" providerId="LiveId" clId="{E1D9AD0E-B71F-4120-9672-0A7B96CF5D25}" dt="2025-04-01T14:45:59.400" v="2" actId="47"/>
        <pc:sldMkLst>
          <pc:docMk/>
          <pc:sldMk cId="4181509640" sldId="868"/>
        </pc:sldMkLst>
      </pc:sldChg>
      <pc:sldChg chg="del">
        <pc:chgData name="소은 박" userId="b8fec4c6180cae9f" providerId="LiveId" clId="{E1D9AD0E-B71F-4120-9672-0A7B96CF5D25}" dt="2025-04-01T14:45:59.400" v="2" actId="47"/>
        <pc:sldMkLst>
          <pc:docMk/>
          <pc:sldMk cId="1100012851" sldId="869"/>
        </pc:sldMkLst>
      </pc:sldChg>
      <pc:sldChg chg="del">
        <pc:chgData name="소은 박" userId="b8fec4c6180cae9f" providerId="LiveId" clId="{E1D9AD0E-B71F-4120-9672-0A7B96CF5D25}" dt="2025-04-01T14:45:59.400" v="2" actId="47"/>
        <pc:sldMkLst>
          <pc:docMk/>
          <pc:sldMk cId="3245955446" sldId="870"/>
        </pc:sldMkLst>
      </pc:sldChg>
      <pc:sldChg chg="del">
        <pc:chgData name="소은 박" userId="b8fec4c6180cae9f" providerId="LiveId" clId="{E1D9AD0E-B71F-4120-9672-0A7B96CF5D25}" dt="2025-04-01T14:45:59.400" v="2" actId="47"/>
        <pc:sldMkLst>
          <pc:docMk/>
          <pc:sldMk cId="3053464901" sldId="871"/>
        </pc:sldMkLst>
      </pc:sldChg>
      <pc:sldChg chg="del">
        <pc:chgData name="소은 박" userId="b8fec4c6180cae9f" providerId="LiveId" clId="{E1D9AD0E-B71F-4120-9672-0A7B96CF5D25}" dt="2025-04-01T14:45:59.400" v="2" actId="47"/>
        <pc:sldMkLst>
          <pc:docMk/>
          <pc:sldMk cId="4057650038" sldId="873"/>
        </pc:sldMkLst>
      </pc:sldChg>
      <pc:sldChg chg="del">
        <pc:chgData name="소은 박" userId="b8fec4c6180cae9f" providerId="LiveId" clId="{E1D9AD0E-B71F-4120-9672-0A7B96CF5D25}" dt="2025-04-01T14:45:59.400" v="2" actId="47"/>
        <pc:sldMkLst>
          <pc:docMk/>
          <pc:sldMk cId="4088945185" sldId="874"/>
        </pc:sldMkLst>
      </pc:sldChg>
      <pc:sldChg chg="del">
        <pc:chgData name="소은 박" userId="b8fec4c6180cae9f" providerId="LiveId" clId="{E1D9AD0E-B71F-4120-9672-0A7B96CF5D25}" dt="2025-04-01T14:45:59.400" v="2" actId="47"/>
        <pc:sldMkLst>
          <pc:docMk/>
          <pc:sldMk cId="295756743" sldId="875"/>
        </pc:sldMkLst>
      </pc:sldChg>
      <pc:sldChg chg="del">
        <pc:chgData name="소은 박" userId="b8fec4c6180cae9f" providerId="LiveId" clId="{E1D9AD0E-B71F-4120-9672-0A7B96CF5D25}" dt="2025-04-01T14:45:59.400" v="2" actId="47"/>
        <pc:sldMkLst>
          <pc:docMk/>
          <pc:sldMk cId="585498999" sldId="881"/>
        </pc:sldMkLst>
      </pc:sldChg>
      <pc:sldChg chg="del">
        <pc:chgData name="소은 박" userId="b8fec4c6180cae9f" providerId="LiveId" clId="{E1D9AD0E-B71F-4120-9672-0A7B96CF5D25}" dt="2025-04-01T14:45:59.400" v="2" actId="47"/>
        <pc:sldMkLst>
          <pc:docMk/>
          <pc:sldMk cId="214936891" sldId="882"/>
        </pc:sldMkLst>
      </pc:sldChg>
      <pc:sldChg chg="del">
        <pc:chgData name="소은 박" userId="b8fec4c6180cae9f" providerId="LiveId" clId="{E1D9AD0E-B71F-4120-9672-0A7B96CF5D25}" dt="2025-04-01T14:45:59.400" v="2" actId="47"/>
        <pc:sldMkLst>
          <pc:docMk/>
          <pc:sldMk cId="1171850453" sldId="883"/>
        </pc:sldMkLst>
      </pc:sldChg>
      <pc:sldChg chg="del">
        <pc:chgData name="소은 박" userId="b8fec4c6180cae9f" providerId="LiveId" clId="{E1D9AD0E-B71F-4120-9672-0A7B96CF5D25}" dt="2025-04-01T14:45:59.400" v="2" actId="47"/>
        <pc:sldMkLst>
          <pc:docMk/>
          <pc:sldMk cId="2232827349" sldId="884"/>
        </pc:sldMkLst>
      </pc:sldChg>
      <pc:sldChg chg="del">
        <pc:chgData name="소은 박" userId="b8fec4c6180cae9f" providerId="LiveId" clId="{E1D9AD0E-B71F-4120-9672-0A7B96CF5D25}" dt="2025-04-01T14:45:59.400" v="2" actId="47"/>
        <pc:sldMkLst>
          <pc:docMk/>
          <pc:sldMk cId="451516265" sldId="885"/>
        </pc:sldMkLst>
      </pc:sldChg>
      <pc:sldChg chg="del">
        <pc:chgData name="소은 박" userId="b8fec4c6180cae9f" providerId="LiveId" clId="{E1D9AD0E-B71F-4120-9672-0A7B96CF5D25}" dt="2025-04-01T14:45:59.400" v="2" actId="47"/>
        <pc:sldMkLst>
          <pc:docMk/>
          <pc:sldMk cId="1526291458" sldId="886"/>
        </pc:sldMkLst>
      </pc:sldChg>
      <pc:sldChg chg="del">
        <pc:chgData name="소은 박" userId="b8fec4c6180cae9f" providerId="LiveId" clId="{E1D9AD0E-B71F-4120-9672-0A7B96CF5D25}" dt="2025-04-01T14:45:59.400" v="2" actId="47"/>
        <pc:sldMkLst>
          <pc:docMk/>
          <pc:sldMk cId="1599403053" sldId="887"/>
        </pc:sldMkLst>
      </pc:sldChg>
      <pc:sldChg chg="del">
        <pc:chgData name="소은 박" userId="b8fec4c6180cae9f" providerId="LiveId" clId="{E1D9AD0E-B71F-4120-9672-0A7B96CF5D25}" dt="2025-04-01T14:45:59.400" v="2" actId="47"/>
        <pc:sldMkLst>
          <pc:docMk/>
          <pc:sldMk cId="1960721881" sldId="888"/>
        </pc:sldMkLst>
      </pc:sldChg>
      <pc:sldChg chg="del">
        <pc:chgData name="소은 박" userId="b8fec4c6180cae9f" providerId="LiveId" clId="{E1D9AD0E-B71F-4120-9672-0A7B96CF5D25}" dt="2025-04-01T14:45:59.400" v="2" actId="47"/>
        <pc:sldMkLst>
          <pc:docMk/>
          <pc:sldMk cId="1403470722" sldId="889"/>
        </pc:sldMkLst>
      </pc:sldChg>
      <pc:sldChg chg="del">
        <pc:chgData name="소은 박" userId="b8fec4c6180cae9f" providerId="LiveId" clId="{E1D9AD0E-B71F-4120-9672-0A7B96CF5D25}" dt="2025-04-01T14:45:59.400" v="2" actId="47"/>
        <pc:sldMkLst>
          <pc:docMk/>
          <pc:sldMk cId="1040964927" sldId="890"/>
        </pc:sldMkLst>
      </pc:sldChg>
      <pc:sldChg chg="del">
        <pc:chgData name="소은 박" userId="b8fec4c6180cae9f" providerId="LiveId" clId="{E1D9AD0E-B71F-4120-9672-0A7B96CF5D25}" dt="2025-04-01T14:45:59.400" v="2" actId="47"/>
        <pc:sldMkLst>
          <pc:docMk/>
          <pc:sldMk cId="2647547219" sldId="891"/>
        </pc:sldMkLst>
      </pc:sldChg>
      <pc:sldChg chg="del">
        <pc:chgData name="소은 박" userId="b8fec4c6180cae9f" providerId="LiveId" clId="{E1D9AD0E-B71F-4120-9672-0A7B96CF5D25}" dt="2025-04-01T14:45:59.400" v="2" actId="47"/>
        <pc:sldMkLst>
          <pc:docMk/>
          <pc:sldMk cId="1218297819" sldId="892"/>
        </pc:sldMkLst>
      </pc:sldChg>
      <pc:sldChg chg="del">
        <pc:chgData name="소은 박" userId="b8fec4c6180cae9f" providerId="LiveId" clId="{E1D9AD0E-B71F-4120-9672-0A7B96CF5D25}" dt="2025-04-01T14:45:59.400" v="2" actId="47"/>
        <pc:sldMkLst>
          <pc:docMk/>
          <pc:sldMk cId="4112142086" sldId="893"/>
        </pc:sldMkLst>
      </pc:sldChg>
      <pc:sldChg chg="del">
        <pc:chgData name="소은 박" userId="b8fec4c6180cae9f" providerId="LiveId" clId="{E1D9AD0E-B71F-4120-9672-0A7B96CF5D25}" dt="2025-04-01T14:45:59.400" v="2" actId="47"/>
        <pc:sldMkLst>
          <pc:docMk/>
          <pc:sldMk cId="1952822800" sldId="894"/>
        </pc:sldMkLst>
      </pc:sldChg>
      <pc:sldChg chg="del">
        <pc:chgData name="소은 박" userId="b8fec4c6180cae9f" providerId="LiveId" clId="{E1D9AD0E-B71F-4120-9672-0A7B96CF5D25}" dt="2025-04-01T14:45:59.400" v="2" actId="47"/>
        <pc:sldMkLst>
          <pc:docMk/>
          <pc:sldMk cId="4039667349" sldId="897"/>
        </pc:sldMkLst>
      </pc:sldChg>
      <pc:sldChg chg="del">
        <pc:chgData name="소은 박" userId="b8fec4c6180cae9f" providerId="LiveId" clId="{E1D9AD0E-B71F-4120-9672-0A7B96CF5D25}" dt="2025-04-01T14:45:59.400" v="2" actId="47"/>
        <pc:sldMkLst>
          <pc:docMk/>
          <pc:sldMk cId="646943720" sldId="898"/>
        </pc:sldMkLst>
      </pc:sldChg>
      <pc:sldChg chg="del">
        <pc:chgData name="소은 박" userId="b8fec4c6180cae9f" providerId="LiveId" clId="{E1D9AD0E-B71F-4120-9672-0A7B96CF5D25}" dt="2025-04-01T14:45:59.400" v="2" actId="47"/>
        <pc:sldMkLst>
          <pc:docMk/>
          <pc:sldMk cId="1247048889" sldId="899"/>
        </pc:sldMkLst>
      </pc:sldChg>
      <pc:sldChg chg="del">
        <pc:chgData name="소은 박" userId="b8fec4c6180cae9f" providerId="LiveId" clId="{E1D9AD0E-B71F-4120-9672-0A7B96CF5D25}" dt="2025-04-01T14:45:59.400" v="2" actId="47"/>
        <pc:sldMkLst>
          <pc:docMk/>
          <pc:sldMk cId="2567386039" sldId="900"/>
        </pc:sldMkLst>
      </pc:sldChg>
      <pc:sldChg chg="del">
        <pc:chgData name="소은 박" userId="b8fec4c6180cae9f" providerId="LiveId" clId="{E1D9AD0E-B71F-4120-9672-0A7B96CF5D25}" dt="2025-04-01T14:45:59.400" v="2" actId="47"/>
        <pc:sldMkLst>
          <pc:docMk/>
          <pc:sldMk cId="2323331507" sldId="901"/>
        </pc:sldMkLst>
      </pc:sldChg>
      <pc:sldMasterChg chg="addSldLayout delSldLayout">
        <pc:chgData name="소은 박" userId="b8fec4c6180cae9f" providerId="LiveId" clId="{E1D9AD0E-B71F-4120-9672-0A7B96CF5D25}" dt="2025-04-01T14:46:24.354" v="9" actId="47"/>
        <pc:sldMasterMkLst>
          <pc:docMk/>
          <pc:sldMasterMk cId="2559331267" sldId="2147483648"/>
        </pc:sldMasterMkLst>
        <pc:sldLayoutChg chg="del">
          <pc:chgData name="소은 박" userId="b8fec4c6180cae9f" providerId="LiveId" clId="{E1D9AD0E-B71F-4120-9672-0A7B96CF5D25}" dt="2025-04-01T14:46:24.354" v="9" actId="47"/>
          <pc:sldLayoutMkLst>
            <pc:docMk/>
            <pc:sldMasterMk cId="2559331267" sldId="2147483648"/>
            <pc:sldLayoutMk cId="3631230595" sldId="2147483679"/>
          </pc:sldLayoutMkLst>
        </pc:sldLayoutChg>
        <pc:sldLayoutChg chg="add del">
          <pc:chgData name="소은 박" userId="b8fec4c6180cae9f" providerId="LiveId" clId="{E1D9AD0E-B71F-4120-9672-0A7B96CF5D25}" dt="2025-04-01T14:46:14.825" v="7" actId="47"/>
          <pc:sldLayoutMkLst>
            <pc:docMk/>
            <pc:sldMasterMk cId="2559331267" sldId="2147483648"/>
            <pc:sldLayoutMk cId="1949185975" sldId="2147483680"/>
          </pc:sldLayoutMkLst>
        </pc:sldLayoutChg>
        <pc:sldLayoutChg chg="del">
          <pc:chgData name="소은 박" userId="b8fec4c6180cae9f" providerId="LiveId" clId="{E1D9AD0E-B71F-4120-9672-0A7B96CF5D25}" dt="2025-04-01T14:45:19.064" v="0" actId="47"/>
          <pc:sldLayoutMkLst>
            <pc:docMk/>
            <pc:sldMasterMk cId="2559331267" sldId="2147483648"/>
            <pc:sldLayoutMk cId="3133663249" sldId="214748368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2025. 4. 2.</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2025. 4. 2.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4949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 </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Public</a:t>
            </a:r>
            <a:endParaRPr b="1" i="0" dirty="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 </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07812"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542089"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a:t>
            </a:r>
            <a:r>
              <a:rPr sz="600">
                <a:solidFill>
                  <a:srgbClr val="8D95A0"/>
                </a:solidFill>
                <a:latin typeface="나눔고딕" pitchFamily="2" charset="-127"/>
                <a:ea typeface="나눔고딕" pitchFamily="2" charset="-127"/>
              </a:rPr>
              <a:t>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44681892"/>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dirty="0">
                          <a:ln>
                            <a:noFill/>
                          </a:ln>
                          <a:solidFill>
                            <a:schemeClr val="tx1"/>
                          </a:solidFill>
                          <a:effectLst/>
                          <a:latin typeface="맑은 고딕" pitchFamily="50" charset="-127"/>
                          <a:ea typeface="+mn-ea"/>
                        </a:rPr>
                        <a:t>Screen</a:t>
                      </a:r>
                      <a:r>
                        <a:rPr kumimoji="1" lang="ko-KR" altLang="en-US" sz="700" b="1" i="0" u="none" strike="noStrike" cap="none" normalizeH="0" baseline="0" dirty="0">
                          <a:ln>
                            <a:noFill/>
                          </a:ln>
                          <a:solidFill>
                            <a:schemeClr val="tx1"/>
                          </a:solidFill>
                          <a:effectLst/>
                          <a:latin typeface="맑은 고딕" pitchFamily="50" charset="-127"/>
                          <a:ea typeface="+mn-ea"/>
                        </a:rPr>
                        <a:t> </a:t>
                      </a:r>
                      <a:r>
                        <a:rPr kumimoji="1" lang="en-US" altLang="ko-KR" sz="700" b="1" i="0" u="none" strike="noStrike" cap="none" normalizeH="0" baseline="0" dirty="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2025. 4. 2.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128560713"/>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r>
                        <a:rPr kumimoji="1" lang="ko-KR" altLang="en-US" sz="700" b="0" i="0" u="none" strike="noStrike" kern="0" cap="none" spc="-100" normalizeH="0" baseline="0">
                          <a:ln>
                            <a:noFill/>
                          </a:ln>
                          <a:solidFill>
                            <a:schemeClr val="tx1"/>
                          </a:solidFill>
                          <a:effectLst/>
                          <a:latin typeface="+mj-ea"/>
                          <a:ea typeface="+mn-ea"/>
                          <a:cs typeface="+mn-cs"/>
                        </a:rPr>
                        <a:t> </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2025. 4. 2.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411449789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재개정이력">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BFE1B5E-A415-03AC-EBF3-6D13D9F7E28B}"/>
              </a:ext>
            </a:extLst>
          </p:cNvPr>
          <p:cNvCxnSpPr/>
          <p:nvPr userDrawn="1"/>
        </p:nvCxnSpPr>
        <p:spPr bwMode="auto">
          <a:xfrm>
            <a:off x="105508" y="260350"/>
            <a:ext cx="11955585" cy="0"/>
          </a:xfrm>
          <a:prstGeom prst="line">
            <a:avLst/>
          </a:prstGeom>
          <a:ln w="317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직선 연결선 3">
            <a:extLst>
              <a:ext uri="{FF2B5EF4-FFF2-40B4-BE49-F238E27FC236}">
                <a16:creationId xmlns:a16="http://schemas.microsoft.com/office/drawing/2014/main" id="{9E198141-5233-DBA9-FA9C-7680F6C26A93}"/>
              </a:ext>
            </a:extLst>
          </p:cNvPr>
          <p:cNvCxnSpPr/>
          <p:nvPr userDrawn="1"/>
        </p:nvCxnSpPr>
        <p:spPr bwMode="auto">
          <a:xfrm>
            <a:off x="105508" y="6591300"/>
            <a:ext cx="11955585" cy="0"/>
          </a:xfrm>
          <a:prstGeom prst="line">
            <a:avLst/>
          </a:prstGeom>
          <a:ln w="317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직사각형 4">
            <a:extLst>
              <a:ext uri="{FF2B5EF4-FFF2-40B4-BE49-F238E27FC236}">
                <a16:creationId xmlns:a16="http://schemas.microsoft.com/office/drawing/2014/main" id="{84284EDB-08B3-CE35-4709-255D79CFA2A6}"/>
              </a:ext>
            </a:extLst>
          </p:cNvPr>
          <p:cNvSpPr>
            <a:spLocks noChangeArrowheads="1"/>
          </p:cNvSpPr>
          <p:nvPr userDrawn="1"/>
        </p:nvSpPr>
        <p:spPr bwMode="auto">
          <a:xfrm>
            <a:off x="11467019" y="33338"/>
            <a:ext cx="697627" cy="215444"/>
          </a:xfrm>
          <a:prstGeom prst="rect">
            <a:avLst/>
          </a:prstGeom>
          <a:noFill/>
          <a:ln>
            <a:noFill/>
          </a:ln>
        </p:spPr>
        <p:txBody>
          <a:bodyPr wrap="none">
            <a:spAutoFit/>
          </a:bodyPr>
          <a:lstStyle>
            <a:lvl1pPr latinLnBrk="1">
              <a:defRPr>
                <a:solidFill>
                  <a:schemeClr val="tx1"/>
                </a:solidFill>
                <a:latin typeface="Calibri" panose="020F0502020204030204" pitchFamily="34" charset="0"/>
                <a:ea typeface="맑은 고딕" panose="020B0503020000020004" pitchFamily="50" charset="-127"/>
              </a:defRPr>
            </a:lvl1pPr>
            <a:lvl2pPr marL="742950" indent="-285750" latinLnBrk="1">
              <a:defRPr>
                <a:solidFill>
                  <a:schemeClr val="tx1"/>
                </a:solidFill>
                <a:latin typeface="Calibri" panose="020F0502020204030204" pitchFamily="34" charset="0"/>
                <a:ea typeface="맑은 고딕" panose="020B0503020000020004" pitchFamily="50" charset="-127"/>
              </a:defRPr>
            </a:lvl2pPr>
            <a:lvl3pPr marL="1143000" indent="-228600" latinLnBrk="1">
              <a:defRPr>
                <a:solidFill>
                  <a:schemeClr val="tx1"/>
                </a:solidFill>
                <a:latin typeface="Calibri" panose="020F0502020204030204" pitchFamily="34" charset="0"/>
                <a:ea typeface="맑은 고딕" panose="020B0503020000020004" pitchFamily="50" charset="-127"/>
              </a:defRPr>
            </a:lvl3pPr>
            <a:lvl4pPr marL="1600200" indent="-228600" latinLnBrk="1">
              <a:defRPr>
                <a:solidFill>
                  <a:schemeClr val="tx1"/>
                </a:solidFill>
                <a:latin typeface="Calibri" panose="020F0502020204030204" pitchFamily="34" charset="0"/>
                <a:ea typeface="맑은 고딕" panose="020B0503020000020004" pitchFamily="50" charset="-127"/>
              </a:defRPr>
            </a:lvl4pPr>
            <a:lvl5pPr marL="2057400" indent="-228600" latinLnBrk="1">
              <a:defRPr>
                <a:solidFill>
                  <a:schemeClr val="tx1"/>
                </a:solidFill>
                <a:latin typeface="Calibri" panose="020F0502020204030204" pitchFamily="34" charset="0"/>
                <a:ea typeface="맑은 고딕" panose="020B0503020000020004" pitchFamily="50" charset="-127"/>
              </a:defRPr>
            </a:lvl5pPr>
            <a:lvl6pPr marL="25146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6pPr>
            <a:lvl7pPr marL="29718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7pPr>
            <a:lvl8pPr marL="34290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8pPr>
            <a:lvl9pPr marL="38862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9pPr>
          </a:lstStyle>
          <a:p>
            <a:pPr algn="r" eaLnBrk="1" hangingPunct="1">
              <a:defRPr/>
            </a:pPr>
            <a:r>
              <a:rPr lang="ko-KR" altLang="en-US" sz="800" noProof="1">
                <a:latin typeface="맑은 고딕" panose="020B0503020000020004" pitchFamily="50" charset="-127"/>
              </a:rPr>
              <a:t>화면설계서</a:t>
            </a:r>
            <a:endParaRPr lang="ko-KR" altLang="ko-KR" sz="800" noProof="1">
              <a:latin typeface="맑은 고딕" panose="020B0503020000020004" pitchFamily="50" charset="-127"/>
            </a:endParaRPr>
          </a:p>
        </p:txBody>
      </p:sp>
      <p:sp>
        <p:nvSpPr>
          <p:cNvPr id="7" name="Slide Number Placeholder 5">
            <a:extLst>
              <a:ext uri="{FF2B5EF4-FFF2-40B4-BE49-F238E27FC236}">
                <a16:creationId xmlns:a16="http://schemas.microsoft.com/office/drawing/2014/main" id="{FF385DD3-01D8-8924-4274-FB3F6D6F910C}"/>
              </a:ext>
            </a:extLst>
          </p:cNvPr>
          <p:cNvSpPr>
            <a:spLocks noGrp="1"/>
          </p:cNvSpPr>
          <p:nvPr>
            <p:ph type="sldNum" sz="quarter" idx="10"/>
          </p:nvPr>
        </p:nvSpPr>
        <p:spPr>
          <a:xfrm>
            <a:off x="4722447" y="6627813"/>
            <a:ext cx="2743200" cy="176212"/>
          </a:xfrm>
          <a:prstGeom prst="rect">
            <a:avLst/>
          </a:prstGeom>
        </p:spPr>
        <p:txBody>
          <a:bodyPr vert="horz" wrap="square" lIns="91440" tIns="45720" rIns="91440" bIns="45720" numCol="1" anchor="t" anchorCtr="0" compatLnSpc="1">
            <a:prstTxWarp prst="textNoShape">
              <a:avLst/>
            </a:prstTxWarp>
          </a:bodyPr>
          <a:lstStyle>
            <a:lvl1pPr algn="ctr" eaLnBrk="1" latinLnBrk="1" hangingPunct="1">
              <a:defRPr sz="800" smtClean="0">
                <a:latin typeface="맑은 고딕" panose="020B0503020000020004" pitchFamily="50" charset="-127"/>
                <a:ea typeface="맑은 고딕" panose="020B0503020000020004" pitchFamily="50" charset="-127"/>
              </a:defRPr>
            </a:lvl1pPr>
          </a:lstStyle>
          <a:p>
            <a:pPr>
              <a:defRPr/>
            </a:pPr>
            <a:fld id="{B62806C2-251D-4EAE-A304-0BBC0B20DC75}" type="slidenum">
              <a:rPr lang="ko-KR" altLang="en-US"/>
              <a:pPr>
                <a:defRPr/>
              </a:pPr>
              <a:t>‹#›</a:t>
            </a:fld>
            <a:endParaRPr lang="ko-KR" altLang="en-US" dirty="0"/>
          </a:p>
        </p:txBody>
      </p:sp>
      <p:sp>
        <p:nvSpPr>
          <p:cNvPr id="9" name="TextBox 6">
            <a:extLst>
              <a:ext uri="{FF2B5EF4-FFF2-40B4-BE49-F238E27FC236}">
                <a16:creationId xmlns:a16="http://schemas.microsoft.com/office/drawing/2014/main" id="{55140E61-F168-9A4C-EE34-BCA6A7A5009E}"/>
              </a:ext>
            </a:extLst>
          </p:cNvPr>
          <p:cNvSpPr txBox="1">
            <a:spLocks noChangeArrowheads="1"/>
          </p:cNvSpPr>
          <p:nvPr userDrawn="1"/>
        </p:nvSpPr>
        <p:spPr bwMode="auto">
          <a:xfrm>
            <a:off x="111760" y="26036"/>
            <a:ext cx="3739662" cy="215900"/>
          </a:xfrm>
          <a:prstGeom prst="rect">
            <a:avLst/>
          </a:prstGeom>
          <a:noFill/>
          <a:ln>
            <a:noFill/>
          </a:ln>
        </p:spPr>
        <p:txBody>
          <a:bodyPr>
            <a:spAutoFit/>
          </a:bodyPr>
          <a:lstStyle>
            <a:lvl1pPr latinLnBrk="1">
              <a:defRPr>
                <a:solidFill>
                  <a:schemeClr val="tx1"/>
                </a:solidFill>
                <a:latin typeface="Calibri" panose="020F0502020204030204" pitchFamily="34" charset="0"/>
                <a:ea typeface="맑은 고딕" panose="020B0503020000020004" pitchFamily="50" charset="-127"/>
              </a:defRPr>
            </a:lvl1pPr>
            <a:lvl2pPr marL="742950" indent="-285750" latinLnBrk="1">
              <a:defRPr>
                <a:solidFill>
                  <a:schemeClr val="tx1"/>
                </a:solidFill>
                <a:latin typeface="Calibri" panose="020F0502020204030204" pitchFamily="34" charset="0"/>
                <a:ea typeface="맑은 고딕" panose="020B0503020000020004" pitchFamily="50" charset="-127"/>
              </a:defRPr>
            </a:lvl2pPr>
            <a:lvl3pPr marL="1143000" indent="-228600" latinLnBrk="1">
              <a:defRPr>
                <a:solidFill>
                  <a:schemeClr val="tx1"/>
                </a:solidFill>
                <a:latin typeface="Calibri" panose="020F0502020204030204" pitchFamily="34" charset="0"/>
                <a:ea typeface="맑은 고딕" panose="020B0503020000020004" pitchFamily="50" charset="-127"/>
              </a:defRPr>
            </a:lvl3pPr>
            <a:lvl4pPr marL="1600200" indent="-228600" latinLnBrk="1">
              <a:defRPr>
                <a:solidFill>
                  <a:schemeClr val="tx1"/>
                </a:solidFill>
                <a:latin typeface="Calibri" panose="020F0502020204030204" pitchFamily="34" charset="0"/>
                <a:ea typeface="맑은 고딕" panose="020B0503020000020004" pitchFamily="50" charset="-127"/>
              </a:defRPr>
            </a:lvl4pPr>
            <a:lvl5pPr marL="2057400" indent="-228600" latinLnBrk="1">
              <a:defRPr>
                <a:solidFill>
                  <a:schemeClr val="tx1"/>
                </a:solidFill>
                <a:latin typeface="Calibri" panose="020F0502020204030204" pitchFamily="34" charset="0"/>
                <a:ea typeface="맑은 고딕" panose="020B0503020000020004" pitchFamily="50" charset="-127"/>
              </a:defRPr>
            </a:lvl5pPr>
            <a:lvl6pPr marL="25146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6pPr>
            <a:lvl7pPr marL="29718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7pPr>
            <a:lvl8pPr marL="34290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8pPr>
            <a:lvl9pPr marL="38862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9pPr>
          </a:lstStyle>
          <a:p>
            <a:pPr eaLnBrk="1" hangingPunct="1">
              <a:defRPr/>
            </a:pPr>
            <a:r>
              <a:rPr lang="ko-KR" altLang="en-US" sz="800" b="1" noProof="1">
                <a:solidFill>
                  <a:srgbClr val="080808"/>
                </a:solidFill>
                <a:latin typeface="+mn-ea"/>
                <a:ea typeface="+mn-ea"/>
              </a:rPr>
              <a:t>든든하이</a:t>
            </a:r>
          </a:p>
        </p:txBody>
      </p:sp>
    </p:spTree>
    <p:extLst>
      <p:ext uri="{BB962C8B-B14F-4D97-AF65-F5344CB8AC3E}">
        <p14:creationId xmlns:p14="http://schemas.microsoft.com/office/powerpoint/2010/main" val="407222977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5" r:id="rId13"/>
    <p:sldLayoutId id="2147483676" r:id="rId14"/>
    <p:sldLayoutId id="2147483678" r:id="rId15"/>
    <p:sldLayoutId id="2147483674" r:id="rId16"/>
    <p:sldLayoutId id="2147483681" r:id="rId17"/>
    <p:sldLayoutId id="2147483684" r:id="rId18"/>
    <p:sldLayoutId id="2147483682" r:id="rId19"/>
    <p:sldLayoutId id="2147483683" r:id="rId20"/>
    <p:sldLayoutId id="2147483686" r:id="rId2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8.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601CCCAA-8DE2-2067-C56F-164E0D5BA95E}"/>
              </a:ext>
            </a:extLst>
          </p:cNvPr>
          <p:cNvSpPr>
            <a:spLocks noGrp="1"/>
          </p:cNvSpPr>
          <p:nvPr>
            <p:ph type="body" sz="quarter" idx="10"/>
          </p:nvPr>
        </p:nvSpPr>
        <p:spPr/>
        <p:txBody>
          <a:bodyPr>
            <a:normAutofit lnSpcReduction="10000"/>
          </a:bodyPr>
          <a:lstStyle/>
          <a:p>
            <a:endParaRPr lang="ko-KR" altLang="en-US"/>
          </a:p>
        </p:txBody>
      </p:sp>
      <p:sp>
        <p:nvSpPr>
          <p:cNvPr id="5" name="텍스트 개체 틀 4">
            <a:extLst>
              <a:ext uri="{FF2B5EF4-FFF2-40B4-BE49-F238E27FC236}">
                <a16:creationId xmlns:a16="http://schemas.microsoft.com/office/drawing/2014/main" id="{9411EDCA-4E89-64F4-62D0-6343FB1D6441}"/>
              </a:ext>
            </a:extLst>
          </p:cNvPr>
          <p:cNvSpPr>
            <a:spLocks noGrp="1"/>
          </p:cNvSpPr>
          <p:nvPr>
            <p:ph type="body" sz="quarter" idx="11"/>
          </p:nvPr>
        </p:nvSpPr>
        <p:spPr/>
        <p:txBody>
          <a:bodyPr>
            <a:normAutofit lnSpcReduction="10000"/>
          </a:bodyPr>
          <a:lstStyle/>
          <a:p>
            <a:endParaRPr lang="ko-KR" altLang="en-US"/>
          </a:p>
        </p:txBody>
      </p:sp>
      <p:sp>
        <p:nvSpPr>
          <p:cNvPr id="6" name="텍스트 개체 틀 5">
            <a:extLst>
              <a:ext uri="{FF2B5EF4-FFF2-40B4-BE49-F238E27FC236}">
                <a16:creationId xmlns:a16="http://schemas.microsoft.com/office/drawing/2014/main" id="{0423E7E3-010E-45B1-5E79-134B764C4344}"/>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7E2BE1AF-5245-BE21-FB55-2CFAC7DBF0A0}"/>
              </a:ext>
            </a:extLst>
          </p:cNvPr>
          <p:cNvSpPr>
            <a:spLocks noGrp="1"/>
          </p:cNvSpPr>
          <p:nvPr>
            <p:ph type="title"/>
          </p:nvPr>
        </p:nvSpPr>
        <p:spPr/>
        <p:txBody>
          <a:bodyPr/>
          <a:lstStyle/>
          <a:p>
            <a:endParaRPr lang="ko-KR" altLang="en-US"/>
          </a:p>
        </p:txBody>
      </p:sp>
      <p:sp>
        <p:nvSpPr>
          <p:cNvPr id="2" name="슬라이드 번호 개체 틀 1">
            <a:extLst>
              <a:ext uri="{FF2B5EF4-FFF2-40B4-BE49-F238E27FC236}">
                <a16:creationId xmlns:a16="http://schemas.microsoft.com/office/drawing/2014/main" id="{B9458E3B-FE85-E1BD-0215-025AC3FC6009}"/>
              </a:ext>
            </a:extLst>
          </p:cNvPr>
          <p:cNvSpPr>
            <a:spLocks noGrp="1"/>
          </p:cNvSpPr>
          <p:nvPr>
            <p:ph type="sldNum" sz="quarter" idx="4294967295"/>
          </p:nvPr>
        </p:nvSpPr>
        <p:spPr>
          <a:xfrm>
            <a:off x="0" y="6627813"/>
            <a:ext cx="2743200" cy="176212"/>
          </a:xfrm>
        </p:spPr>
        <p:txBody>
          <a:bodyPr/>
          <a:lstStyle/>
          <a:p>
            <a:pPr>
              <a:defRPr/>
            </a:pPr>
            <a:fld id="{B62806C2-251D-4EAE-A304-0BBC0B20DC75}" type="slidenum">
              <a:rPr lang="ko-KR" altLang="en-US" smtClean="0"/>
              <a:pPr>
                <a:defRPr/>
              </a:pPr>
              <a:t>1</a:t>
            </a:fld>
            <a:endParaRPr lang="ko-KR" altLang="en-US" dirty="0"/>
          </a:p>
        </p:txBody>
      </p:sp>
    </p:spTree>
    <p:extLst>
      <p:ext uri="{BB962C8B-B14F-4D97-AF65-F5344CB8AC3E}">
        <p14:creationId xmlns:p14="http://schemas.microsoft.com/office/powerpoint/2010/main" val="2875745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5BD71E70-E002-DA13-1B2F-BC0278FDF27C}"/>
              </a:ext>
            </a:extLst>
          </p:cNvPr>
          <p:cNvGraphicFramePr>
            <a:graphicFrameLocks noGrp="1"/>
          </p:cNvGraphicFramePr>
          <p:nvPr>
            <p:extLst>
              <p:ext uri="{D42A27DB-BD31-4B8C-83A1-F6EECF244321}">
                <p14:modId xmlns:p14="http://schemas.microsoft.com/office/powerpoint/2010/main" val="2181701197"/>
              </p:ext>
            </p:extLst>
          </p:nvPr>
        </p:nvGraphicFramePr>
        <p:xfrm>
          <a:off x="1493839" y="565150"/>
          <a:ext cx="9291637" cy="5692764"/>
        </p:xfrm>
        <a:graphic>
          <a:graphicData uri="http://schemas.openxmlformats.org/drawingml/2006/table">
            <a:tbl>
              <a:tblPr firstRow="1" bandRow="1">
                <a:tableStyleId>{5940675A-B579-460E-94D1-54222C63F5DA}</a:tableStyleId>
              </a:tblPr>
              <a:tblGrid>
                <a:gridCol w="863208">
                  <a:extLst>
                    <a:ext uri="{9D8B030D-6E8A-4147-A177-3AD203B41FA5}">
                      <a16:colId xmlns:a16="http://schemas.microsoft.com/office/drawing/2014/main" val="20000"/>
                    </a:ext>
                  </a:extLst>
                </a:gridCol>
                <a:gridCol w="1424044">
                  <a:extLst>
                    <a:ext uri="{9D8B030D-6E8A-4147-A177-3AD203B41FA5}">
                      <a16:colId xmlns:a16="http://schemas.microsoft.com/office/drawing/2014/main" val="20001"/>
                    </a:ext>
                  </a:extLst>
                </a:gridCol>
                <a:gridCol w="4926819">
                  <a:extLst>
                    <a:ext uri="{9D8B030D-6E8A-4147-A177-3AD203B41FA5}">
                      <a16:colId xmlns:a16="http://schemas.microsoft.com/office/drawing/2014/main" val="20002"/>
                    </a:ext>
                  </a:extLst>
                </a:gridCol>
                <a:gridCol w="1106286">
                  <a:extLst>
                    <a:ext uri="{9D8B030D-6E8A-4147-A177-3AD203B41FA5}">
                      <a16:colId xmlns:a16="http://schemas.microsoft.com/office/drawing/2014/main" val="20003"/>
                    </a:ext>
                  </a:extLst>
                </a:gridCol>
                <a:gridCol w="971280">
                  <a:extLst>
                    <a:ext uri="{9D8B030D-6E8A-4147-A177-3AD203B41FA5}">
                      <a16:colId xmlns:a16="http://schemas.microsoft.com/office/drawing/2014/main" val="20004"/>
                    </a:ext>
                  </a:extLst>
                </a:gridCol>
              </a:tblGrid>
              <a:tr h="274334">
                <a:tc gridSpan="5">
                  <a:txBody>
                    <a:bodyPr/>
                    <a:lstStyle/>
                    <a:p>
                      <a:pPr algn="ctr" latinLnBrk="1"/>
                      <a:r>
                        <a:rPr lang="ko-KR" altLang="en-US" sz="1200" b="1" noProof="1">
                          <a:solidFill>
                            <a:srgbClr val="080808"/>
                          </a:solidFill>
                          <a:latin typeface="맑은 고딕" panose="020B0503020000020004" pitchFamily="50" charset="-127"/>
                          <a:ea typeface="맑은 고딕" panose="020B0503020000020004" pitchFamily="50" charset="-127"/>
                        </a:rPr>
                        <a:t>문서 개정 이력표</a:t>
                      </a:r>
                    </a:p>
                  </a:txBody>
                  <a:tcPr marL="91439" marR="91439" marT="45722" marB="45722" anchor="ctr">
                    <a:solidFill>
                      <a:schemeClr val="bg1">
                        <a:lumMod val="85000"/>
                      </a:schemeClr>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extLst>
                  <a:ext uri="{0D108BD9-81ED-4DB2-BD59-A6C34878D82A}">
                    <a16:rowId xmlns:a16="http://schemas.microsoft.com/office/drawing/2014/main" val="10000"/>
                  </a:ext>
                </a:extLst>
              </a:tr>
              <a:tr h="271561">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버전</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날짜</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내용</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작성자</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승인자</a:t>
                      </a:r>
                    </a:p>
                  </a:txBody>
                  <a:tcPr marL="91439" marR="91439" marT="45722" marB="45722" anchor="ctr">
                    <a:solidFill>
                      <a:schemeClr val="bg1">
                        <a:lumMod val="85000"/>
                      </a:schemeClr>
                    </a:solidFill>
                  </a:tcPr>
                </a:tc>
                <a:extLst>
                  <a:ext uri="{0D108BD9-81ED-4DB2-BD59-A6C34878D82A}">
                    <a16:rowId xmlns:a16="http://schemas.microsoft.com/office/drawing/2014/main" val="10001"/>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ase" latinLnBrk="0">
                        <a:lnSpc>
                          <a:spcPct val="160000"/>
                        </a:lnSpc>
                        <a:spcBef>
                          <a:spcPts val="0"/>
                        </a:spcBef>
                        <a:spcAft>
                          <a:spcPts val="0"/>
                        </a:spcAft>
                      </a:pPr>
                      <a:endParaRPr lang="ko-KR" altLang="en-US" sz="1200" kern="0" spc="0" dirty="0">
                        <a:solidFill>
                          <a:srgbClr val="000000"/>
                        </a:solidFill>
                        <a:effectLst/>
                        <a:latin typeface="함초롬바탕" panose="02030604000101010101" pitchFamily="18" charset="-127"/>
                        <a:ea typeface="맑은 고딕" panose="020B0503020000020004" pitchFamily="50" charset="-127"/>
                      </a:endParaRPr>
                    </a:p>
                  </a:txBody>
                  <a:tcPr marL="64770" marR="64770" marT="17908" marB="17908" anchor="ctr">
                    <a:noFill/>
                  </a:tcPr>
                </a:tc>
                <a:tc>
                  <a:txBody>
                    <a:bodyPr/>
                    <a:lstStyle/>
                    <a:p>
                      <a:pPr marL="0" marR="0" indent="0" algn="ctr" fontAlgn="base" latinLnBrk="0">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2"/>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6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3"/>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4"/>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5"/>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6"/>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7"/>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fontAlgn="ctr"/>
                      <a:endParaRPr lang="ko-KR" altLang="en-US" sz="1000" b="0" i="0" u="none" strike="noStrike" noProof="1">
                        <a:solidFill>
                          <a:srgbClr val="000000"/>
                        </a:solidFill>
                        <a:effectLst/>
                        <a:latin typeface="맑은 고딕" panose="020B0503020000020004" pitchFamily="50" charset="-127"/>
                        <a:ea typeface="맑은 고딕" panose="020B0503020000020004" pitchFamily="50" charset="-127"/>
                      </a:endParaRPr>
                    </a:p>
                  </a:txBody>
                  <a:tcPr marT="45721" marB="45721">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extLst>
                  <a:ext uri="{0D108BD9-81ED-4DB2-BD59-A6C34878D82A}">
                    <a16:rowId xmlns:a16="http://schemas.microsoft.com/office/drawing/2014/main" val="10008"/>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fontAlgn="ctr"/>
                      <a:endParaRPr lang="ko-KR" altLang="en-US" sz="1000" b="0" i="0" u="none" strike="noStrike" noProof="1">
                        <a:solidFill>
                          <a:srgbClr val="000000"/>
                        </a:solidFill>
                        <a:effectLst/>
                        <a:latin typeface="맑은 고딕" panose="020B0503020000020004" pitchFamily="50" charset="-127"/>
                        <a:ea typeface="맑은 고딕" panose="020B0503020000020004" pitchFamily="50" charset="-127"/>
                      </a:endParaRPr>
                    </a:p>
                  </a:txBody>
                  <a:tcPr marT="45721" marB="45721">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extLst>
                  <a:ext uri="{0D108BD9-81ED-4DB2-BD59-A6C34878D82A}">
                    <a16:rowId xmlns:a16="http://schemas.microsoft.com/office/drawing/2014/main" val="10009"/>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0"/>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1"/>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2"/>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3"/>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4"/>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5"/>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6"/>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7"/>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8"/>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9"/>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20"/>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1B676111-9294-B048-F06E-7BDD8D57141E}"/>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페이지명</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endParaRPr lang="ko-KR" altLang="en-US" dirty="0"/>
          </a:p>
        </p:txBody>
      </p:sp>
      <p:pic>
        <p:nvPicPr>
          <p:cNvPr id="3" name="그림 2">
            <a:extLst>
              <a:ext uri="{FF2B5EF4-FFF2-40B4-BE49-F238E27FC236}">
                <a16:creationId xmlns:a16="http://schemas.microsoft.com/office/drawing/2014/main" id="{7D3650DA-0D37-837D-1AE1-A89EBD351878}"/>
              </a:ext>
            </a:extLst>
          </p:cNvPr>
          <p:cNvPicPr>
            <a:picLocks noChangeAspect="1"/>
          </p:cNvPicPr>
          <p:nvPr/>
        </p:nvPicPr>
        <p:blipFill rotWithShape="1">
          <a:blip r:embed="rId2">
            <a:extLst>
              <a:ext uri="{28A0092B-C50C-407E-A947-70E740481C1C}">
                <a14:useLocalDpi xmlns:a14="http://schemas.microsoft.com/office/drawing/2010/main" val="0"/>
              </a:ext>
            </a:extLst>
          </a:blip>
          <a:srcRect b="47524"/>
          <a:stretch/>
        </p:blipFill>
        <p:spPr>
          <a:xfrm>
            <a:off x="4326687" y="1533300"/>
            <a:ext cx="1997241" cy="1590927"/>
          </a:xfrm>
          <a:prstGeom prst="rect">
            <a:avLst/>
          </a:prstGeom>
          <a:ln>
            <a:solidFill>
              <a:schemeClr val="tx1"/>
            </a:solidFill>
          </a:ln>
        </p:spPr>
      </p:pic>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720951758"/>
              </p:ext>
            </p:extLst>
          </p:nvPr>
        </p:nvGraphicFramePr>
        <p:xfrm>
          <a:off x="10035210" y="755897"/>
          <a:ext cx="1999466"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페이지의 첫번째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최초 로그인  또는 재로그인 시에만 출력</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비주얼 이미지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캐릭터 이미지</a:t>
                      </a:r>
                      <a:r>
                        <a:rPr lang="en-US" altLang="ko-KR" sz="700" b="0" spc="0" baseline="0" dirty="0">
                          <a:solidFill>
                            <a:schemeClr val="tx1"/>
                          </a:solidFill>
                          <a:latin typeface="나눔고딕" panose="020D0604000000000000" pitchFamily="50" charset="-127"/>
                          <a:ea typeface="나눔고딕" panose="020D0604000000000000" pitchFamily="50" charset="-127"/>
                        </a:rPr>
                        <a:t>(PNG)</a:t>
                      </a:r>
                      <a:r>
                        <a:rPr lang="ko-KR" altLang="en-US" sz="700" b="0" spc="0" baseline="0" dirty="0">
                          <a:solidFill>
                            <a:schemeClr val="tx1"/>
                          </a:solidFill>
                          <a:latin typeface="나눔고딕" panose="020D0604000000000000" pitchFamily="50" charset="-127"/>
                          <a:ea typeface="나눔고딕" panose="020D0604000000000000" pitchFamily="50" charset="-127"/>
                        </a:rPr>
                        <a:t> 배치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차후 수정 될 수 있음</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3869" y="25667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9218BAAC-12DD-7D89-5438-2C5ED2412169}"/>
              </a:ext>
            </a:extLst>
          </p:cNvPr>
          <p:cNvSpPr/>
          <p:nvPr/>
        </p:nvSpPr>
        <p:spPr>
          <a:xfrm>
            <a:off x="4061519" y="1542825"/>
            <a:ext cx="247650" cy="224177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12" name="직사각형 11">
            <a:extLst>
              <a:ext uri="{FF2B5EF4-FFF2-40B4-BE49-F238E27FC236}">
                <a16:creationId xmlns:a16="http://schemas.microsoft.com/office/drawing/2014/main" id="{E813B406-151E-F24B-88A7-70BFC8115BA2}"/>
              </a:ext>
            </a:extLst>
          </p:cNvPr>
          <p:cNvSpPr/>
          <p:nvPr/>
        </p:nvSpPr>
        <p:spPr>
          <a:xfrm>
            <a:off x="4486905" y="4348372"/>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로그인</a:t>
            </a:r>
          </a:p>
        </p:txBody>
      </p:sp>
      <p:sp>
        <p:nvSpPr>
          <p:cNvPr id="15" name="TextBox 14">
            <a:extLst>
              <a:ext uri="{FF2B5EF4-FFF2-40B4-BE49-F238E27FC236}">
                <a16:creationId xmlns:a16="http://schemas.microsoft.com/office/drawing/2014/main" id="{85799EB2-DF32-A2BE-D4E2-90334ACD83D5}"/>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grpSp>
        <p:nvGrpSpPr>
          <p:cNvPr id="25" name="그룹 24">
            <a:extLst>
              <a:ext uri="{FF2B5EF4-FFF2-40B4-BE49-F238E27FC236}">
                <a16:creationId xmlns:a16="http://schemas.microsoft.com/office/drawing/2014/main" id="{18F14A5E-5D97-01B7-F127-4FA1D9E5066D}"/>
              </a:ext>
            </a:extLst>
          </p:cNvPr>
          <p:cNvGrpSpPr/>
          <p:nvPr/>
        </p:nvGrpSpPr>
        <p:grpSpPr>
          <a:xfrm>
            <a:off x="4486905" y="3882693"/>
            <a:ext cx="1667831" cy="343967"/>
            <a:chOff x="4471665" y="3829456"/>
            <a:chExt cx="1667831" cy="343967"/>
          </a:xfrm>
          <a:solidFill>
            <a:schemeClr val="bg1">
              <a:lumMod val="65000"/>
            </a:schemeClr>
          </a:solidFill>
        </p:grpSpPr>
        <p:sp>
          <p:nvSpPr>
            <p:cNvPr id="6" name="타원 5">
              <a:extLst>
                <a:ext uri="{FF2B5EF4-FFF2-40B4-BE49-F238E27FC236}">
                  <a16:creationId xmlns:a16="http://schemas.microsoft.com/office/drawing/2014/main" id="{0F9B7126-3B3F-3AA4-6EE1-3F0902B226D8}"/>
                </a:ext>
              </a:extLst>
            </p:cNvPr>
            <p:cNvSpPr/>
            <p:nvPr/>
          </p:nvSpPr>
          <p:spPr>
            <a:xfrm>
              <a:off x="447166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타원 21">
              <a:extLst>
                <a:ext uri="{FF2B5EF4-FFF2-40B4-BE49-F238E27FC236}">
                  <a16:creationId xmlns:a16="http://schemas.microsoft.com/office/drawing/2014/main" id="{521F5FEA-C420-FCEF-2CDE-80B18AED0CF9}"/>
                </a:ext>
              </a:extLst>
            </p:cNvPr>
            <p:cNvSpPr/>
            <p:nvPr/>
          </p:nvSpPr>
          <p:spPr>
            <a:xfrm>
              <a:off x="491362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타원 22">
              <a:extLst>
                <a:ext uri="{FF2B5EF4-FFF2-40B4-BE49-F238E27FC236}">
                  <a16:creationId xmlns:a16="http://schemas.microsoft.com/office/drawing/2014/main" id="{55A21A1D-B947-14DD-50DF-905C07EE8B89}"/>
                </a:ext>
              </a:extLst>
            </p:cNvPr>
            <p:cNvSpPr/>
            <p:nvPr/>
          </p:nvSpPr>
          <p:spPr>
            <a:xfrm>
              <a:off x="535558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타원 23">
              <a:extLst>
                <a:ext uri="{FF2B5EF4-FFF2-40B4-BE49-F238E27FC236}">
                  <a16:creationId xmlns:a16="http://schemas.microsoft.com/office/drawing/2014/main" id="{4DF953EE-72B7-A4FA-237E-2727625338E8}"/>
                </a:ext>
              </a:extLst>
            </p:cNvPr>
            <p:cNvSpPr/>
            <p:nvPr/>
          </p:nvSpPr>
          <p:spPr>
            <a:xfrm>
              <a:off x="5795529"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31" name="직사각형 30">
            <a:extLst>
              <a:ext uri="{FF2B5EF4-FFF2-40B4-BE49-F238E27FC236}">
                <a16:creationId xmlns:a16="http://schemas.microsoft.com/office/drawing/2014/main" id="{0DF93D0A-98D9-94C4-A277-0A13CD87A494}"/>
              </a:ext>
            </a:extLst>
          </p:cNvPr>
          <p:cNvSpPr/>
          <p:nvPr/>
        </p:nvSpPr>
        <p:spPr>
          <a:xfrm>
            <a:off x="4486905" y="4723200"/>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회원가입</a:t>
            </a:r>
          </a:p>
        </p:txBody>
      </p:sp>
      <p:sp>
        <p:nvSpPr>
          <p:cNvPr id="33" name="직사각형 32">
            <a:extLst>
              <a:ext uri="{FF2B5EF4-FFF2-40B4-BE49-F238E27FC236}">
                <a16:creationId xmlns:a16="http://schemas.microsoft.com/office/drawing/2014/main" id="{8D5F6F98-74E0-1AD8-B6A0-4DAF3E5D64A5}"/>
              </a:ext>
            </a:extLst>
          </p:cNvPr>
          <p:cNvSpPr/>
          <p:nvPr/>
        </p:nvSpPr>
        <p:spPr>
          <a:xfrm>
            <a:off x="4486905" y="5098028"/>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앱 둘러보기</a:t>
            </a:r>
          </a:p>
        </p:txBody>
      </p:sp>
      <p:sp>
        <p:nvSpPr>
          <p:cNvPr id="34" name="타원 33">
            <a:extLst>
              <a:ext uri="{FF2B5EF4-FFF2-40B4-BE49-F238E27FC236}">
                <a16:creationId xmlns:a16="http://schemas.microsoft.com/office/drawing/2014/main" id="{6C7565BF-ECFC-F45D-EC97-DD118CBA159C}"/>
              </a:ext>
            </a:extLst>
          </p:cNvPr>
          <p:cNvSpPr/>
          <p:nvPr/>
        </p:nvSpPr>
        <p:spPr>
          <a:xfrm>
            <a:off x="5206417" y="34620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58AE4C6-6F33-FB6E-FC28-8923809B7252}"/>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93448" y="47542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7" name="왼쪽 중괄호 36">
            <a:extLst>
              <a:ext uri="{FF2B5EF4-FFF2-40B4-BE49-F238E27FC236}">
                <a16:creationId xmlns:a16="http://schemas.microsoft.com/office/drawing/2014/main" id="{2024ADEE-9BED-21DB-EC13-2CF8B7E50998}"/>
              </a:ext>
            </a:extLst>
          </p:cNvPr>
          <p:cNvSpPr/>
          <p:nvPr/>
        </p:nvSpPr>
        <p:spPr>
          <a:xfrm>
            <a:off x="4216930" y="4277360"/>
            <a:ext cx="380470" cy="117856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560247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1322311070"/>
              </p:ext>
            </p:extLst>
          </p:nvPr>
        </p:nvGraphicFramePr>
        <p:xfrm>
          <a:off x="10035210" y="755897"/>
          <a:ext cx="1999466" cy="441988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5595" y="20097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DA8979E0-C2CF-B7A2-2D7E-34BBA9774EE1}"/>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a:xfrm>
            <a:off x="10659398" y="295428"/>
            <a:ext cx="1587500" cy="169627"/>
          </a:xfrm>
        </p:spPr>
        <p:txBody>
          <a:bodyPr/>
          <a:lstStyle/>
          <a:p>
            <a:r>
              <a:rPr lang="en-US" altLang="ko-KR" dirty="0"/>
              <a:t>25.04.02</a:t>
            </a:r>
            <a:endParaRPr lang="ko-KR" altLang="en-US" dirty="0"/>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854042" y="31659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2765FD3-5D38-DB24-CBD8-62BF1D63B4D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13F30480-DFFF-3006-F14B-8329FC40068D}"/>
              </a:ext>
            </a:extLst>
          </p:cNvPr>
          <p:cNvSpPr/>
          <p:nvPr/>
        </p:nvSpPr>
        <p:spPr>
          <a:xfrm>
            <a:off x="3817399" y="42920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11" name="그림 10">
            <a:extLst>
              <a:ext uri="{FF2B5EF4-FFF2-40B4-BE49-F238E27FC236}">
                <a16:creationId xmlns:a16="http://schemas.microsoft.com/office/drawing/2014/main" id="{D8B84A68-1083-F33B-8FDB-BB8AA7E32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545" y="1542825"/>
            <a:ext cx="1999466" cy="4552181"/>
          </a:xfrm>
          <a:prstGeom prst="rect">
            <a:avLst/>
          </a:prstGeom>
        </p:spPr>
      </p:pic>
      <p:sp>
        <p:nvSpPr>
          <p:cNvPr id="17" name="왼쪽 중괄호 16">
            <a:extLst>
              <a:ext uri="{FF2B5EF4-FFF2-40B4-BE49-F238E27FC236}">
                <a16:creationId xmlns:a16="http://schemas.microsoft.com/office/drawing/2014/main" id="{C3C18E38-4946-DD5B-B205-8A76C074B0C0}"/>
              </a:ext>
            </a:extLst>
          </p:cNvPr>
          <p:cNvSpPr/>
          <p:nvPr/>
        </p:nvSpPr>
        <p:spPr>
          <a:xfrm>
            <a:off x="4097204" y="1677734"/>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48129" y="2839720"/>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030358" y="3943697"/>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033294" y="5047674"/>
            <a:ext cx="380470" cy="855740"/>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842144"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96290" y="42634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43111"/>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505149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9" name="타원 38">
            <a:extLst>
              <a:ext uri="{FF2B5EF4-FFF2-40B4-BE49-F238E27FC236}">
                <a16:creationId xmlns:a16="http://schemas.microsoft.com/office/drawing/2014/main" id="{7598907A-CDE2-68F6-1158-7DB03947CFB9}"/>
              </a:ext>
            </a:extLst>
          </p:cNvPr>
          <p:cNvSpPr/>
          <p:nvPr/>
        </p:nvSpPr>
        <p:spPr>
          <a:xfrm>
            <a:off x="6496290" y="5409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34202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extLst>
              <p:ext uri="{D42A27DB-BD31-4B8C-83A1-F6EECF244321}">
                <p14:modId xmlns:p14="http://schemas.microsoft.com/office/powerpoint/2010/main" val="3309050986"/>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875527" y="30955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B0DCB396-7C0C-D524-DF8A-1210C03AAC21}"/>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DB750D48-40F1-71BD-898D-C1C8F79474C5}"/>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097204" y="1677733"/>
            <a:ext cx="313624" cy="3051922"/>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463862" y="53104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extLst>
              <p:ext uri="{D42A27DB-BD31-4B8C-83A1-F6EECF244321}">
                <p14:modId xmlns:p14="http://schemas.microsoft.com/office/powerpoint/2010/main" val="816236432"/>
              </p:ext>
            </p:extLst>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B5429949-6AD7-D3E5-9C51-10F30E4F490C}"/>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AC7B78D8-9CF8-EA6C-4DC4-6B9912C1A1EF}"/>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76064" y="5288404"/>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6B11163A-B885-99DE-BC9A-03B8C39D01B5}"/>
              </a:ext>
            </a:extLst>
          </p:cNvPr>
          <p:cNvSpPr/>
          <p:nvPr/>
        </p:nvSpPr>
        <p:spPr>
          <a:xfrm>
            <a:off x="3975466" y="54124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82476"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20261" y="5278090"/>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extLst>
              <p:ext uri="{D42A27DB-BD31-4B8C-83A1-F6EECF244321}">
                <p14:modId xmlns:p14="http://schemas.microsoft.com/office/powerpoint/2010/main" val="3444085609"/>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7584" y="22427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8EDAD4B7-BB40-7DF7-A948-DC55715B2A46}"/>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CAB268BA-8CB5-51A4-5685-10B23E78491F}"/>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2407" y="1569596"/>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561692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a:xfrm>
            <a:off x="9791730" y="314242"/>
            <a:ext cx="1031875" cy="161925"/>
          </a:xfrm>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extLst>
              <p:ext uri="{D42A27DB-BD31-4B8C-83A1-F6EECF244321}">
                <p14:modId xmlns:p14="http://schemas.microsoft.com/office/powerpoint/2010/main" val="914508233"/>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3036" y="256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184CBFB1-BA35-6BF6-CAFD-4A6CF5688F6C}"/>
              </a:ext>
            </a:extLst>
          </p:cNvPr>
          <p:cNvSpPr>
            <a:spLocks noGrp="1"/>
          </p:cNvSpPr>
          <p:nvPr>
            <p:ph type="title"/>
          </p:nvPr>
        </p:nvSpPr>
        <p:spPr/>
        <p:txBody>
          <a:bodyPr/>
          <a:lstStyle/>
          <a:p>
            <a:endParaRPr lang="ko-KR" altLang="en-US"/>
          </a:p>
        </p:txBody>
      </p:sp>
      <p:sp>
        <p:nvSpPr>
          <p:cNvPr id="10" name="텍스트 개체 틀 9">
            <a:extLst>
              <a:ext uri="{FF2B5EF4-FFF2-40B4-BE49-F238E27FC236}">
                <a16:creationId xmlns:a16="http://schemas.microsoft.com/office/drawing/2014/main" id="{DB361291-722E-10E3-6CA8-D294CC55018E}"/>
              </a:ext>
            </a:extLst>
          </p:cNvPr>
          <p:cNvSpPr>
            <a:spLocks noGrp="1"/>
          </p:cNvSpPr>
          <p:nvPr>
            <p:ph type="body" sz="quarter" idx="15"/>
          </p:nvPr>
        </p:nvSpPr>
        <p:spPr>
          <a:xfrm>
            <a:off x="7936261" y="295428"/>
            <a:ext cx="1587500" cy="169627"/>
          </a:xfrm>
        </p:spPr>
        <p:txBody>
          <a:bodyPr/>
          <a:lstStyle/>
          <a:p>
            <a:endParaRPr lang="ko-KR" altLang="en-US" dirty="0"/>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266557" y="450266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sp>
        <p:nvSpPr>
          <p:cNvPr id="9" name="왼쪽 중괄호 16">
            <a:extLst>
              <a:ext uri="{FF2B5EF4-FFF2-40B4-BE49-F238E27FC236}">
                <a16:creationId xmlns:a16="http://schemas.microsoft.com/office/drawing/2014/main" id="{ACE88F29-74C6-530D-8280-A86D6C2C72EB}"/>
              </a:ext>
            </a:extLst>
          </p:cNvPr>
          <p:cNvSpPr/>
          <p:nvPr/>
        </p:nvSpPr>
        <p:spPr>
          <a:xfrm flipH="1">
            <a:off x="2936453" y="3815254"/>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99788FE9-1822-1B80-AD90-C7A53FFC1691}"/>
              </a:ext>
            </a:extLst>
          </p:cNvPr>
          <p:cNvSpPr/>
          <p:nvPr/>
        </p:nvSpPr>
        <p:spPr>
          <a:xfrm>
            <a:off x="799309" y="1891354"/>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8524378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21085</TotalTime>
  <Words>351</Words>
  <Application>Microsoft Macintosh PowerPoint</Application>
  <PresentationFormat>와이드스크린</PresentationFormat>
  <Paragraphs>128</Paragraphs>
  <Slides>8</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8</vt:i4>
      </vt:variant>
    </vt:vector>
  </HeadingPairs>
  <TitlesOfParts>
    <vt:vector size="17" baseType="lpstr">
      <vt:lpstr>Arial</vt:lpstr>
      <vt:lpstr>나눔고딕</vt:lpstr>
      <vt:lpstr>굴림</vt:lpstr>
      <vt:lpstr>나눔명조</vt:lpstr>
      <vt:lpstr>맑은 고딕</vt:lpstr>
      <vt:lpstr>Arial Black</vt:lpstr>
      <vt:lpstr>함초롬바탕</vt:lpstr>
      <vt:lpstr>Office 테마</vt:lpstr>
      <vt:lpstr>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한문섭</cp:lastModifiedBy>
  <cp:revision>1282</cp:revision>
  <dcterms:created xsi:type="dcterms:W3CDTF">2022-08-18T05:53:56Z</dcterms:created>
  <dcterms:modified xsi:type="dcterms:W3CDTF">2025-04-02T09:51:36Z</dcterms:modified>
</cp:coreProperties>
</file>