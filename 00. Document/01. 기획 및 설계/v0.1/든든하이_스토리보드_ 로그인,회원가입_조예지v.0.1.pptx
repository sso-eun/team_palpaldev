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12"/>
  </p:notesMasterIdLst>
  <p:handoutMasterIdLst>
    <p:handoutMasterId r:id="rId13"/>
  </p:handoutMasterIdLst>
  <p:sldIdLst>
    <p:sldId id="855" r:id="rId3"/>
    <p:sldId id="856" r:id="rId4"/>
    <p:sldId id="857" r:id="rId5"/>
    <p:sldId id="858" r:id="rId6"/>
    <p:sldId id="859" r:id="rId7"/>
    <p:sldId id="860" r:id="rId8"/>
    <p:sldId id="861" r:id="rId9"/>
    <p:sldId id="862" r:id="rId10"/>
    <p:sldId id="864" r:id="rId11"/>
  </p:sldIdLst>
  <p:sldSz cx="12192000" cy="6858000"/>
  <p:notesSz cx="6858000" cy="9144000"/>
  <p:embeddedFontLst>
    <p:embeddedFont>
      <p:font typeface="나눔명조" panose="020B0600000101010101" charset="-127"/>
      <p:regular r:id="rId14"/>
      <p:bold r:id="rId15"/>
    </p:embeddedFont>
    <p:embeddedFont>
      <p:font typeface="Arial Black" panose="020B0A04020102020204" pitchFamily="34" charset="0"/>
      <p:bold r:id="rId16"/>
    </p:embeddedFont>
    <p:embeddedFont>
      <p:font typeface="나눔고딕" panose="020D0604000000000000" pitchFamily="50" charset="-127"/>
      <p:regular r:id="rId17"/>
      <p:bold r:id="rId18"/>
    </p:embeddedFont>
    <p:embeddedFont>
      <p:font typeface="맑은 고딕" panose="020B0503020000020004" pitchFamily="50" charset="-127"/>
      <p:regular r:id="rId19"/>
      <p:bold r:id="rId20"/>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3F51"/>
    <a:srgbClr val="D9D9D9"/>
    <a:srgbClr val="F7F7F7"/>
    <a:srgbClr val="80C342"/>
    <a:srgbClr val="68788E"/>
    <a:srgbClr val="F1F3F5"/>
    <a:srgbClr val="F0F3F5"/>
    <a:srgbClr val="5E6E86"/>
    <a:srgbClr val="2D3B50"/>
    <a:srgbClr val="7E8B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B35A95-5F8F-482E-8C63-90AB210519D9}" v="59" dt="2025-04-02T12:22:45.614"/>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70" autoAdjust="0"/>
    <p:restoredTop sz="97473" autoAdjust="0"/>
  </p:normalViewPr>
  <p:slideViewPr>
    <p:cSldViewPr snapToGrid="0">
      <p:cViewPr>
        <p:scale>
          <a:sx n="75" d="100"/>
          <a:sy n="75" d="100"/>
        </p:scale>
        <p:origin x="960" y="324"/>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76" d="100"/>
          <a:sy n="76" d="100"/>
        </p:scale>
        <p:origin x="2640"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2025-04-02</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2025-04-02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4949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sz="600">
                <a:solidFill>
                  <a:srgbClr val="8D95A0"/>
                </a:solidFill>
                <a:latin typeface="나눔고딕" pitchFamily="2" charset="-127"/>
                <a:ea typeface="나눔고딕" pitchFamily="2" charset="-127"/>
              </a:rPr>
              <a:t>©</a:t>
            </a:r>
            <a:r>
              <a:rPr lang="en-US" altLang="ko-KR" sz="600">
                <a:solidFill>
                  <a:srgbClr val="8D95A0"/>
                </a:solidFill>
                <a:latin typeface="나눔고딕" pitchFamily="2" charset="-127"/>
                <a:ea typeface="나눔고딕" pitchFamily="2" charset="-127"/>
              </a:rPr>
              <a:t> </a:t>
            </a:r>
            <a:r>
              <a:rPr lang="ko-KR" altLang="en-US" sz="600">
                <a:solidFill>
                  <a:schemeClr val="bg2">
                    <a:lumMod val="50000"/>
                  </a:schemeClr>
                </a:solidFill>
                <a:latin typeface="나눔고딕" pitchFamily="2" charset="-127"/>
                <a:ea typeface="나눔고딕" pitchFamily="2" charset="-127"/>
              </a:rPr>
              <a:t>박소은 </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Public</a:t>
            </a:r>
            <a:endParaRPr b="1" i="0" dirty="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 </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07812"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a:solidFill>
                  <a:srgbClr val="8D95A0"/>
                </a:solidFill>
                <a:latin typeface="나눔고딕" pitchFamily="2" charset="-127"/>
                <a:ea typeface="나눔고딕" pitchFamily="2" charset="-127"/>
              </a:rPr>
              <a:t>21©</a:t>
            </a:r>
            <a:r>
              <a:rPr lang="ko-KR" altLang="en-US" sz="600">
                <a:solidFill>
                  <a:srgbClr val="8D95A0"/>
                </a:solidFill>
                <a:latin typeface="나눔고딕" pitchFamily="2" charset="-127"/>
                <a:ea typeface="나눔고딕" pitchFamily="2" charset="-127"/>
              </a:rPr>
              <a:t>박소은</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a:t>
            </a:r>
            <a:r>
              <a:rPr lang="en-US" altLang="ko-KR" sz="60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sz="600">
                <a:solidFill>
                  <a:srgbClr val="8D95A0"/>
                </a:solidFill>
                <a:latin typeface="나눔고딕" pitchFamily="2" charset="-127"/>
                <a:ea typeface="나눔고딕" pitchFamily="2" charset="-127"/>
              </a:rPr>
              <a:t>©</a:t>
            </a:r>
            <a:r>
              <a:rPr lang="en-US" altLang="ko-KR" sz="600">
                <a:solidFill>
                  <a:srgbClr val="8D95A0"/>
                </a:solidFill>
                <a:latin typeface="나눔고딕" pitchFamily="2" charset="-127"/>
                <a:ea typeface="나눔고딕" pitchFamily="2" charset="-127"/>
              </a:rPr>
              <a:t> </a:t>
            </a:r>
            <a:r>
              <a:rPr lang="ko-KR" altLang="en-US" sz="600">
                <a:solidFill>
                  <a:schemeClr val="bg2">
                    <a:lumMod val="50000"/>
                  </a:schemeClr>
                </a:solidFill>
                <a:latin typeface="나눔고딕" pitchFamily="2" charset="-127"/>
                <a:ea typeface="나눔고딕" pitchFamily="2" charset="-127"/>
              </a:rPr>
              <a:t>박소은</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a:t>
            </a:r>
            <a:r>
              <a:rPr lang="en-US" altLang="ko-KR" sz="60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542089"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a:t>
            </a:r>
            <a:r>
              <a:rPr sz="600">
                <a:solidFill>
                  <a:srgbClr val="8D95A0"/>
                </a:solidFill>
                <a:latin typeface="나눔고딕" pitchFamily="2" charset="-127"/>
                <a:ea typeface="나눔고딕" pitchFamily="2" charset="-127"/>
              </a:rPr>
              <a:t>20</a:t>
            </a:r>
            <a:r>
              <a:rPr lang="en-US" sz="600">
                <a:solidFill>
                  <a:srgbClr val="8D95A0"/>
                </a:solidFill>
                <a:latin typeface="나눔고딕" pitchFamily="2" charset="-127"/>
                <a:ea typeface="나눔고딕" pitchFamily="2" charset="-127"/>
              </a:rPr>
              <a:t>21</a:t>
            </a:r>
            <a:r>
              <a:rPr lang="ko-KR" altLang="en-US" sz="600">
                <a:solidFill>
                  <a:srgbClr val="8D95A0"/>
                </a:solidFill>
                <a:latin typeface="나눔고딕" pitchFamily="2" charset="-127"/>
                <a:ea typeface="나눔고딕" pitchFamily="2" charset="-127"/>
              </a:rPr>
              <a:t>박소은</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a:t>
            </a:r>
            <a:r>
              <a:rPr lang="en-US" altLang="ko-KR" sz="60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44681892"/>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dirty="0">
                          <a:ln>
                            <a:noFill/>
                          </a:ln>
                          <a:solidFill>
                            <a:schemeClr val="tx1"/>
                          </a:solidFill>
                          <a:effectLst/>
                          <a:latin typeface="맑은 고딕" pitchFamily="50" charset="-127"/>
                          <a:ea typeface="+mn-ea"/>
                        </a:rPr>
                        <a:t>Screen</a:t>
                      </a:r>
                      <a:r>
                        <a:rPr kumimoji="1" lang="ko-KR" altLang="en-US" sz="700" b="1" i="0" u="none" strike="noStrike" cap="none" normalizeH="0" baseline="0" dirty="0">
                          <a:ln>
                            <a:noFill/>
                          </a:ln>
                          <a:solidFill>
                            <a:schemeClr val="tx1"/>
                          </a:solidFill>
                          <a:effectLst/>
                          <a:latin typeface="맑은 고딕" pitchFamily="50" charset="-127"/>
                          <a:ea typeface="+mn-ea"/>
                        </a:rPr>
                        <a:t> </a:t>
                      </a:r>
                      <a:r>
                        <a:rPr kumimoji="1" lang="en-US" altLang="ko-KR" sz="700" b="1" i="0" u="none" strike="noStrike" cap="none" normalizeH="0" baseline="0" dirty="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700" b="0" i="0" u="none" strike="noStrike" kern="1200" cap="none" normalizeH="0" baseline="0">
                          <a:ln>
                            <a:noFill/>
                          </a:ln>
                          <a:solidFill>
                            <a:srgbClr val="1C1C1C"/>
                          </a:solidFill>
                          <a:effectLst/>
                          <a:latin typeface="+mj-ea"/>
                          <a:ea typeface="+mn-ea"/>
                          <a:cs typeface="+mn-cs"/>
                        </a:rPr>
                        <a:t>든든하이</a:t>
                      </a:r>
                      <a:endParaRPr kumimoji="1" lang="en-US" altLang="ko-KR" sz="7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2025-04-02</a:t>
            </a:fld>
            <a:endParaRPr lang="ko-KR" altLang="en-US" dirty="0"/>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dirty="0"/>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396736159"/>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128560713"/>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700" b="0" i="0" u="none" strike="noStrike" kern="1200" cap="none" normalizeH="0" baseline="0">
                          <a:ln>
                            <a:noFill/>
                          </a:ln>
                          <a:solidFill>
                            <a:srgbClr val="1C1C1C"/>
                          </a:solidFill>
                          <a:effectLst/>
                          <a:latin typeface="+mj-ea"/>
                          <a:ea typeface="+mn-ea"/>
                          <a:cs typeface="+mn-cs"/>
                        </a:rPr>
                        <a:t>든든하이</a:t>
                      </a:r>
                      <a:r>
                        <a:rPr kumimoji="1" lang="ko-KR" altLang="en-US" sz="700" b="0" i="0" u="none" strike="noStrike" kern="0" cap="none" spc="-100" normalizeH="0" baseline="0">
                          <a:ln>
                            <a:noFill/>
                          </a:ln>
                          <a:solidFill>
                            <a:schemeClr val="tx1"/>
                          </a:solidFill>
                          <a:effectLst/>
                          <a:latin typeface="+mj-ea"/>
                          <a:ea typeface="+mn-ea"/>
                          <a:cs typeface="+mn-cs"/>
                        </a:rPr>
                        <a:t> </a:t>
                      </a:r>
                      <a:endParaRPr kumimoji="1" lang="en-US" altLang="ko-KR" sz="7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2025-04-02</a:t>
            </a:fld>
            <a:endParaRPr lang="ko-KR" altLang="en-US" dirty="0"/>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dirty="0"/>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411449789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5" r:id="rId13"/>
    <p:sldLayoutId id="2147483676" r:id="rId14"/>
    <p:sldLayoutId id="2147483678" r:id="rId15"/>
    <p:sldLayoutId id="2147483674" r:id="rId16"/>
    <p:sldLayoutId id="2147483681" r:id="rId17"/>
    <p:sldLayoutId id="2147483684" r:id="rId18"/>
    <p:sldLayoutId id="2147483682" r:id="rId19"/>
    <p:sldLayoutId id="2147483683" r:id="rId20"/>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err="1"/>
              <a:t>첫페이지</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2490342294"/>
              </p:ext>
            </p:extLst>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앱설치시</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첫번째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최초 앱 입장시만 출력</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로그인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기존 가입자용</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회원가입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가입자용</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75342" y="33542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875342" y="40251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pic>
        <p:nvPicPr>
          <p:cNvPr id="26" name="그림 25" descr="텍스트, 스크린샷, 폰트, 화이트이(가) 표시된 사진&#10;&#10;자동 생성된 설명">
            <a:extLst>
              <a:ext uri="{FF2B5EF4-FFF2-40B4-BE49-F238E27FC236}">
                <a16:creationId xmlns:a16="http://schemas.microsoft.com/office/drawing/2014/main" id="{A10AD2FE-285C-47DF-878D-C7ED62DBBA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42825"/>
            <a:ext cx="1940940" cy="4320000"/>
          </a:xfrm>
          <a:prstGeom prst="rect">
            <a:avLst/>
          </a:prstGeom>
        </p:spPr>
      </p:pic>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7" name="왼쪽 중괄호 16">
            <a:extLst>
              <a:ext uri="{FF2B5EF4-FFF2-40B4-BE49-F238E27FC236}">
                <a16:creationId xmlns:a16="http://schemas.microsoft.com/office/drawing/2014/main" id="{9218BAAC-12DD-7D89-5438-2C5ED2412169}"/>
              </a:ext>
            </a:extLst>
          </p:cNvPr>
          <p:cNvSpPr/>
          <p:nvPr/>
        </p:nvSpPr>
        <p:spPr>
          <a:xfrm>
            <a:off x="4065331" y="3884890"/>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4065331" y="3230747"/>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814461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로그인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1596349895"/>
              </p:ext>
            </p:extLst>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로그인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기존 가입자용</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 기입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회원가입시 가입한 이름</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 기입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회원가입시 인증했던 전화번호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11334" y="31638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811335" y="39662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pic>
        <p:nvPicPr>
          <p:cNvPr id="15" name="그림 14" descr="텍스트, 스크린샷, 폰트, 화이트이(가) 표시된 사진&#10;&#10;자동 생성된 설명">
            <a:extLst>
              <a:ext uri="{FF2B5EF4-FFF2-40B4-BE49-F238E27FC236}">
                <a16:creationId xmlns:a16="http://schemas.microsoft.com/office/drawing/2014/main" id="{C527BC1D-B683-4B80-9AC3-BD2E3AE60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67634"/>
            <a:ext cx="1940940" cy="4320000"/>
          </a:xfrm>
          <a:prstGeom prst="rect">
            <a:avLst/>
          </a:prstGeom>
        </p:spPr>
      </p:pic>
      <p:sp>
        <p:nvSpPr>
          <p:cNvPr id="19" name="왼쪽 중괄호 18">
            <a:extLst>
              <a:ext uri="{FF2B5EF4-FFF2-40B4-BE49-F238E27FC236}">
                <a16:creationId xmlns:a16="http://schemas.microsoft.com/office/drawing/2014/main" id="{22F3A7DD-6BED-43FE-A277-BA7E4B19636D}"/>
              </a:ext>
            </a:extLst>
          </p:cNvPr>
          <p:cNvSpPr/>
          <p:nvPr/>
        </p:nvSpPr>
        <p:spPr>
          <a:xfrm>
            <a:off x="4065730" y="3070953"/>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B88E145B-EF04-4FFE-9727-2B49EF6BB9DF}"/>
              </a:ext>
            </a:extLst>
          </p:cNvPr>
          <p:cNvSpPr/>
          <p:nvPr/>
        </p:nvSpPr>
        <p:spPr>
          <a:xfrm>
            <a:off x="4065729" y="3873387"/>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611469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회원가입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사용자 역할 구분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1655899745"/>
              </p:ext>
            </p:extLst>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사용자 구분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선택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시니어 회원가입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기본값으로 설정</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회원가입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924942" y="30775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pic>
        <p:nvPicPr>
          <p:cNvPr id="17" name="그림 16" descr="텍스트, 스크린샷, 폰트, 화이트이(가) 표시된 사진&#10;&#10;자동 생성된 설명">
            <a:extLst>
              <a:ext uri="{FF2B5EF4-FFF2-40B4-BE49-F238E27FC236}">
                <a16:creationId xmlns:a16="http://schemas.microsoft.com/office/drawing/2014/main" id="{1AF7E8E4-8B95-48B6-8714-534EF35B7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89314"/>
            <a:ext cx="1940940" cy="4320000"/>
          </a:xfrm>
          <a:prstGeom prst="rect">
            <a:avLst/>
          </a:prstGeom>
        </p:spPr>
      </p:pic>
      <p:sp>
        <p:nvSpPr>
          <p:cNvPr id="19" name="왼쪽 중괄호 18">
            <a:extLst>
              <a:ext uri="{FF2B5EF4-FFF2-40B4-BE49-F238E27FC236}">
                <a16:creationId xmlns:a16="http://schemas.microsoft.com/office/drawing/2014/main" id="{22F3A7DD-6BED-43FE-A277-BA7E4B19636D}"/>
              </a:ext>
            </a:extLst>
          </p:cNvPr>
          <p:cNvSpPr/>
          <p:nvPr/>
        </p:nvSpPr>
        <p:spPr>
          <a:xfrm>
            <a:off x="4179338" y="2984613"/>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3826524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림 14" descr="텍스트, 스크린샷, 폰트, 화이트이(가) 표시된 사진&#10;&#10;자동 생성된 설명">
            <a:extLst>
              <a:ext uri="{FF2B5EF4-FFF2-40B4-BE49-F238E27FC236}">
                <a16:creationId xmlns:a16="http://schemas.microsoft.com/office/drawing/2014/main" id="{A7F80D07-8663-4278-88E2-A21973564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606550"/>
            <a:ext cx="1940939" cy="4320000"/>
          </a:xfrm>
          <a:prstGeom prst="rect">
            <a:avLst/>
          </a:prstGeom>
        </p:spPr>
      </p:pic>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이름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3373701949"/>
              </p:ext>
            </p:extLst>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이름기입</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이름을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다음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작성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78810" y="31856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4046534" y="3092749"/>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Tree>
    <p:extLst>
      <p:ext uri="{BB962C8B-B14F-4D97-AF65-F5344CB8AC3E}">
        <p14:creationId xmlns:p14="http://schemas.microsoft.com/office/powerpoint/2010/main" val="750592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화이트이(가) 표시된 사진&#10;&#10;자동 생성된 설명">
            <a:extLst>
              <a:ext uri="{FF2B5EF4-FFF2-40B4-BE49-F238E27FC236}">
                <a16:creationId xmlns:a16="http://schemas.microsoft.com/office/drawing/2014/main" id="{1CBB58C3-A607-4140-B460-527969F50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31950"/>
            <a:ext cx="1940938" cy="4320000"/>
          </a:xfrm>
          <a:prstGeom prst="rect">
            <a:avLst/>
          </a:prstGeom>
        </p:spPr>
      </p:pic>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전화번호작성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1450282020"/>
              </p:ext>
            </p:extLst>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전화번호작성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전화번호를 인증한다</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 인증하기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인증 페이지로 넘어간다</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78810" y="31856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4046534" y="3092749"/>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Tree>
    <p:extLst>
      <p:ext uri="{BB962C8B-B14F-4D97-AF65-F5344CB8AC3E}">
        <p14:creationId xmlns:p14="http://schemas.microsoft.com/office/powerpoint/2010/main" val="2166665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디자인이(가) 표시된 사진&#10;&#10;자동 생성된 설명">
            <a:extLst>
              <a:ext uri="{FF2B5EF4-FFF2-40B4-BE49-F238E27FC236}">
                <a16:creationId xmlns:a16="http://schemas.microsoft.com/office/drawing/2014/main" id="{A79BE04C-D2B8-4360-911D-C07F629E4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24693"/>
            <a:ext cx="1940938" cy="4320000"/>
          </a:xfrm>
          <a:prstGeom prst="rect">
            <a:avLst/>
          </a:prstGeom>
        </p:spPr>
      </p:pic>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전화번호인증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4038339107"/>
              </p:ext>
            </p:extLst>
          </p:nvPr>
        </p:nvGraphicFramePr>
        <p:xfrm>
          <a:off x="10035210" y="755896"/>
          <a:ext cx="1999466" cy="4153873"/>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전화번호인증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통신사 선택</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번호에 맞는 통신사를 선택한다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전체동의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약관에 동의</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인증하기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pass/</a:t>
                      </a:r>
                      <a:r>
                        <a:rPr lang="ko-KR" altLang="en-US" sz="700" b="0" spc="0" baseline="0" dirty="0">
                          <a:solidFill>
                            <a:schemeClr val="tx1"/>
                          </a:solidFill>
                          <a:latin typeface="나눔고딕" panose="020D0604000000000000" pitchFamily="50" charset="-127"/>
                          <a:ea typeface="나눔고딕" panose="020D0604000000000000" pitchFamily="50" charset="-127"/>
                        </a:rPr>
                        <a:t>문자 인증 선택한다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6166693"/>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36287" y="3568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560354" y="43577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990040" y="3069208"/>
            <a:ext cx="783346" cy="121469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776627" y="429106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6165850" y="469315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855826" y="47860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371989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타원 15">
            <a:extLst>
              <a:ext uri="{FF2B5EF4-FFF2-40B4-BE49-F238E27FC236}">
                <a16:creationId xmlns:a16="http://schemas.microsoft.com/office/drawing/2014/main" id="{1BD7F0F3-6AB9-2E97-A1D9-E1740BAB0E77}"/>
              </a:ext>
            </a:extLst>
          </p:cNvPr>
          <p:cNvSpPr/>
          <p:nvPr/>
        </p:nvSpPr>
        <p:spPr>
          <a:xfrm>
            <a:off x="3529464" y="33340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23" name="그림 22" descr="텍스트, 스크린샷, 폰트, 화이트이(가) 표시된 사진&#10;&#10;자동 생성된 설명">
            <a:extLst>
              <a:ext uri="{FF2B5EF4-FFF2-40B4-BE49-F238E27FC236}">
                <a16:creationId xmlns:a16="http://schemas.microsoft.com/office/drawing/2014/main" id="{F0457515-030D-411A-B89C-6D815544E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8071" y="1583872"/>
            <a:ext cx="1940938" cy="4320000"/>
          </a:xfrm>
          <a:prstGeom prst="rect">
            <a:avLst/>
          </a:prstGeom>
        </p:spPr>
      </p:pic>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시니어</a:t>
            </a:r>
            <a:r>
              <a:rPr lang="en-US" altLang="ko-KR" dirty="0"/>
              <a:t>_</a:t>
            </a:r>
            <a:r>
              <a:rPr lang="ko-KR" altLang="en-US" dirty="0"/>
              <a:t>회원가입</a:t>
            </a:r>
            <a:r>
              <a:rPr lang="en-US" altLang="ko-KR" dirty="0"/>
              <a:t>_</a:t>
            </a:r>
            <a:r>
              <a:rPr lang="ko-KR" altLang="en-US" dirty="0"/>
              <a:t>완료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시니어</a:t>
            </a:r>
            <a:r>
              <a:rPr lang="en-US" altLang="ko-KR" sz="1000" dirty="0">
                <a:solidFill>
                  <a:schemeClr val="bg1"/>
                </a:solidFill>
              </a:rPr>
              <a:t>_</a:t>
            </a: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완료</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3525542130"/>
              </p:ext>
            </p:extLst>
          </p:nvPr>
        </p:nvGraphicFramePr>
        <p:xfrm>
          <a:off x="10035210" y="755896"/>
          <a:ext cx="1999466" cy="3195617"/>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시니어</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완료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가입환영문구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가입한 사용자의 이름이 들어간다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- 3</a:t>
                      </a:r>
                      <a:r>
                        <a:rPr lang="ko-KR" altLang="en-US" sz="700" b="0" spc="0" baseline="0" dirty="0">
                          <a:solidFill>
                            <a:schemeClr val="tx1"/>
                          </a:solidFill>
                          <a:latin typeface="나눔고딕" panose="020D0604000000000000" pitchFamily="50" charset="-127"/>
                          <a:ea typeface="나눔고딕" panose="020D0604000000000000" pitchFamily="50" charset="-127"/>
                        </a:rPr>
                        <a:t>초 뒤에 메인 페이지로 이동하는 것을 알려주는 문구이다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76627" y="3241118"/>
            <a:ext cx="783346" cy="40209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6165850" y="469315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855826" y="47860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292349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디자인이(가) 표시된 사진&#10;&#10;자동 생성된 설명">
            <a:extLst>
              <a:ext uri="{FF2B5EF4-FFF2-40B4-BE49-F238E27FC236}">
                <a16:creationId xmlns:a16="http://schemas.microsoft.com/office/drawing/2014/main" id="{A69CCCEB-97C6-401D-8BC1-FEFBE94D70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50244"/>
            <a:ext cx="1940938" cy="4320000"/>
          </a:xfrm>
          <a:prstGeom prst="rect">
            <a:avLst/>
          </a:prstGeom>
        </p:spPr>
      </p:pic>
      <p:sp>
        <p:nvSpPr>
          <p:cNvPr id="16" name="타원 15">
            <a:extLst>
              <a:ext uri="{FF2B5EF4-FFF2-40B4-BE49-F238E27FC236}">
                <a16:creationId xmlns:a16="http://schemas.microsoft.com/office/drawing/2014/main" id="{1BD7F0F3-6AB9-2E97-A1D9-E1740BAB0E77}"/>
              </a:ext>
            </a:extLst>
          </p:cNvPr>
          <p:cNvSpPr/>
          <p:nvPr/>
        </p:nvSpPr>
        <p:spPr>
          <a:xfrm>
            <a:off x="3529464" y="33340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시니어 </a:t>
            </a:r>
            <a:r>
              <a:rPr lang="ko-KR" altLang="en-US" dirty="0" err="1"/>
              <a:t>정보입력페이지</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시니어 정보입력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4272821300"/>
              </p:ext>
            </p:extLst>
          </p:nvPr>
        </p:nvGraphicFramePr>
        <p:xfrm>
          <a:off x="10035210" y="755896"/>
          <a:ext cx="1999466" cy="5112129"/>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보호자</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시니어 정보입력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 작성</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 이름을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시니어의 전화번호를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가족관계증명서 파일 올리기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휴대폰 파일에 접근할 수 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8396940"/>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확인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보호자의 회원가입이 완료된다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2471278"/>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76627" y="3241118"/>
            <a:ext cx="783346" cy="40209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5901754" y="520477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659940" y="529768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AD178B01-DB42-47DB-864A-FC8A50EFF04E}"/>
              </a:ext>
            </a:extLst>
          </p:cNvPr>
          <p:cNvSpPr/>
          <p:nvPr/>
        </p:nvSpPr>
        <p:spPr>
          <a:xfrm>
            <a:off x="3885370" y="4636879"/>
            <a:ext cx="674603" cy="29230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B8397FAD-351C-4F0E-AD4C-D7C59F0C462B}"/>
              </a:ext>
            </a:extLst>
          </p:cNvPr>
          <p:cNvSpPr/>
          <p:nvPr/>
        </p:nvSpPr>
        <p:spPr>
          <a:xfrm>
            <a:off x="3668490" y="46631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630355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폰트, 스크린샷, 화이트이(가) 표시된 사진&#10;&#10;자동 생성된 설명">
            <a:extLst>
              <a:ext uri="{FF2B5EF4-FFF2-40B4-BE49-F238E27FC236}">
                <a16:creationId xmlns:a16="http://schemas.microsoft.com/office/drawing/2014/main" id="{BB50816A-540D-4515-8C3A-9E2DAB169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19227"/>
            <a:ext cx="1940938" cy="4320000"/>
          </a:xfrm>
          <a:prstGeom prst="rect">
            <a:avLst/>
          </a:prstGeom>
          <a:ln>
            <a:solidFill>
              <a:schemeClr val="tx1"/>
            </a:solidFill>
          </a:ln>
        </p:spPr>
      </p:pic>
      <p:sp>
        <p:nvSpPr>
          <p:cNvPr id="16" name="타원 15">
            <a:extLst>
              <a:ext uri="{FF2B5EF4-FFF2-40B4-BE49-F238E27FC236}">
                <a16:creationId xmlns:a16="http://schemas.microsoft.com/office/drawing/2014/main" id="{1BD7F0F3-6AB9-2E97-A1D9-E1740BAB0E77}"/>
              </a:ext>
            </a:extLst>
          </p:cNvPr>
          <p:cNvSpPr/>
          <p:nvPr/>
        </p:nvSpPr>
        <p:spPr>
          <a:xfrm>
            <a:off x="3488189" y="311814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완료 페이지</a:t>
            </a:r>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a:xfrm>
            <a:off x="9519272" y="302333"/>
            <a:ext cx="1031875" cy="161925"/>
          </a:xfrm>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보호자</a:t>
            </a:r>
            <a:r>
              <a:rPr lang="en-US" altLang="ko-KR" sz="1000" dirty="0">
                <a:solidFill>
                  <a:schemeClr val="bg1"/>
                </a:solidFill>
              </a:rPr>
              <a:t> </a:t>
            </a: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4211794925"/>
              </p:ext>
            </p:extLst>
          </p:nvPr>
        </p:nvGraphicFramePr>
        <p:xfrm>
          <a:off x="10035210" y="755896"/>
          <a:ext cx="1999466" cy="3195617"/>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보호자</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완료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가입환영문구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가입한 사용자의 이름이 들어간다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- 3</a:t>
                      </a:r>
                      <a:r>
                        <a:rPr lang="ko-KR" altLang="en-US" sz="700" b="0" spc="0" baseline="0" dirty="0">
                          <a:solidFill>
                            <a:schemeClr val="tx1"/>
                          </a:solidFill>
                          <a:latin typeface="나눔고딕" panose="020D0604000000000000" pitchFamily="50" charset="-127"/>
                          <a:ea typeface="나눔고딕" panose="020D0604000000000000" pitchFamily="50" charset="-127"/>
                        </a:rPr>
                        <a:t>초 뒤에 메인 페이지로 이동하는 것을 알려주는 문구이다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45130" y="3101681"/>
            <a:ext cx="783346" cy="31399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 name="텍스트 개체 틀 3">
            <a:extLst>
              <a:ext uri="{FF2B5EF4-FFF2-40B4-BE49-F238E27FC236}">
                <a16:creationId xmlns:a16="http://schemas.microsoft.com/office/drawing/2014/main" id="{F06FEB56-F19C-4CE2-8BB1-7A620D1B66C5}"/>
              </a:ext>
            </a:extLst>
          </p:cNvPr>
          <p:cNvSpPr>
            <a:spLocks noGrp="1"/>
          </p:cNvSpPr>
          <p:nvPr>
            <p:ph type="body" sz="quarter" idx="15"/>
          </p:nvPr>
        </p:nvSpPr>
        <p:spPr/>
        <p:txBody>
          <a:bodyPr/>
          <a:lstStyle/>
          <a:p>
            <a:endParaRPr lang="ko-KR" altLang="en-US"/>
          </a:p>
        </p:txBody>
      </p:sp>
    </p:spTree>
    <p:extLst>
      <p:ext uri="{BB962C8B-B14F-4D97-AF65-F5344CB8AC3E}">
        <p14:creationId xmlns:p14="http://schemas.microsoft.com/office/powerpoint/2010/main" val="2959545452"/>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21066</TotalTime>
  <Words>404</Words>
  <Application>Microsoft Office PowerPoint</Application>
  <PresentationFormat>와이드스크린</PresentationFormat>
  <Paragraphs>164</Paragraphs>
  <Slides>9</Slides>
  <Notes>0</Notes>
  <HiddenSlides>0</HiddenSlides>
  <MMClips>0</MMClips>
  <ScaleCrop>false</ScaleCrop>
  <HeadingPairs>
    <vt:vector size="6" baseType="variant">
      <vt:variant>
        <vt:lpstr>사용한 글꼴</vt:lpstr>
      </vt:variant>
      <vt:variant>
        <vt:i4>6</vt:i4>
      </vt:variant>
      <vt:variant>
        <vt:lpstr>테마</vt:lpstr>
      </vt:variant>
      <vt:variant>
        <vt:i4>2</vt:i4>
      </vt:variant>
      <vt:variant>
        <vt:lpstr>슬라이드 제목</vt:lpstr>
      </vt:variant>
      <vt:variant>
        <vt:i4>9</vt:i4>
      </vt:variant>
    </vt:vector>
  </HeadingPairs>
  <TitlesOfParts>
    <vt:vector size="17" baseType="lpstr">
      <vt:lpstr>나눔고딕</vt:lpstr>
      <vt:lpstr>나눔명조</vt:lpstr>
      <vt:lpstr>맑은 고딕</vt:lpstr>
      <vt:lpstr>Arial</vt:lpstr>
      <vt:lpstr>굴림</vt:lpstr>
      <vt:lpstr>Arial Black</vt:lpstr>
      <vt:lpstr>Office 테마</vt:lpstr>
      <vt:lpstr>디자인 사용자 지정</vt:lpstr>
      <vt:lpstr> </vt:lpstr>
      <vt:lpstr> </vt:lpstr>
      <vt:lpstr> </vt:lpstr>
      <vt:lpstr> </vt:lpstr>
      <vt:lpstr> </vt:lpstr>
      <vt:lpstr> </vt:lpstr>
      <vt:lpstr>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희영 이</cp:lastModifiedBy>
  <cp:revision>1282</cp:revision>
  <dcterms:created xsi:type="dcterms:W3CDTF">2022-08-18T05:53:56Z</dcterms:created>
  <dcterms:modified xsi:type="dcterms:W3CDTF">2025-04-02T12:26:08Z</dcterms:modified>
</cp:coreProperties>
</file>