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2"/>
  </p:notesMasterIdLst>
  <p:handoutMasterIdLst>
    <p:handoutMasterId r:id="rId53"/>
  </p:handoutMasterIdLst>
  <p:sldIdLst>
    <p:sldId id="902" r:id="rId3"/>
    <p:sldId id="265" r:id="rId4"/>
    <p:sldId id="613" r:id="rId5"/>
    <p:sldId id="855" r:id="rId6"/>
    <p:sldId id="856" r:id="rId7"/>
    <p:sldId id="857" r:id="rId8"/>
    <p:sldId id="858" r:id="rId9"/>
    <p:sldId id="859" r:id="rId10"/>
    <p:sldId id="860" r:id="rId11"/>
    <p:sldId id="861" r:id="rId12"/>
    <p:sldId id="862" r:id="rId13"/>
    <p:sldId id="864" r:id="rId14"/>
    <p:sldId id="993" r:id="rId15"/>
    <p:sldId id="846" r:id="rId16"/>
    <p:sldId id="847" r:id="rId17"/>
    <p:sldId id="848" r:id="rId18"/>
    <p:sldId id="849" r:id="rId19"/>
    <p:sldId id="850" r:id="rId20"/>
    <p:sldId id="301" r:id="rId21"/>
    <p:sldId id="986" r:id="rId22"/>
    <p:sldId id="987" r:id="rId23"/>
    <p:sldId id="988" r:id="rId24"/>
    <p:sldId id="989" r:id="rId25"/>
    <p:sldId id="990" r:id="rId26"/>
    <p:sldId id="851" r:id="rId27"/>
    <p:sldId id="994" r:id="rId28"/>
    <p:sldId id="852" r:id="rId29"/>
    <p:sldId id="854" r:id="rId30"/>
    <p:sldId id="991" r:id="rId31"/>
    <p:sldId id="992" r:id="rId32"/>
    <p:sldId id="995" r:id="rId33"/>
    <p:sldId id="821" r:id="rId34"/>
    <p:sldId id="996" r:id="rId35"/>
    <p:sldId id="951" r:id="rId36"/>
    <p:sldId id="970" r:id="rId37"/>
    <p:sldId id="974" r:id="rId38"/>
    <p:sldId id="973" r:id="rId39"/>
    <p:sldId id="971" r:id="rId40"/>
    <p:sldId id="975" r:id="rId41"/>
    <p:sldId id="976" r:id="rId42"/>
    <p:sldId id="977" r:id="rId43"/>
    <p:sldId id="978" r:id="rId44"/>
    <p:sldId id="979" r:id="rId45"/>
    <p:sldId id="980" r:id="rId46"/>
    <p:sldId id="981" r:id="rId47"/>
    <p:sldId id="982" r:id="rId48"/>
    <p:sldId id="983" r:id="rId49"/>
    <p:sldId id="984" r:id="rId50"/>
    <p:sldId id="985" r:id="rId51"/>
  </p:sldIdLst>
  <p:sldSz cx="12192000" cy="6858000"/>
  <p:notesSz cx="6858000" cy="9144000"/>
  <p:embeddedFontLst>
    <p:embeddedFont>
      <p:font typeface="나눔명조" panose="020B0600000101010101" charset="-127"/>
      <p:regular r:id="rId54"/>
      <p:bold r:id="rId55"/>
    </p:embeddedFont>
    <p:embeddedFont>
      <p:font typeface="Arial Black" panose="020B0A04020102020204" pitchFamily="34" charset="0"/>
      <p:bold r:id="rId56"/>
    </p:embeddedFont>
    <p:embeddedFont>
      <p:font typeface="HY헤드라인M" panose="02030600000101010101" pitchFamily="18" charset="-127"/>
      <p:regular r:id="rId57"/>
    </p:embeddedFont>
    <p:embeddedFont>
      <p:font typeface="나눔고딕" panose="020D0604000000000000" pitchFamily="50" charset="-127"/>
      <p:regular r:id="rId58"/>
      <p:bold r:id="rId59"/>
    </p:embeddedFont>
    <p:embeddedFont>
      <p:font typeface="맑은 고딕" panose="020B0503020000020004" pitchFamily="50" charset="-127"/>
      <p:regular r:id="rId60"/>
      <p:bold r:id="rId61"/>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회원가입, 로그인" id="{83CC3379-4424-4732-B7A0-D6E2D4FCB320}">
          <p14:sldIdLst>
            <p14:sldId id="613"/>
            <p14:sldId id="855"/>
            <p14:sldId id="856"/>
            <p14:sldId id="857"/>
            <p14:sldId id="858"/>
            <p14:sldId id="859"/>
            <p14:sldId id="860"/>
            <p14:sldId id="861"/>
            <p14:sldId id="862"/>
            <p14:sldId id="864"/>
          </p14:sldIdLst>
        </p14:section>
        <p14:section name="메인" id="{6A86A97E-BD23-4942-9D09-15BF2134FEA9}">
          <p14:sldIdLst>
            <p14:sldId id="993"/>
            <p14:sldId id="846"/>
            <p14:sldId id="847"/>
            <p14:sldId id="848"/>
            <p14:sldId id="849"/>
            <p14:sldId id="850"/>
            <p14:sldId id="301"/>
            <p14:sldId id="986"/>
            <p14:sldId id="987"/>
            <p14:sldId id="988"/>
            <p14:sldId id="989"/>
            <p14:sldId id="990"/>
            <p14:sldId id="851"/>
          </p14:sldIdLst>
        </p14:section>
        <p14:section name="마이페이지" id="{D6EFD372-0FC8-4135-B228-E6C81CE422D5}">
          <p14:sldIdLst>
            <p14:sldId id="994"/>
            <p14:sldId id="852"/>
            <p14:sldId id="854"/>
            <p14:sldId id="991"/>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4" autoAdjust="0"/>
    <p:restoredTop sz="97473" autoAdjust="0"/>
  </p:normalViewPr>
  <p:slideViewPr>
    <p:cSldViewPr snapToGrid="0">
      <p:cViewPr varScale="1">
        <p:scale>
          <a:sx n="84" d="100"/>
          <a:sy n="84" d="100"/>
        </p:scale>
        <p:origin x="231" y="39"/>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2.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3.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2025-04-03</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32</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8" r:id="rId25"/>
    <p:sldLayoutId id="2147483689" r:id="rId2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4.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4.xml"/><Relationship Id="rId4" Type="http://schemas.openxmlformats.org/officeDocument/2006/relationships/image" Target="../media/image29.svg"/></Relationships>
</file>

<file path=ppt/slides/_rels/slide2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0.1</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2025.04.01</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v0.1</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err="1"/>
              <a:t>첫페이지</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834742424"/>
              </p:ext>
            </p:extLst>
          </p:nvPr>
        </p:nvGraphicFramePr>
        <p:xfrm>
          <a:off x="8275036" y="755897"/>
          <a:ext cx="3759640" cy="1948232"/>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앱설치시</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첫번째 화면</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_10pt</a:t>
                      </a: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최초 앱 입장시만 출력</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기존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75342" y="33542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875342" y="40251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26" name="그림 25" descr="텍스트, 스크린샷, 폰트, 화이트이(가) 표시된 사진&#10;&#10;자동 생성된 설명">
            <a:extLst>
              <a:ext uri="{FF2B5EF4-FFF2-40B4-BE49-F238E27FC236}">
                <a16:creationId xmlns:a16="http://schemas.microsoft.com/office/drawing/2014/main" id="{A10AD2FE-285C-47DF-878D-C7ED62DBB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42825"/>
            <a:ext cx="1940940" cy="4320000"/>
          </a:xfrm>
          <a:prstGeom prst="rect">
            <a:avLst/>
          </a:prstGeom>
        </p:spPr>
      </p:pic>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왼쪽 중괄호 16">
            <a:extLst>
              <a:ext uri="{FF2B5EF4-FFF2-40B4-BE49-F238E27FC236}">
                <a16:creationId xmlns:a16="http://schemas.microsoft.com/office/drawing/2014/main" id="{9218BAAC-12DD-7D89-5438-2C5ED2412169}"/>
              </a:ext>
            </a:extLst>
          </p:cNvPr>
          <p:cNvSpPr/>
          <p:nvPr/>
        </p:nvSpPr>
        <p:spPr>
          <a:xfrm>
            <a:off x="4065331" y="3884890"/>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65331" y="3230747"/>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144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가입한 이름</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인증했던 전화번호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11334" y="31638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811335" y="39662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5" name="그림 14" descr="텍스트, 스크린샷, 폰트, 화이트이(가) 표시된 사진&#10;&#10;자동 생성된 설명">
            <a:extLst>
              <a:ext uri="{FF2B5EF4-FFF2-40B4-BE49-F238E27FC236}">
                <a16:creationId xmlns:a16="http://schemas.microsoft.com/office/drawing/2014/main" id="{C527BC1D-B683-4B80-9AC3-BD2E3AE60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6763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065730" y="307095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B88E145B-EF04-4FFE-9727-2B49EF6BB9DF}"/>
              </a:ext>
            </a:extLst>
          </p:cNvPr>
          <p:cNvSpPr/>
          <p:nvPr/>
        </p:nvSpPr>
        <p:spPr>
          <a:xfrm>
            <a:off x="4065729" y="3873387"/>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61146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사용자 역할 구분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사용자 구분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선택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시니어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기본값으로 설정</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924942" y="30775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7" name="그림 16" descr="텍스트, 스크린샷, 폰트, 화이트이(가) 표시된 사진&#10;&#10;자동 생성된 설명">
            <a:extLst>
              <a:ext uri="{FF2B5EF4-FFF2-40B4-BE49-F238E27FC236}">
                <a16:creationId xmlns:a16="http://schemas.microsoft.com/office/drawing/2014/main" id="{1AF7E8E4-8B95-48B6-8714-534EF35B7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8931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179338" y="298461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82652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descr="텍스트, 스크린샷, 폰트, 화이트이(가) 표시된 사진&#10;&#10;자동 생성된 설명">
            <a:extLst>
              <a:ext uri="{FF2B5EF4-FFF2-40B4-BE49-F238E27FC236}">
                <a16:creationId xmlns:a16="http://schemas.microsoft.com/office/drawing/2014/main" id="{A7F80D07-8663-4278-88E2-A21973564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606550"/>
            <a:ext cx="1940939"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이름 페이지</a:t>
            </a:r>
          </a:p>
        </p:txBody>
      </p:sp>
      <p:sp>
        <p:nvSpPr>
          <p:cNvPr id="3" name="텍스트 개체 틀 2">
            <a:extLst>
              <a:ext uri="{FF2B5EF4-FFF2-40B4-BE49-F238E27FC236}">
                <a16:creationId xmlns:a16="http://schemas.microsoft.com/office/drawing/2014/main" id="{75AC3332-E015-DBE9-B504-6239712DD4CC}"/>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이름기입</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다음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작성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75059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화이트이(가) 표시된 사진&#10;&#10;자동 생성된 설명">
            <a:extLst>
              <a:ext uri="{FF2B5EF4-FFF2-40B4-BE49-F238E27FC236}">
                <a16:creationId xmlns:a16="http://schemas.microsoft.com/office/drawing/2014/main" id="{1CBB58C3-A607-4140-B460-527969F50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31950"/>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전화번호작성 페이지</a:t>
            </a:r>
          </a:p>
        </p:txBody>
      </p:sp>
      <p:sp>
        <p:nvSpPr>
          <p:cNvPr id="3" name="텍스트 개체 틀 2">
            <a:extLst>
              <a:ext uri="{FF2B5EF4-FFF2-40B4-BE49-F238E27FC236}">
                <a16:creationId xmlns:a16="http://schemas.microsoft.com/office/drawing/2014/main" id="{1B68B7AF-481A-96CB-F79E-9691DF21CDD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전화번호작성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전화번호를 인증한다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인증하기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인증 페이지로 넘어간다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16666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79BE04C-D2B8-4360-911D-C07F629E4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24693"/>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전화번호인증 페이지</a:t>
            </a:r>
          </a:p>
        </p:txBody>
      </p:sp>
      <p:sp>
        <p:nvSpPr>
          <p:cNvPr id="3" name="텍스트 개체 틀 2">
            <a:extLst>
              <a:ext uri="{FF2B5EF4-FFF2-40B4-BE49-F238E27FC236}">
                <a16:creationId xmlns:a16="http://schemas.microsoft.com/office/drawing/2014/main" id="{182BCA5B-48FA-E027-D851-0E9B2888BA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4153873"/>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전화번호인증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통신사 선택</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번호에 맞는 통신사를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약관에 동의</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인증하기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pass/</a:t>
                      </a:r>
                      <a:r>
                        <a:rPr lang="ko-KR" altLang="en-US" sz="700" b="0" spc="0" baseline="0" dirty="0">
                          <a:solidFill>
                            <a:schemeClr val="tx1"/>
                          </a:solidFill>
                          <a:latin typeface="나눔고딕" panose="020D0604000000000000" pitchFamily="50" charset="-127"/>
                          <a:ea typeface="나눔고딕" panose="020D0604000000000000" pitchFamily="50" charset="-127"/>
                        </a:rPr>
                        <a:t>문자 인증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6166693"/>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36287" y="3568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560354" y="43577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990040" y="3069208"/>
            <a:ext cx="783346" cy="121469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776627" y="429106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7198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3" name="그림 22" descr="텍스트, 스크린샷, 폰트, 화이트이(가) 표시된 사진&#10;&#10;자동 생성된 설명">
            <a:extLst>
              <a:ext uri="{FF2B5EF4-FFF2-40B4-BE49-F238E27FC236}">
                <a16:creationId xmlns:a16="http://schemas.microsoft.com/office/drawing/2014/main" id="{F0457515-030D-411A-B89C-6D815544E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071" y="1583872"/>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_</a:t>
            </a:r>
            <a:r>
              <a:rPr lang="ko-KR" altLang="en-US" dirty="0"/>
              <a:t>회원가입</a:t>
            </a:r>
            <a:r>
              <a:rPr lang="en-US" altLang="ko-KR" dirty="0"/>
              <a:t>_</a:t>
            </a:r>
            <a:r>
              <a:rPr lang="ko-KR" altLang="en-US" dirty="0"/>
              <a:t>완료 페이지</a:t>
            </a:r>
          </a:p>
        </p:txBody>
      </p:sp>
      <p:sp>
        <p:nvSpPr>
          <p:cNvPr id="3" name="텍스트 개체 틀 2">
            <a:extLst>
              <a:ext uri="{FF2B5EF4-FFF2-40B4-BE49-F238E27FC236}">
                <a16:creationId xmlns:a16="http://schemas.microsoft.com/office/drawing/2014/main" id="{73AF04EC-9519-194E-A99E-C7348AE809E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a:t>
            </a:r>
            <a:r>
              <a:rPr lang="en-US" altLang="ko-KR" sz="1000" dirty="0">
                <a:solidFill>
                  <a:schemeClr val="bg1"/>
                </a:solidFill>
              </a:rPr>
              <a:t>_</a:t>
            </a: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완료</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시니어</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29234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69CCCEB-97C6-401D-8BC1-FEFBE94D7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50244"/>
            <a:ext cx="1940938" cy="4320000"/>
          </a:xfrm>
          <a:prstGeom prst="rect">
            <a:avLst/>
          </a:prstGeom>
        </p:spPr>
      </p:pic>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시니어 </a:t>
            </a:r>
            <a:r>
              <a:rPr lang="ko-KR" altLang="en-US" dirty="0" err="1"/>
              <a:t>정보입력페이지</a:t>
            </a:r>
            <a:endParaRPr lang="ko-KR" altLang="en-US" dirty="0"/>
          </a:p>
        </p:txBody>
      </p:sp>
      <p:sp>
        <p:nvSpPr>
          <p:cNvPr id="6" name="텍스트 개체 틀 5">
            <a:extLst>
              <a:ext uri="{FF2B5EF4-FFF2-40B4-BE49-F238E27FC236}">
                <a16:creationId xmlns:a16="http://schemas.microsoft.com/office/drawing/2014/main" id="{306CEC5A-D617-46FE-D8A8-05E9DC5ACDF7}"/>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 정보입력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511212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시니어 정보입력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작성</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시니어의 전화번호를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가족관계증명서 파일 올리기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휴대폰 파일에 접근할 수 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8396940"/>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확인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보호자의 회원가입이 완료된다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2471278"/>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5901754" y="520477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659940" y="52976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AD178B01-DB42-47DB-864A-FC8A50EFF04E}"/>
              </a:ext>
            </a:extLst>
          </p:cNvPr>
          <p:cNvSpPr/>
          <p:nvPr/>
        </p:nvSpPr>
        <p:spPr>
          <a:xfrm>
            <a:off x="3885370" y="4636879"/>
            <a:ext cx="674603" cy="29230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B8397FAD-351C-4F0E-AD4C-D7C59F0C462B}"/>
              </a:ext>
            </a:extLst>
          </p:cNvPr>
          <p:cNvSpPr/>
          <p:nvPr/>
        </p:nvSpPr>
        <p:spPr>
          <a:xfrm>
            <a:off x="3668490" y="46631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63035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스크린샷, 화이트이(가) 표시된 사진&#10;&#10;자동 생성된 설명">
            <a:extLst>
              <a:ext uri="{FF2B5EF4-FFF2-40B4-BE49-F238E27FC236}">
                <a16:creationId xmlns:a16="http://schemas.microsoft.com/office/drawing/2014/main" id="{BB50816A-540D-4515-8C3A-9E2DAB169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19227"/>
            <a:ext cx="1940938" cy="4320000"/>
          </a:xfrm>
          <a:prstGeom prst="rect">
            <a:avLst/>
          </a:prstGeom>
          <a:ln>
            <a:solidFill>
              <a:schemeClr val="tx1"/>
            </a:solidFill>
          </a:ln>
        </p:spPr>
      </p:pic>
      <p:sp>
        <p:nvSpPr>
          <p:cNvPr id="16" name="타원 15">
            <a:extLst>
              <a:ext uri="{FF2B5EF4-FFF2-40B4-BE49-F238E27FC236}">
                <a16:creationId xmlns:a16="http://schemas.microsoft.com/office/drawing/2014/main" id="{1BD7F0F3-6AB9-2E97-A1D9-E1740BAB0E77}"/>
              </a:ext>
            </a:extLst>
          </p:cNvPr>
          <p:cNvSpPr/>
          <p:nvPr/>
        </p:nvSpPr>
        <p:spPr>
          <a:xfrm>
            <a:off x="3488189" y="311814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완료 페이지</a:t>
            </a:r>
          </a:p>
        </p:txBody>
      </p:sp>
      <p:sp>
        <p:nvSpPr>
          <p:cNvPr id="3" name="텍스트 개체 틀 2">
            <a:extLst>
              <a:ext uri="{FF2B5EF4-FFF2-40B4-BE49-F238E27FC236}">
                <a16:creationId xmlns:a16="http://schemas.microsoft.com/office/drawing/2014/main" id="{169D92DB-4306-7B02-54F5-91AFDE7717A5}"/>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 </a:t>
            </a: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45130" y="3101681"/>
            <a:ext cx="783346" cy="31399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959545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5885583A-1651-CA19-A0A6-4FDC29E84AF2}"/>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en-US" altLang="ko-KR" dirty="0"/>
              <a:t>25.04.02</a:t>
            </a:r>
            <a:endParaRPr lang="ko-KR" altLang="en-US" dirty="0"/>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CF5AEC78-0F2E-51F6-1364-184F4CD90BD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nvGraphicFramePr>
        <p:xfrm>
          <a:off x="10035210" y="755897"/>
          <a:ext cx="1999466" cy="441988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시니어가 주고 받은 사진들의 히스토리를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434AE2E3-545A-E202-B7EA-2CDAC9AE8483}"/>
              </a:ext>
            </a:extLst>
          </p:cNvPr>
          <p:cNvSpPr/>
          <p:nvPr/>
        </p:nvSpPr>
        <p:spPr>
          <a:xfrm>
            <a:off x="3885595" y="20097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9A7BBDAF-476C-B9FD-FF53-9E38F40FBD7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4" name="타원 33">
            <a:extLst>
              <a:ext uri="{FF2B5EF4-FFF2-40B4-BE49-F238E27FC236}">
                <a16:creationId xmlns:a16="http://schemas.microsoft.com/office/drawing/2014/main" id="{7BF5FC3C-B541-9802-87C6-8A5AE959721B}"/>
              </a:ext>
            </a:extLst>
          </p:cNvPr>
          <p:cNvSpPr/>
          <p:nvPr/>
        </p:nvSpPr>
        <p:spPr>
          <a:xfrm>
            <a:off x="3854042" y="31659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5" name="왼쪽 중괄호 34">
            <a:extLst>
              <a:ext uri="{FF2B5EF4-FFF2-40B4-BE49-F238E27FC236}">
                <a16:creationId xmlns:a16="http://schemas.microsoft.com/office/drawing/2014/main" id="{E2765FD3-5D38-DB24-CBD8-62BF1D63B4D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타원 35">
            <a:extLst>
              <a:ext uri="{FF2B5EF4-FFF2-40B4-BE49-F238E27FC236}">
                <a16:creationId xmlns:a16="http://schemas.microsoft.com/office/drawing/2014/main" id="{13F30480-DFFF-3006-F14B-8329FC40068D}"/>
              </a:ext>
            </a:extLst>
          </p:cNvPr>
          <p:cNvSpPr/>
          <p:nvPr/>
        </p:nvSpPr>
        <p:spPr>
          <a:xfrm>
            <a:off x="3817399" y="42920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11" name="그림 10">
            <a:extLst>
              <a:ext uri="{FF2B5EF4-FFF2-40B4-BE49-F238E27FC236}">
                <a16:creationId xmlns:a16="http://schemas.microsoft.com/office/drawing/2014/main" id="{D8B84A68-1083-F33B-8FDB-BB8AA7E32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545" y="1542825"/>
            <a:ext cx="1999466" cy="4552181"/>
          </a:xfrm>
          <a:prstGeom prst="rect">
            <a:avLst/>
          </a:prstGeom>
        </p:spPr>
      </p:pic>
      <p:sp>
        <p:nvSpPr>
          <p:cNvPr id="17" name="왼쪽 중괄호 16">
            <a:extLst>
              <a:ext uri="{FF2B5EF4-FFF2-40B4-BE49-F238E27FC236}">
                <a16:creationId xmlns:a16="http://schemas.microsoft.com/office/drawing/2014/main" id="{C3C18E38-4946-DD5B-B205-8A76C074B0C0}"/>
              </a:ext>
            </a:extLst>
          </p:cNvPr>
          <p:cNvSpPr/>
          <p:nvPr/>
        </p:nvSpPr>
        <p:spPr>
          <a:xfrm>
            <a:off x="4097204" y="1677734"/>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731150B3-36C7-461C-2DEB-E39910A5EE6D}"/>
              </a:ext>
            </a:extLst>
          </p:cNvPr>
          <p:cNvSpPr/>
          <p:nvPr/>
        </p:nvSpPr>
        <p:spPr>
          <a:xfrm>
            <a:off x="4048129" y="2839720"/>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36">
            <a:extLst>
              <a:ext uri="{FF2B5EF4-FFF2-40B4-BE49-F238E27FC236}">
                <a16:creationId xmlns:a16="http://schemas.microsoft.com/office/drawing/2014/main" id="{F701F372-382D-B723-E35B-839FA52D9B2E}"/>
              </a:ext>
            </a:extLst>
          </p:cNvPr>
          <p:cNvSpPr/>
          <p:nvPr/>
        </p:nvSpPr>
        <p:spPr>
          <a:xfrm>
            <a:off x="4030358" y="3943697"/>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36">
            <a:extLst>
              <a:ext uri="{FF2B5EF4-FFF2-40B4-BE49-F238E27FC236}">
                <a16:creationId xmlns:a16="http://schemas.microsoft.com/office/drawing/2014/main" id="{FAA6CB64-2849-F901-DAD1-6E0A14048538}"/>
              </a:ext>
            </a:extLst>
          </p:cNvPr>
          <p:cNvSpPr/>
          <p:nvPr/>
        </p:nvSpPr>
        <p:spPr>
          <a:xfrm>
            <a:off x="4033294" y="5047674"/>
            <a:ext cx="380470" cy="855740"/>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6" name="타원 25">
            <a:extLst>
              <a:ext uri="{FF2B5EF4-FFF2-40B4-BE49-F238E27FC236}">
                <a16:creationId xmlns:a16="http://schemas.microsoft.com/office/drawing/2014/main" id="{1AEF8AC2-BECD-F112-7F98-26F5AA6856D3}"/>
              </a:ext>
            </a:extLst>
          </p:cNvPr>
          <p:cNvSpPr/>
          <p:nvPr/>
        </p:nvSpPr>
        <p:spPr>
          <a:xfrm>
            <a:off x="3842144"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7" name="왼쪽 중괄호 36">
            <a:extLst>
              <a:ext uri="{FF2B5EF4-FFF2-40B4-BE49-F238E27FC236}">
                <a16:creationId xmlns:a16="http://schemas.microsoft.com/office/drawing/2014/main" id="{73A785DB-6091-31BE-B478-59E7B9EEF8CF}"/>
              </a:ext>
            </a:extLst>
          </p:cNvPr>
          <p:cNvSpPr/>
          <p:nvPr/>
        </p:nvSpPr>
        <p:spPr>
          <a:xfrm flipH="1">
            <a:off x="6243669" y="283972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9" name="타원 28">
            <a:extLst>
              <a:ext uri="{FF2B5EF4-FFF2-40B4-BE49-F238E27FC236}">
                <a16:creationId xmlns:a16="http://schemas.microsoft.com/office/drawing/2014/main" id="{6AE83CA2-94ED-A01B-B7A1-DC7CD8A11E70}"/>
              </a:ext>
            </a:extLst>
          </p:cNvPr>
          <p:cNvSpPr/>
          <p:nvPr/>
        </p:nvSpPr>
        <p:spPr>
          <a:xfrm>
            <a:off x="6496290" y="32098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30" name="타원 29">
            <a:extLst>
              <a:ext uri="{FF2B5EF4-FFF2-40B4-BE49-F238E27FC236}">
                <a16:creationId xmlns:a16="http://schemas.microsoft.com/office/drawing/2014/main" id="{E128BC4F-7081-156B-3EFE-5D555718594D}"/>
              </a:ext>
            </a:extLst>
          </p:cNvPr>
          <p:cNvSpPr/>
          <p:nvPr/>
        </p:nvSpPr>
        <p:spPr>
          <a:xfrm>
            <a:off x="6496290" y="42634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32" name="왼쪽 중괄호 36">
            <a:extLst>
              <a:ext uri="{FF2B5EF4-FFF2-40B4-BE49-F238E27FC236}">
                <a16:creationId xmlns:a16="http://schemas.microsoft.com/office/drawing/2014/main" id="{537AA509-B471-7422-C7C8-5A5BDC96B884}"/>
              </a:ext>
            </a:extLst>
          </p:cNvPr>
          <p:cNvSpPr/>
          <p:nvPr/>
        </p:nvSpPr>
        <p:spPr>
          <a:xfrm flipH="1">
            <a:off x="6221023" y="3943111"/>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398D5426-7E37-57C3-ACB5-F438E7434DD5}"/>
              </a:ext>
            </a:extLst>
          </p:cNvPr>
          <p:cNvSpPr/>
          <p:nvPr/>
        </p:nvSpPr>
        <p:spPr>
          <a:xfrm flipH="1">
            <a:off x="6221023" y="505149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9" name="타원 38">
            <a:extLst>
              <a:ext uri="{FF2B5EF4-FFF2-40B4-BE49-F238E27FC236}">
                <a16:creationId xmlns:a16="http://schemas.microsoft.com/office/drawing/2014/main" id="{7598907A-CDE2-68F6-1158-7DB03947CFB9}"/>
              </a:ext>
            </a:extLst>
          </p:cNvPr>
          <p:cNvSpPr/>
          <p:nvPr/>
        </p:nvSpPr>
        <p:spPr>
          <a:xfrm>
            <a:off x="6496290" y="5409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342027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0640C2E9-3AD1-DCD4-22E3-3E6CA9273DD9}"/>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2F3992FE-835A-4252-9714-D9965E76993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D8C01CCB-2891-7CB4-016D-2D7992E12324}"/>
              </a:ext>
            </a:extLst>
          </p:cNvPr>
          <p:cNvSpPr/>
          <p:nvPr/>
        </p:nvSpPr>
        <p:spPr>
          <a:xfrm>
            <a:off x="3875527" y="30955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3D7A411-D736-FBC6-ACAF-F8FAD0B8F808}"/>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47AFFE62-9108-7D23-7FA8-38E1C94E706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7D509D2-BEDC-3BD8-7739-83DFB50C6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286" y="1542824"/>
            <a:ext cx="1998791" cy="4448765"/>
          </a:xfrm>
          <a:prstGeom prst="rect">
            <a:avLst/>
          </a:prstGeom>
        </p:spPr>
      </p:pic>
      <p:sp>
        <p:nvSpPr>
          <p:cNvPr id="17" name="왼쪽 중괄호 16">
            <a:extLst>
              <a:ext uri="{FF2B5EF4-FFF2-40B4-BE49-F238E27FC236}">
                <a16:creationId xmlns:a16="http://schemas.microsoft.com/office/drawing/2014/main" id="{CFB29CC2-7AFD-4FE3-7799-6C39E0A614E7}"/>
              </a:ext>
            </a:extLst>
          </p:cNvPr>
          <p:cNvSpPr/>
          <p:nvPr/>
        </p:nvSpPr>
        <p:spPr>
          <a:xfrm>
            <a:off x="4097204" y="1677733"/>
            <a:ext cx="313624" cy="3051922"/>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왼쪽 중괄호 16">
            <a:extLst>
              <a:ext uri="{FF2B5EF4-FFF2-40B4-BE49-F238E27FC236}">
                <a16:creationId xmlns:a16="http://schemas.microsoft.com/office/drawing/2014/main" id="{462F58D8-95BD-7A09-5929-0E02B1528540}"/>
              </a:ext>
            </a:extLst>
          </p:cNvPr>
          <p:cNvSpPr/>
          <p:nvPr/>
        </p:nvSpPr>
        <p:spPr>
          <a:xfrm flipH="1">
            <a:off x="6206957" y="5000021"/>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36026784-4EE4-EC4C-9B49-3403C106DCE0}"/>
              </a:ext>
            </a:extLst>
          </p:cNvPr>
          <p:cNvSpPr/>
          <p:nvPr/>
        </p:nvSpPr>
        <p:spPr>
          <a:xfrm>
            <a:off x="6463862" y="53104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A56F40B7-575C-7588-A72E-CFC28231268D}"/>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8203F82-544B-EDCF-4FA3-9E6DBE30A689}"/>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10035210" y="755897"/>
          <a:ext cx="1999466" cy="2532440"/>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C1EE7C8C-4277-BB57-AFB5-0FF67F15071F}"/>
              </a:ext>
            </a:extLst>
          </p:cNvPr>
          <p:cNvSpPr/>
          <p:nvPr/>
        </p:nvSpPr>
        <p:spPr>
          <a:xfrm>
            <a:off x="3753542" y="36168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551D45F-0E0A-73C3-013E-790BB9D99B4D}"/>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2A79AC84-0E44-AA7D-7157-C7EF0423F5D5}"/>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D1BFB6D9-6AF2-CEA9-7825-460CFF6D156E}"/>
              </a:ext>
            </a:extLst>
          </p:cNvPr>
          <p:cNvSpPr/>
          <p:nvPr/>
        </p:nvSpPr>
        <p:spPr>
          <a:xfrm>
            <a:off x="3992407" y="1569596"/>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6" name="그림 5">
            <a:extLst>
              <a:ext uri="{FF2B5EF4-FFF2-40B4-BE49-F238E27FC236}">
                <a16:creationId xmlns:a16="http://schemas.microsoft.com/office/drawing/2014/main" id="{9D5FB984-D25A-0D0A-4591-44B2B468D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030" y="1542825"/>
            <a:ext cx="2040495" cy="4364405"/>
          </a:xfrm>
          <a:prstGeom prst="rect">
            <a:avLst/>
          </a:prstGeom>
        </p:spPr>
      </p:pic>
      <p:sp>
        <p:nvSpPr>
          <p:cNvPr id="7" name="왼쪽 중괄호 16">
            <a:extLst>
              <a:ext uri="{FF2B5EF4-FFF2-40B4-BE49-F238E27FC236}">
                <a16:creationId xmlns:a16="http://schemas.microsoft.com/office/drawing/2014/main" id="{DB8275D6-2593-F56B-512B-A5346EE5F208}"/>
              </a:ext>
            </a:extLst>
          </p:cNvPr>
          <p:cNvSpPr/>
          <p:nvPr/>
        </p:nvSpPr>
        <p:spPr>
          <a:xfrm>
            <a:off x="4176064" y="5288404"/>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6B11163A-B885-99DE-BC9A-03B8C39D01B5}"/>
              </a:ext>
            </a:extLst>
          </p:cNvPr>
          <p:cNvSpPr/>
          <p:nvPr/>
        </p:nvSpPr>
        <p:spPr>
          <a:xfrm>
            <a:off x="3975466" y="54124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11" name="타원 10">
            <a:extLst>
              <a:ext uri="{FF2B5EF4-FFF2-40B4-BE49-F238E27FC236}">
                <a16:creationId xmlns:a16="http://schemas.microsoft.com/office/drawing/2014/main" id="{589365CE-40FD-1DE5-8E1C-9354592E09EE}"/>
              </a:ext>
            </a:extLst>
          </p:cNvPr>
          <p:cNvSpPr/>
          <p:nvPr/>
        </p:nvSpPr>
        <p:spPr>
          <a:xfrm>
            <a:off x="6482476"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8" name="왼쪽 중괄호 36">
            <a:extLst>
              <a:ext uri="{FF2B5EF4-FFF2-40B4-BE49-F238E27FC236}">
                <a16:creationId xmlns:a16="http://schemas.microsoft.com/office/drawing/2014/main" id="{2ADA7ED1-4559-90E2-46A8-721296717E8C}"/>
              </a:ext>
            </a:extLst>
          </p:cNvPr>
          <p:cNvSpPr/>
          <p:nvPr/>
        </p:nvSpPr>
        <p:spPr>
          <a:xfrm flipH="1">
            <a:off x="6220261" y="5278090"/>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628256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847BDCE2-41E8-12FD-8B52-DCCF030B0BCF}"/>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CF765F3-E4CF-630C-6E63-5D003B30DAD4}"/>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76BCFCE-95AD-69A9-BD60-85359C8FA7FB}"/>
              </a:ext>
            </a:extLst>
          </p:cNvPr>
          <p:cNvSpPr/>
          <p:nvPr/>
        </p:nvSpPr>
        <p:spPr>
          <a:xfrm>
            <a:off x="3767584" y="22427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288F6241-574D-A47B-E1B3-BD7A7A6B428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AD2E758-F8C9-6C93-A733-D542BAD0CCBB}"/>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B41CB455-9B8B-F7D2-67DF-F16C7771D00A}"/>
              </a:ext>
            </a:extLst>
          </p:cNvPr>
          <p:cNvSpPr/>
          <p:nvPr/>
        </p:nvSpPr>
        <p:spPr>
          <a:xfrm>
            <a:off x="3992407" y="1569596"/>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FB87D3C-75E8-BBE7-1B94-A4C23FAA6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31" y="1542825"/>
            <a:ext cx="1999466" cy="4344298"/>
          </a:xfrm>
          <a:prstGeom prst="rect">
            <a:avLst/>
          </a:prstGeom>
        </p:spPr>
      </p:pic>
      <p:sp>
        <p:nvSpPr>
          <p:cNvPr id="7" name="타원 6">
            <a:extLst>
              <a:ext uri="{FF2B5EF4-FFF2-40B4-BE49-F238E27FC236}">
                <a16:creationId xmlns:a16="http://schemas.microsoft.com/office/drawing/2014/main" id="{236AA2B8-EAE7-45C1-2931-5A87BE141CB5}"/>
              </a:ext>
            </a:extLst>
          </p:cNvPr>
          <p:cNvSpPr/>
          <p:nvPr/>
        </p:nvSpPr>
        <p:spPr>
          <a:xfrm>
            <a:off x="6550939" y="3943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9" name="왼쪽 중괄호 16">
            <a:extLst>
              <a:ext uri="{FF2B5EF4-FFF2-40B4-BE49-F238E27FC236}">
                <a16:creationId xmlns:a16="http://schemas.microsoft.com/office/drawing/2014/main" id="{3970C063-EFA1-D618-F797-A65633A639D9}"/>
              </a:ext>
            </a:extLst>
          </p:cNvPr>
          <p:cNvSpPr/>
          <p:nvPr/>
        </p:nvSpPr>
        <p:spPr>
          <a:xfrm flipH="1">
            <a:off x="6255764" y="3288336"/>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1561692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2FF3DB2B-A72D-6CD0-B087-3483C6DE7B81}"/>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6148C6BA-6FEB-3505-9D35-ABA0D979BFED}"/>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0347137C-2D89-760E-41D6-E44D389A004F}"/>
              </a:ext>
            </a:extLst>
          </p:cNvPr>
          <p:cNvSpPr/>
          <p:nvPr/>
        </p:nvSpPr>
        <p:spPr>
          <a:xfrm>
            <a:off x="583036" y="256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D9A0F160-557C-E3B2-D7AC-759F8F8BCB93}"/>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ED4BA7F6-2126-612E-C0BB-04C3CAA3E819}"/>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853E7FEB-C63C-689D-28A6-EAA50818759D}"/>
              </a:ext>
            </a:extLst>
          </p:cNvPr>
          <p:cNvSpPr/>
          <p:nvPr/>
        </p:nvSpPr>
        <p:spPr>
          <a:xfrm>
            <a:off x="3266557" y="450266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12" name="그림 11">
            <a:extLst>
              <a:ext uri="{FF2B5EF4-FFF2-40B4-BE49-F238E27FC236}">
                <a16:creationId xmlns:a16="http://schemas.microsoft.com/office/drawing/2014/main" id="{FFBD724D-E9FD-E3E1-2510-FBA5C829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sp>
        <p:nvSpPr>
          <p:cNvPr id="9" name="왼쪽 중괄호 16">
            <a:extLst>
              <a:ext uri="{FF2B5EF4-FFF2-40B4-BE49-F238E27FC236}">
                <a16:creationId xmlns:a16="http://schemas.microsoft.com/office/drawing/2014/main" id="{ACE88F29-74C6-530D-8280-A86D6C2C72EB}"/>
              </a:ext>
            </a:extLst>
          </p:cNvPr>
          <p:cNvSpPr/>
          <p:nvPr/>
        </p:nvSpPr>
        <p:spPr>
          <a:xfrm flipH="1">
            <a:off x="2936453" y="3815254"/>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99788FE9-1822-1B80-AD90-C7A53FFC1691}"/>
              </a:ext>
            </a:extLst>
          </p:cNvPr>
          <p:cNvSpPr/>
          <p:nvPr/>
        </p:nvSpPr>
        <p:spPr>
          <a:xfrm>
            <a:off x="799309" y="1891354"/>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9" name="그림 18">
            <a:extLst>
              <a:ext uri="{FF2B5EF4-FFF2-40B4-BE49-F238E27FC236}">
                <a16:creationId xmlns:a16="http://schemas.microsoft.com/office/drawing/2014/main" id="{9D92554B-C62D-BB78-D208-138A59DF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988" y="1316842"/>
            <a:ext cx="2027193" cy="4511979"/>
          </a:xfrm>
          <a:prstGeom prst="rect">
            <a:avLst/>
          </a:prstGeom>
        </p:spPr>
      </p:pic>
      <p:sp>
        <p:nvSpPr>
          <p:cNvPr id="20" name="타원 19">
            <a:extLst>
              <a:ext uri="{FF2B5EF4-FFF2-40B4-BE49-F238E27FC236}">
                <a16:creationId xmlns:a16="http://schemas.microsoft.com/office/drawing/2014/main" id="{AEB16A2A-65F0-BEB7-07FC-90B3B68678C7}"/>
              </a:ext>
            </a:extLst>
          </p:cNvPr>
          <p:cNvSpPr/>
          <p:nvPr/>
        </p:nvSpPr>
        <p:spPr>
          <a:xfrm>
            <a:off x="4018368" y="1205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2" name="그림 21">
            <a:extLst>
              <a:ext uri="{FF2B5EF4-FFF2-40B4-BE49-F238E27FC236}">
                <a16:creationId xmlns:a16="http://schemas.microsoft.com/office/drawing/2014/main" id="{2F3C18CA-F8C1-CB4B-458C-A585F5FF0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932" y="1313892"/>
            <a:ext cx="2476500" cy="4511978"/>
          </a:xfrm>
          <a:prstGeom prst="rect">
            <a:avLst/>
          </a:prstGeom>
        </p:spPr>
      </p:pic>
      <p:sp>
        <p:nvSpPr>
          <p:cNvPr id="23" name="타원 22">
            <a:extLst>
              <a:ext uri="{FF2B5EF4-FFF2-40B4-BE49-F238E27FC236}">
                <a16:creationId xmlns:a16="http://schemas.microsoft.com/office/drawing/2014/main" id="{8EAD955E-BE46-F2A9-B446-E200655A271C}"/>
              </a:ext>
            </a:extLst>
          </p:cNvPr>
          <p:cNvSpPr/>
          <p:nvPr/>
        </p:nvSpPr>
        <p:spPr>
          <a:xfrm>
            <a:off x="6660367" y="12222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Tree>
    <p:extLst>
      <p:ext uri="{BB962C8B-B14F-4D97-AF65-F5344CB8AC3E}">
        <p14:creationId xmlns:p14="http://schemas.microsoft.com/office/powerpoint/2010/main" val="85243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10038397" y="755897"/>
          <a:ext cx="1999467" cy="1364024"/>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10038397" y="755897"/>
          <a:ext cx="1999467" cy="29368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 </a:t>
            </a:r>
            <a:r>
              <a:rPr lang="ko-KR" altLang="en-US" dirty="0"/>
              <a:t>마이페이지</a:t>
            </a:r>
          </a:p>
        </p:txBody>
      </p:sp>
    </p:spTree>
    <p:extLst>
      <p:ext uri="{BB962C8B-B14F-4D97-AF65-F5344CB8AC3E}">
        <p14:creationId xmlns:p14="http://schemas.microsoft.com/office/powerpoint/2010/main" val="351365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a:t>프로필</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DAD6A6F6-FF96-C4AB-DBC1-6EB00743649D}"/>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69852AC7-5255-52D6-4FDA-F078F46C9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572" y="1214436"/>
            <a:ext cx="2478028" cy="4922203"/>
          </a:xfrm>
          <a:prstGeom prst="rect">
            <a:avLst/>
          </a:prstGeom>
          <a:ln>
            <a:solidFill>
              <a:schemeClr val="tx1"/>
            </a:solidFill>
          </a:ln>
        </p:spPr>
      </p:pic>
      <p:sp>
        <p:nvSpPr>
          <p:cNvPr id="16" name="왼쪽 중괄호 15">
            <a:extLst>
              <a:ext uri="{FF2B5EF4-FFF2-40B4-BE49-F238E27FC236}">
                <a16:creationId xmlns:a16="http://schemas.microsoft.com/office/drawing/2014/main" id="{C0DFA2D4-C36C-4E0E-9662-E1777EFDB40A}"/>
              </a:ext>
            </a:extLst>
          </p:cNvPr>
          <p:cNvSpPr/>
          <p:nvPr/>
        </p:nvSpPr>
        <p:spPr>
          <a:xfrm rot="10800000">
            <a:off x="6641098" y="1748636"/>
            <a:ext cx="135622" cy="120792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6845033" y="224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a:t>
                      </a:r>
                      <a:endPar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위치 기록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기록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귀가</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a:t>
                      </a:r>
                      <a:r>
                        <a:rPr lang="en-US" altLang="ko-KR" sz="700" b="0" spc="0" baseline="0">
                          <a:solidFill>
                            <a:schemeClr val="tx1"/>
                          </a:solidFill>
                          <a:latin typeface="나눔고딕" panose="020D0604000000000000" pitchFamily="50" charset="-127"/>
                          <a:ea typeface="나눔고딕" panose="020D0604000000000000" pitchFamily="50" charset="-127"/>
                        </a:rPr>
                        <a:t>(</a:t>
                      </a:r>
                      <a:r>
                        <a:rPr lang="ko-KR" altLang="en-US" sz="700" b="0" spc="0" baseline="0">
                          <a:solidFill>
                            <a:schemeClr val="tx1"/>
                          </a:solidFill>
                          <a:latin typeface="나눔고딕" panose="020D0604000000000000" pitchFamily="50" charset="-127"/>
                          <a:ea typeface="나눔고딕" panose="020D0604000000000000" pitchFamily="50" charset="-127"/>
                        </a:rPr>
                        <a:t>집</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 반경 이내면 귀가 상태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일전 관리를 위한 알림 기능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6573287" y="390144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6563127" y="4846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6771595" y="413874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6756730" y="50836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04821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p:txBody>
          <a:bodyPr/>
          <a:lstStyle/>
          <a:p>
            <a:r>
              <a:rPr lang="ko-KR" altLang="en-US"/>
              <a:t>알림 기록 </a:t>
            </a:r>
            <a:r>
              <a:rPr lang="en-US" altLang="ko-KR"/>
              <a:t>- </a:t>
            </a:r>
            <a:r>
              <a:rPr lang="ko-KR" altLang="en-US"/>
              <a:t>시니어용</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1CCA168-6287-DE1D-E5B4-57619FD2B017}"/>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CD82CD60-107E-0FA2-A8E0-FD4F204AC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140" y="986896"/>
            <a:ext cx="2458900" cy="4884208"/>
          </a:xfrm>
          <a:prstGeom prst="rect">
            <a:avLst/>
          </a:prstGeom>
          <a:ln>
            <a:solidFill>
              <a:schemeClr val="tx1"/>
            </a:solidFill>
          </a:ln>
        </p:spPr>
      </p:pic>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nvGraphicFramePr>
        <p:xfrm>
          <a:off x="10038397" y="755897"/>
          <a:ext cx="1999467" cy="122576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시니어는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6641097" y="1748635"/>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6916416" y="35043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461657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78EE43F-0BCA-382E-A35C-3381C2F1C7D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p:txBody>
          <a:bodyPr/>
          <a:lstStyle/>
          <a:p>
            <a:r>
              <a:rPr lang="ko-KR" altLang="en-US"/>
              <a:t>알림 기록 </a:t>
            </a:r>
            <a:r>
              <a:rPr lang="en-US" altLang="ko-KR"/>
              <a:t>- </a:t>
            </a:r>
            <a:r>
              <a:rPr lang="ko-KR" altLang="en-US"/>
              <a:t>보호자용</a:t>
            </a:r>
          </a:p>
        </p:txBody>
      </p:sp>
      <p:sp>
        <p:nvSpPr>
          <p:cNvPr id="13" name="텍스트 개체 틀 12">
            <a:extLst>
              <a:ext uri="{FF2B5EF4-FFF2-40B4-BE49-F238E27FC236}">
                <a16:creationId xmlns:a16="http://schemas.microsoft.com/office/drawing/2014/main" id="{969D5B6B-2F5D-5A02-F05A-1332D76A6111}"/>
              </a:ext>
            </a:extLst>
          </p:cNvPr>
          <p:cNvSpPr>
            <a:spLocks noGrp="1"/>
          </p:cNvSpPr>
          <p:nvPr>
            <p:ph type="body" sz="quarter" idx="15"/>
          </p:nvPr>
        </p:nvSpPr>
        <p:spPr/>
        <p:txBody>
          <a:bodyPr/>
          <a:lstStyle/>
          <a:p>
            <a:endParaRPr lang="ko-KR" altLang="en-US"/>
          </a:p>
        </p:txBody>
      </p:sp>
      <p:sp>
        <p:nvSpPr>
          <p:cNvPr id="14" name="텍스트 개체 틀 13">
            <a:extLst>
              <a:ext uri="{FF2B5EF4-FFF2-40B4-BE49-F238E27FC236}">
                <a16:creationId xmlns:a16="http://schemas.microsoft.com/office/drawing/2014/main" id="{CE647FDC-6A04-4FA7-B338-EB94836DF897}"/>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83E433D8-2E61-D54E-1A91-01897751F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5470" y="933927"/>
            <a:ext cx="2512232" cy="4990146"/>
          </a:xfrm>
          <a:prstGeom prst="rect">
            <a:avLst/>
          </a:prstGeom>
          <a:ln>
            <a:solidFill>
              <a:schemeClr val="tx1"/>
            </a:solidFill>
          </a:ln>
        </p:spPr>
      </p:pic>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nvGraphicFramePr>
        <p:xfrm>
          <a:off x="10038397" y="755897"/>
          <a:ext cx="1999467" cy="128994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6600457" y="491743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6869794" y="505314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6600456" y="1939938"/>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6849472" y="3229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54539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p:txBody>
          <a:bodyPr/>
          <a:lstStyle/>
          <a:p>
            <a:r>
              <a:rPr lang="ko-KR" altLang="en-US"/>
              <a:t>알림추가</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sp>
        <p:nvSpPr>
          <p:cNvPr id="18" name="텍스트 개체 틀 17">
            <a:extLst>
              <a:ext uri="{FF2B5EF4-FFF2-40B4-BE49-F238E27FC236}">
                <a16:creationId xmlns:a16="http://schemas.microsoft.com/office/drawing/2014/main" id="{4C87BD72-C3FC-8E28-A23A-CB7B7C1E88FD}"/>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114" y="1066800"/>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nvGraphicFramePr>
        <p:xfrm>
          <a:off x="10038397" y="755897"/>
          <a:ext cx="1999467" cy="2563628"/>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6698749" y="19816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6968086" y="21173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6698749" y="25404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6968086" y="26761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6698748" y="3071089"/>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6968086" y="38574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6698749" y="508035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6968086" y="52160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947994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 </a:t>
            </a:r>
            <a:r>
              <a:rPr lang="ko-KR" altLang="en-US" sz="1000" dirty="0" err="1">
                <a:solidFill>
                  <a:schemeClr val="bg1">
                    <a:lumMod val="50000"/>
                  </a:schemeClr>
                </a:solidFill>
                <a:latin typeface="+mj-lt"/>
              </a:rPr>
              <a:t>를입력하세요</a:t>
            </a:r>
            <a:endParaRPr lang="ko-KR" altLang="en-US" sz="1000" dirty="0">
              <a:solidFill>
                <a:schemeClr val="bg1">
                  <a:lumMod val="50000"/>
                </a:schemeClr>
              </a:solidFill>
              <a:latin typeface="+mj-lt"/>
            </a:endParaRP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6" name="제목 2">
            <a:extLst>
              <a:ext uri="{FF2B5EF4-FFF2-40B4-BE49-F238E27FC236}">
                <a16:creationId xmlns:a16="http://schemas.microsoft.com/office/drawing/2014/main" id="{AD471E2E-8662-D9C4-6A96-0F86EB1FF8B5}"/>
              </a:ext>
            </a:extLst>
          </p:cNvPr>
          <p:cNvSpPr txBox="1">
            <a:spLocks/>
          </p:cNvSpPr>
          <p:nvPr/>
        </p:nvSpPr>
        <p:spPr>
          <a:xfrm>
            <a:off x="3609334" y="4048000"/>
            <a:ext cx="2857112" cy="386229"/>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1050" u="sng" dirty="0"/>
              <a:t>ID </a:t>
            </a:r>
            <a:r>
              <a:rPr lang="ko-KR" altLang="en-US" sz="1050" u="sng" dirty="0"/>
              <a:t>혹은 </a:t>
            </a:r>
            <a:r>
              <a:rPr lang="en-US" altLang="ko-KR" sz="1050" u="sng" dirty="0"/>
              <a:t>PW</a:t>
            </a:r>
            <a:r>
              <a:rPr lang="ko-KR" altLang="en-US" sz="1050" u="sng" dirty="0"/>
              <a:t>가 기억이 </a:t>
            </a:r>
            <a:r>
              <a:rPr lang="ko-KR" altLang="en-US" sz="1050" u="sng" dirty="0" err="1"/>
              <a:t>안나시나요</a:t>
            </a:r>
            <a:r>
              <a:rPr lang="en-US" altLang="ko-KR" sz="1050" u="sng" dirty="0"/>
              <a:t>?</a:t>
            </a:r>
            <a:endParaRPr lang="ko-KR" altLang="en-US" sz="1050" u="sng" dirty="0"/>
          </a:p>
        </p:txBody>
      </p:sp>
    </p:spTree>
    <p:extLst>
      <p:ext uri="{BB962C8B-B14F-4D97-AF65-F5344CB8AC3E}">
        <p14:creationId xmlns:p14="http://schemas.microsoft.com/office/powerpoint/2010/main" val="1589779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662450364"/>
              </p:ext>
            </p:extLst>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3012601339"/>
              </p:ext>
            </p:extLst>
          </p:nvPr>
        </p:nvGraphicFramePr>
        <p:xfrm>
          <a:off x="10020525" y="754151"/>
          <a:ext cx="1997267" cy="535373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700" b="0" spc="0" baseline="0" dirty="0">
                          <a:solidFill>
                            <a:schemeClr val="tx1"/>
                          </a:solidFill>
                          <a:latin typeface="나눔고딕" panose="020D0604000000000000" pitchFamily="50" charset="-127"/>
                          <a:ea typeface="나눔고딕" panose="020D0604000000000000" pitchFamily="50" charset="-127"/>
                        </a:rPr>
                        <a:t>UI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 없이 종료일 선택 시 </a:t>
                      </a:r>
                      <a:r>
                        <a:rPr lang="en-US" altLang="ko-KR" sz="700" b="0" spc="0" baseline="0" dirty="0">
                          <a:solidFill>
                            <a:schemeClr val="tx1"/>
                          </a:solidFill>
                          <a:latin typeface="나눔고딕" panose="020D0604000000000000" pitchFamily="50" charset="-127"/>
                          <a:ea typeface="나눔고딕" panose="020D0604000000000000" pitchFamily="50" charset="-127"/>
                        </a:rPr>
                        <a:t>(2-1)</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7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(2-1) </a:t>
                      </a:r>
                      <a:r>
                        <a:rPr lang="ko-KR" altLang="en-US" sz="7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없이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조회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700" b="0" spc="0" baseline="0" dirty="0">
                          <a:solidFill>
                            <a:schemeClr val="tx1"/>
                          </a:solidFill>
                          <a:latin typeface="나눔고딕" panose="020D0604000000000000" pitchFamily="50" charset="-127"/>
                          <a:ea typeface="나눔고딕" panose="020D0604000000000000" pitchFamily="50" charset="-127"/>
                        </a:rPr>
                        <a:t>LIKE </a:t>
                      </a:r>
                      <a:r>
                        <a:rPr lang="ko-KR" altLang="en-US" sz="700" b="0" spc="0" baseline="0" dirty="0">
                          <a:solidFill>
                            <a:schemeClr val="tx1"/>
                          </a:solidFill>
                          <a:latin typeface="나눔고딕" panose="020D0604000000000000" pitchFamily="50" charset="-127"/>
                          <a:ea typeface="나눔고딕" panose="020D0604000000000000" pitchFamily="50" charset="-127"/>
                        </a:rPr>
                        <a:t>검색</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7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7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700" b="0" spc="0" baseline="0" dirty="0">
                          <a:solidFill>
                            <a:schemeClr val="tx1"/>
                          </a:solidFill>
                          <a:latin typeface="나눔고딕" panose="020D0604000000000000" pitchFamily="50" charset="-127"/>
                          <a:ea typeface="나눔고딕" panose="020D0604000000000000" pitchFamily="50" charset="-127"/>
                        </a:rPr>
                        <a:t>(3-1)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7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7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E693D957-0462-1832-ACDE-14E0CB20AFDE}"/>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4053614147"/>
              </p:ext>
            </p:extLst>
          </p:nvPr>
        </p:nvGraphicFramePr>
        <p:xfrm>
          <a:off x="10020525" y="754151"/>
          <a:ext cx="1997267" cy="1454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어르신</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8899548-1F4D-EF74-4FDE-F97CC9FDABE3}"/>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397550193"/>
              </p:ext>
            </p:extLst>
          </p:nvPr>
        </p:nvGraphicFramePr>
        <p:xfrm>
          <a:off x="10020525" y="754151"/>
          <a:ext cx="1997267" cy="24013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20mb </a:t>
                      </a:r>
                      <a:r>
                        <a:rPr lang="ko-KR" altLang="en-US" sz="700" b="0" spc="0" baseline="0" dirty="0">
                          <a:solidFill>
                            <a:schemeClr val="tx1"/>
                          </a:solidFill>
                          <a:latin typeface="나눔고딕" panose="020D0604000000000000" pitchFamily="50" charset="-127"/>
                          <a:ea typeface="나눔고딕" panose="020D0604000000000000" pitchFamily="50" charset="-127"/>
                        </a:rPr>
                        <a:t>제한</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err="1">
                          <a:solidFill>
                            <a:schemeClr val="tx1"/>
                          </a:solidFill>
                          <a:latin typeface="나눔고딕" panose="020D0604000000000000" pitchFamily="50" charset="-127"/>
                          <a:ea typeface="나눔고딕" panose="020D0604000000000000" pitchFamily="50" charset="-127"/>
                        </a:rPr>
                        <a:t>png</a:t>
                      </a:r>
                      <a:r>
                        <a:rPr lang="en-US" altLang="ko-KR" sz="700" b="0" spc="0" baseline="0" dirty="0">
                          <a:solidFill>
                            <a:schemeClr val="tx1"/>
                          </a:solidFill>
                          <a:latin typeface="나눔고딕" panose="020D0604000000000000" pitchFamily="50" charset="-127"/>
                          <a:ea typeface="나눔고딕" panose="020D0604000000000000" pitchFamily="50" charset="-127"/>
                        </a:rPr>
                        <a:t>, jpg, jpeg </a:t>
                      </a:r>
                      <a:r>
                        <a:rPr lang="ko-KR" altLang="en-US" sz="700" b="0" spc="0" baseline="0" dirty="0">
                          <a:solidFill>
                            <a:schemeClr val="tx1"/>
                          </a:solidFill>
                          <a:latin typeface="나눔고딕" panose="020D0604000000000000" pitchFamily="50" charset="-127"/>
                          <a:ea typeface="나눔고딕" panose="020D0604000000000000" pitchFamily="50" charset="-127"/>
                        </a:rPr>
                        <a:t>가능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700" b="0" spc="0" baseline="0" dirty="0">
                          <a:solidFill>
                            <a:schemeClr val="tx1"/>
                          </a:solidFill>
                          <a:latin typeface="나눔고딕" panose="020D0604000000000000" pitchFamily="50" charset="-127"/>
                          <a:ea typeface="나눔고딕" panose="020D0604000000000000" pitchFamily="50" charset="-127"/>
                        </a:rPr>
                        <a:t>(2-1)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702B8CB7-FFB9-3FBF-1D60-5533F0A3CB67}"/>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797730448"/>
              </p:ext>
            </p:extLst>
          </p:nvPr>
        </p:nvGraphicFramePr>
        <p:xfrm>
          <a:off x="10020525" y="754151"/>
          <a:ext cx="1997267" cy="209436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수</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가입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가입순번으로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DD</a:t>
                      </a:r>
                      <a:r>
                        <a:rPr lang="ko-KR" altLang="en-US" sz="700" b="0" spc="0" baseline="0" dirty="0">
                          <a:solidFill>
                            <a:schemeClr val="tx1"/>
                          </a:solidFill>
                          <a:latin typeface="나눔고딕" panose="020D0604000000000000" pitchFamily="50" charset="-127"/>
                          <a:ea typeface="나눔고딕" panose="020D0604000000000000" pitchFamily="50" charset="-127"/>
                        </a:rPr>
                        <a:t>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08720304"/>
              </p:ext>
            </p:extLst>
          </p:nvPr>
        </p:nvGraphicFramePr>
        <p:xfrm>
          <a:off x="10031438" y="757238"/>
          <a:ext cx="1997267" cy="50388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7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YYYY-MM-DD .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700" b="0" spc="0" baseline="0" dirty="0">
                          <a:solidFill>
                            <a:schemeClr val="tx1"/>
                          </a:solidFill>
                          <a:latin typeface="나눔고딕" panose="020D0604000000000000" pitchFamily="50" charset="-127"/>
                          <a:ea typeface="나눔고딕" panose="020D0604000000000000" pitchFamily="50" charset="-127"/>
                        </a:rPr>
                        <a:t>(8-1)</a:t>
                      </a:r>
                      <a:r>
                        <a:rPr lang="ko-KR" altLang="en-US" sz="7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7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확인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50155A6A-4C23-2979-CAE9-7F90BB6D2B7C}"/>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944021448"/>
              </p:ext>
            </p:extLst>
          </p:nvPr>
        </p:nvGraphicFramePr>
        <p:xfrm>
          <a:off x="10031438" y="757238"/>
          <a:ext cx="1997267" cy="9732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3434697029"/>
              </p:ext>
            </p:extLst>
          </p:nvPr>
        </p:nvGraphicFramePr>
        <p:xfrm>
          <a:off x="10020525" y="754151"/>
          <a:ext cx="1997267" cy="170806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(2-1)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4117343105"/>
              </p:ext>
            </p:extLst>
          </p:nvPr>
        </p:nvGraphicFramePr>
        <p:xfrm>
          <a:off x="10020525" y="754151"/>
          <a:ext cx="1997267" cy="239229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a:t>
                      </a:r>
                      <a:r>
                        <a:rPr lang="en-US" altLang="ko-KR" sz="700" b="0" spc="0" baseline="0" dirty="0">
                          <a:solidFill>
                            <a:schemeClr val="tx1"/>
                          </a:solidFill>
                          <a:latin typeface="나눔고딕" panose="020D0604000000000000" pitchFamily="50" charset="-127"/>
                          <a:ea typeface="나눔고딕" panose="020D0604000000000000" pitchFamily="50" charset="-127"/>
                        </a:rPr>
                        <a:t>(Index)</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노출</a:t>
                      </a:r>
                      <a:r>
                        <a:rPr lang="en-US" altLang="ko-KR" sz="700" b="0" spc="0" baseline="0" dirty="0">
                          <a:solidFill>
                            <a:schemeClr val="tx1"/>
                          </a:solidFill>
                          <a:latin typeface="나눔고딕" panose="020D0604000000000000" pitchFamily="50" charset="-127"/>
                          <a:ea typeface="나눔고딕" panose="020D0604000000000000" pitchFamily="50" charset="-127"/>
                        </a:rPr>
                        <a:t> : APP</a:t>
                      </a:r>
                      <a:r>
                        <a:rPr lang="ko-KR" altLang="en-US" sz="7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989930670"/>
              </p:ext>
            </p:extLst>
          </p:nvPr>
        </p:nvGraphicFramePr>
        <p:xfrm>
          <a:off x="10031438" y="757238"/>
          <a:ext cx="1997267" cy="310542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nvGraphicFramePr>
        <p:xfrm>
          <a:off x="10031438" y="757238"/>
          <a:ext cx="1997267" cy="299874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107291814"/>
              </p:ext>
            </p:extLst>
          </p:nvPr>
        </p:nvGraphicFramePr>
        <p:xfrm>
          <a:off x="10020525" y="754151"/>
          <a:ext cx="1997267" cy="238856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링크 </a:t>
                      </a:r>
                      <a:r>
                        <a:rPr lang="en-US" altLang="ko-KR" sz="700" b="0" spc="0" baseline="0" dirty="0">
                          <a:solidFill>
                            <a:schemeClr val="tx1"/>
                          </a:solidFill>
                          <a:latin typeface="나눔고딕" panose="020D0604000000000000" pitchFamily="50" charset="-127"/>
                          <a:ea typeface="나눔고딕" panose="020D0604000000000000" pitchFamily="50" charset="-127"/>
                        </a:rPr>
                        <a:t>: APP</a:t>
                      </a:r>
                      <a:r>
                        <a:rPr lang="ko-KR" altLang="en-US" sz="7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노출 </a:t>
                      </a: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2082547097"/>
              </p:ext>
            </p:extLst>
          </p:nvPr>
        </p:nvGraphicFramePr>
        <p:xfrm>
          <a:off x="10031438" y="757238"/>
          <a:ext cx="1997267" cy="287823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2453327472"/>
              </p:ext>
            </p:extLst>
          </p:nvPr>
        </p:nvGraphicFramePr>
        <p:xfrm>
          <a:off x="10031438" y="757238"/>
          <a:ext cx="1997267" cy="284941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7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4215858241"/>
              </p:ext>
            </p:extLst>
          </p:nvPr>
        </p:nvGraphicFramePr>
        <p:xfrm>
          <a:off x="10020525" y="754151"/>
          <a:ext cx="1997267" cy="261555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성공</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알림은 </a:t>
                      </a:r>
                      <a:r>
                        <a:rPr lang="en-US" altLang="ko-KR" sz="700" b="0" spc="0" baseline="0" dirty="0">
                          <a:solidFill>
                            <a:schemeClr val="tx1"/>
                          </a:solidFill>
                          <a:latin typeface="나눔고딕" panose="020D0604000000000000" pitchFamily="50" charset="-127"/>
                          <a:ea typeface="나눔고딕" panose="020D0604000000000000" pitchFamily="50" charset="-127"/>
                        </a:rPr>
                        <a:t>APP </a:t>
                      </a:r>
                      <a:r>
                        <a:rPr lang="ko-KR" altLang="en-US" sz="7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86460002"/>
              </p:ext>
            </p:extLst>
          </p:nvPr>
        </p:nvGraphicFramePr>
        <p:xfrm>
          <a:off x="10020525" y="754151"/>
          <a:ext cx="1997267" cy="827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7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25845</TotalTime>
  <Words>4901</Words>
  <Application>Microsoft Office PowerPoint</Application>
  <PresentationFormat>와이드스크린</PresentationFormat>
  <Paragraphs>1634</Paragraphs>
  <Slides>49</Slides>
  <Notes>1</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49</vt:i4>
      </vt:variant>
    </vt:vector>
  </HeadingPairs>
  <TitlesOfParts>
    <vt:vector size="59" baseType="lpstr">
      <vt:lpstr>굴림</vt:lpstr>
      <vt:lpstr>나눔명조</vt:lpstr>
      <vt:lpstr>HY헤드라인M</vt:lpstr>
      <vt:lpstr>Arial</vt:lpstr>
      <vt:lpstr>나눔고딕</vt:lpstr>
      <vt:lpstr>Arial Black</vt:lpstr>
      <vt:lpstr>맑은 고딕</vt:lpstr>
      <vt:lpstr>돋움</vt:lpstr>
      <vt:lpstr>Office 테마</vt:lpstr>
      <vt:lpstr>디자인 사용자 지정</vt:lpstr>
      <vt:lpstr>든든하이! 스토리보드 v0.1 </vt:lpstr>
      <vt:lpstr>History</vt:lpstr>
      <vt:lpstr>01. 회원가입, 로그인</vt:lpstr>
      <vt:lpstr> </vt:lpstr>
      <vt:lpstr> </vt:lpstr>
      <vt:lpstr> </vt:lpstr>
      <vt:lpstr> </vt:lpstr>
      <vt:lpstr> </vt:lpstr>
      <vt:lpstr> </vt:lpstr>
      <vt:lpstr> </vt:lpstr>
      <vt:lpstr> </vt:lpstr>
      <vt:lpstr> </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마이페이지</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1485</cp:revision>
  <dcterms:created xsi:type="dcterms:W3CDTF">2022-08-18T05:53:56Z</dcterms:created>
  <dcterms:modified xsi:type="dcterms:W3CDTF">2025-04-03T04:46:57Z</dcterms:modified>
</cp:coreProperties>
</file>