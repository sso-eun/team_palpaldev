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50"/>
  </p:notesMasterIdLst>
  <p:handoutMasterIdLst>
    <p:handoutMasterId r:id="rId51"/>
  </p:handoutMasterIdLst>
  <p:sldIdLst>
    <p:sldId id="902" r:id="rId3"/>
    <p:sldId id="265" r:id="rId4"/>
    <p:sldId id="613" r:id="rId5"/>
    <p:sldId id="855" r:id="rId6"/>
    <p:sldId id="997" r:id="rId7"/>
    <p:sldId id="998" r:id="rId8"/>
    <p:sldId id="999" r:id="rId9"/>
    <p:sldId id="1000" r:id="rId10"/>
    <p:sldId id="1001" r:id="rId11"/>
    <p:sldId id="1003" r:id="rId12"/>
    <p:sldId id="993" r:id="rId13"/>
    <p:sldId id="846" r:id="rId14"/>
    <p:sldId id="847" r:id="rId15"/>
    <p:sldId id="848" r:id="rId16"/>
    <p:sldId id="849" r:id="rId17"/>
    <p:sldId id="850" r:id="rId18"/>
    <p:sldId id="301" r:id="rId19"/>
    <p:sldId id="986" r:id="rId20"/>
    <p:sldId id="987" r:id="rId21"/>
    <p:sldId id="988" r:id="rId22"/>
    <p:sldId id="989" r:id="rId23"/>
    <p:sldId id="990" r:id="rId24"/>
    <p:sldId id="851" r:id="rId25"/>
    <p:sldId id="994" r:id="rId26"/>
    <p:sldId id="852" r:id="rId27"/>
    <p:sldId id="854" r:id="rId28"/>
    <p:sldId id="991" r:id="rId29"/>
    <p:sldId id="992" r:id="rId30"/>
    <p:sldId id="995" r:id="rId31"/>
    <p:sldId id="821" r:id="rId32"/>
    <p:sldId id="996" r:id="rId33"/>
    <p:sldId id="951" r:id="rId34"/>
    <p:sldId id="970" r:id="rId35"/>
    <p:sldId id="974" r:id="rId36"/>
    <p:sldId id="973" r:id="rId37"/>
    <p:sldId id="971" r:id="rId38"/>
    <p:sldId id="975" r:id="rId39"/>
    <p:sldId id="976" r:id="rId40"/>
    <p:sldId id="977" r:id="rId41"/>
    <p:sldId id="978" r:id="rId42"/>
    <p:sldId id="979" r:id="rId43"/>
    <p:sldId id="980" r:id="rId44"/>
    <p:sldId id="981" r:id="rId45"/>
    <p:sldId id="982" r:id="rId46"/>
    <p:sldId id="983" r:id="rId47"/>
    <p:sldId id="984" r:id="rId48"/>
    <p:sldId id="985" r:id="rId49"/>
  </p:sldIdLst>
  <p:sldSz cx="12192000" cy="6858000"/>
  <p:notesSz cx="6858000" cy="9144000"/>
  <p:embeddedFontLst>
    <p:embeddedFont>
      <p:font typeface="나눔명조" panose="020B0600000101010101" charset="-127"/>
      <p:regular r:id="rId52"/>
      <p:bold r:id="rId53"/>
    </p:embeddedFont>
    <p:embeddedFont>
      <p:font typeface="Arial Black" panose="020B0A04020102020204" pitchFamily="34" charset="0"/>
      <p:bold r:id="rId54"/>
    </p:embeddedFont>
    <p:embeddedFont>
      <p:font typeface="HY헤드라인M" panose="02030600000101010101" pitchFamily="18" charset="-127"/>
      <p:regular r:id="rId55"/>
    </p:embeddedFont>
    <p:embeddedFont>
      <p:font typeface="나눔고딕" panose="020D0604000000000000" pitchFamily="50" charset="-127"/>
      <p:regular r:id="rId56"/>
      <p:bold r:id="rId57"/>
    </p:embeddedFont>
    <p:embeddedFont>
      <p:font typeface="맑은 고딕" panose="020B0503020000020004" pitchFamily="50" charset="-127"/>
      <p:regular r:id="rId58"/>
      <p:bold r:id="rId59"/>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회원가입, 로그인" id="{83CC3379-4424-4732-B7A0-D6E2D4FCB320}">
          <p14:sldIdLst>
            <p14:sldId id="613"/>
            <p14:sldId id="855"/>
            <p14:sldId id="997"/>
            <p14:sldId id="998"/>
            <p14:sldId id="999"/>
            <p14:sldId id="1000"/>
            <p14:sldId id="1001"/>
            <p14:sldId id="1003"/>
          </p14:sldIdLst>
        </p14:section>
        <p14:section name="메인" id="{6A86A97E-BD23-4942-9D09-15BF2134FEA9}">
          <p14:sldIdLst>
            <p14:sldId id="993"/>
            <p14:sldId id="846"/>
            <p14:sldId id="847"/>
            <p14:sldId id="848"/>
            <p14:sldId id="849"/>
            <p14:sldId id="850"/>
            <p14:sldId id="301"/>
            <p14:sldId id="986"/>
            <p14:sldId id="987"/>
            <p14:sldId id="988"/>
            <p14:sldId id="989"/>
            <p14:sldId id="990"/>
            <p14:sldId id="851"/>
          </p14:sldIdLst>
        </p14:section>
        <p14:section name="마이페이지" id="{D6EFD372-0FC8-4135-B228-E6C81CE422D5}">
          <p14:sldIdLst>
            <p14:sldId id="994"/>
            <p14:sldId id="852"/>
            <p14:sldId id="854"/>
            <p14:sldId id="991"/>
            <p14:sldId id="992"/>
          </p14:sldIdLst>
        </p14:section>
        <p14:section name="관리사이트_WEB" id="{457D9A56-DF8D-4B3D-BC0A-821285F6A7A2}">
          <p14:sldIdLst>
            <p14:sldId id="995"/>
            <p14:sldId id="821"/>
            <p14:sldId id="996"/>
            <p14:sldId id="951"/>
            <p14:sldId id="970"/>
            <p14:sldId id="974"/>
            <p14:sldId id="973"/>
            <p14:sldId id="971"/>
            <p14:sldId id="975"/>
            <p14:sldId id="976"/>
            <p14:sldId id="977"/>
            <p14:sldId id="978"/>
            <p14:sldId id="979"/>
            <p14:sldId id="980"/>
            <p14:sldId id="981"/>
            <p14:sldId id="982"/>
            <p14:sldId id="983"/>
            <p14:sldId id="984"/>
            <p14:sldId id="9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C3F6A2-2C65-4ADA-B904-C1714C4A4875}" v="24" dt="2025-04-03T06:03:27.23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8" autoAdjust="0"/>
    <p:restoredTop sz="97473" autoAdjust="0"/>
  </p:normalViewPr>
  <p:slideViewPr>
    <p:cSldViewPr snapToGrid="0">
      <p:cViewPr>
        <p:scale>
          <a:sx n="66" d="100"/>
          <a:sy n="66" d="100"/>
        </p:scale>
        <p:origin x="-90" y="378"/>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font" Target="fonts/font4.fntdata"/><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2.fntdata"/><Relationship Id="rId58" Type="http://schemas.openxmlformats.org/officeDocument/2006/relationships/font" Target="fonts/font7.fntdata"/><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5.fntdata"/><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3.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6.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1.fntdata"/><Relationship Id="rId60" Type="http://schemas.openxmlformats.org/officeDocument/2006/relationships/commentAuthors" Target="commentAuthors.xml"/><Relationship Id="rId65"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2025-04-03</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6</a:t>
            </a:fld>
            <a:endParaRPr lang="ko-KR" altLang="en-US"/>
          </a:p>
        </p:txBody>
      </p:sp>
    </p:spTree>
    <p:extLst>
      <p:ext uri="{BB962C8B-B14F-4D97-AF65-F5344CB8AC3E}">
        <p14:creationId xmlns:p14="http://schemas.microsoft.com/office/powerpoint/2010/main" val="2483725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7</a:t>
            </a:fld>
            <a:endParaRPr lang="ko-KR" altLang="en-US"/>
          </a:p>
        </p:txBody>
      </p:sp>
    </p:spTree>
    <p:extLst>
      <p:ext uri="{BB962C8B-B14F-4D97-AF65-F5344CB8AC3E}">
        <p14:creationId xmlns:p14="http://schemas.microsoft.com/office/powerpoint/2010/main" val="889026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8</a:t>
            </a:fld>
            <a:endParaRPr lang="ko-KR" altLang="en-US"/>
          </a:p>
        </p:txBody>
      </p:sp>
    </p:spTree>
    <p:extLst>
      <p:ext uri="{BB962C8B-B14F-4D97-AF65-F5344CB8AC3E}">
        <p14:creationId xmlns:p14="http://schemas.microsoft.com/office/powerpoint/2010/main" val="901592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9</a:t>
            </a:fld>
            <a:endParaRPr lang="ko-KR" altLang="en-US"/>
          </a:p>
        </p:txBody>
      </p:sp>
    </p:spTree>
    <p:extLst>
      <p:ext uri="{BB962C8B-B14F-4D97-AF65-F5344CB8AC3E}">
        <p14:creationId xmlns:p14="http://schemas.microsoft.com/office/powerpoint/2010/main" val="3148814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10</a:t>
            </a:fld>
            <a:endParaRPr lang="ko-KR" altLang="en-US"/>
          </a:p>
        </p:txBody>
      </p:sp>
    </p:spTree>
    <p:extLst>
      <p:ext uri="{BB962C8B-B14F-4D97-AF65-F5344CB8AC3E}">
        <p14:creationId xmlns:p14="http://schemas.microsoft.com/office/powerpoint/2010/main" val="1618368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30</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90" r:id="rId24"/>
    <p:sldLayoutId id="2147483688" r:id="rId25"/>
    <p:sldLayoutId id="2147483689" r:id="rId2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4.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4.xml"/><Relationship Id="rId4" Type="http://schemas.openxmlformats.org/officeDocument/2006/relationships/image" Target="../media/image27.svg"/></Relationships>
</file>

<file path=ppt/slides/_rels/slide2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 Id="rId4" Type="http://schemas.openxmlformats.org/officeDocument/2006/relationships/image" Target="../media/image34.png"/></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9.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2025.04.03</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descr="텍스트, 스크린샷, 폰트, 번호이(가) 표시된 사진&#10;&#10;자동 생성된 설명">
            <a:extLst>
              <a:ext uri="{FF2B5EF4-FFF2-40B4-BE49-F238E27FC236}">
                <a16:creationId xmlns:a16="http://schemas.microsoft.com/office/drawing/2014/main" id="{32403ED9-A8D3-4BBA-8792-A67DD937D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8992" y="1644383"/>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err="1"/>
              <a:t>첫페이지</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en-US" altLang="ko-KR" sz="1000" dirty="0">
                <a:solidFill>
                  <a:schemeClr val="bg1"/>
                </a:solidFill>
              </a:rPr>
              <a:t> </a:t>
            </a:r>
            <a:r>
              <a:rPr lang="ko-KR" altLang="en-US" sz="1000" dirty="0" err="1">
                <a:solidFill>
                  <a:schemeClr val="bg1"/>
                </a:solidFill>
              </a:rPr>
              <a:t>첫페이지</a:t>
            </a:r>
            <a:endParaRPr lang="ko-KR" altLang="en-US" sz="1000" dirty="0">
              <a:solidFill>
                <a:schemeClr val="bg1"/>
              </a:solidFill>
            </a:endParaRP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3704898293"/>
              </p:ext>
            </p:extLst>
          </p:nvPr>
        </p:nvGraphicFramePr>
        <p:xfrm>
          <a:off x="8275036" y="755897"/>
          <a:ext cx="3759640" cy="2688053"/>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앱설치시</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첫번째 화면</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_10pt</a:t>
                      </a:r>
                    </a:p>
                    <a:p>
                      <a:pPr marL="0" indent="0" algn="l" latinLnBrk="1">
                        <a:lnSpc>
                          <a:spcPct val="100000"/>
                        </a:lnSpc>
                        <a:buFontTx/>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최초 앱 입장시만 출력</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#e2e2e2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시니어 로그인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기존 시니어 가입자용</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로그인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시니어 회원가입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신규 시니어 가입자용</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보호자용 이동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보호자용</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로그인</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 선택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659069" y="33711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3875342" y="3230794"/>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9A7BFD3E-FA27-4C67-A30B-D2ED866AEBFB}"/>
              </a:ext>
            </a:extLst>
          </p:cNvPr>
          <p:cNvSpPr/>
          <p:nvPr/>
        </p:nvSpPr>
        <p:spPr>
          <a:xfrm>
            <a:off x="3493369" y="53654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47632B1A-DC68-4253-9224-F4D4B3A3A9DD}"/>
              </a:ext>
            </a:extLst>
          </p:cNvPr>
          <p:cNvSpPr/>
          <p:nvPr/>
        </p:nvSpPr>
        <p:spPr>
          <a:xfrm>
            <a:off x="3783330" y="5365476"/>
            <a:ext cx="838227" cy="2162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3811469" y="43274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a:off x="4027742" y="4187104"/>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814461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번호이(가) 표시된 사진&#10;&#10;자동 생성된 설명">
            <a:extLst>
              <a:ext uri="{FF2B5EF4-FFF2-40B4-BE49-F238E27FC236}">
                <a16:creationId xmlns:a16="http://schemas.microsoft.com/office/drawing/2014/main" id="{25FA173A-F692-44FC-9FD4-CFA53AC89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8992" y="1657350"/>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a:t>
            </a:r>
            <a:r>
              <a:rPr lang="ko-KR" altLang="en-US" dirty="0"/>
              <a:t>보호자</a:t>
            </a:r>
            <a:r>
              <a:rPr lang="en-US" altLang="ko-KR" dirty="0"/>
              <a:t>_</a:t>
            </a:r>
            <a:r>
              <a:rPr lang="ko-KR" altLang="en-US" dirty="0"/>
              <a:t>로그인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로그인</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750480446"/>
              </p:ext>
            </p:extLst>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입력필드</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입력필드</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en-US" altLang="ko-KR" sz="7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7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이름</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a:t>
                      </a:r>
                      <a:r>
                        <a:rPr lang="ko-KR" altLang="en-US" sz="700" b="0" spc="0" baseline="0" dirty="0" err="1">
                          <a:solidFill>
                            <a:schemeClr val="tx1"/>
                          </a:solidFill>
                          <a:latin typeface="나눔고딕" panose="020D0604000000000000" pitchFamily="50" charset="-127"/>
                          <a:ea typeface="나눔고딕" panose="020D0604000000000000" pitchFamily="50" charset="-127"/>
                        </a:rPr>
                        <a:t>일치시</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700" b="0" spc="0" baseline="0" dirty="0">
                          <a:solidFill>
                            <a:schemeClr val="tx1"/>
                          </a:solidFill>
                          <a:latin typeface="나눔고딕" panose="020D0604000000000000" pitchFamily="50" charset="-127"/>
                          <a:ea typeface="나눔고딕" panose="020D0604000000000000" pitchFamily="50" charset="-127"/>
                        </a:rPr>
                        <a:t>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09642" y="32315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3925915" y="3091273"/>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47632B1A-DC68-4253-9224-F4D4B3A3A9DD}"/>
              </a:ext>
            </a:extLst>
          </p:cNvPr>
          <p:cNvSpPr/>
          <p:nvPr/>
        </p:nvSpPr>
        <p:spPr>
          <a:xfrm>
            <a:off x="3819878" y="4805677"/>
            <a:ext cx="838227" cy="3949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3698225" y="414740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a:off x="3914498" y="400709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3" name="타원 22">
            <a:extLst>
              <a:ext uri="{FF2B5EF4-FFF2-40B4-BE49-F238E27FC236}">
                <a16:creationId xmlns:a16="http://schemas.microsoft.com/office/drawing/2014/main" id="{F6EE8DAA-738C-4D82-9FE3-76225659B117}"/>
              </a:ext>
            </a:extLst>
          </p:cNvPr>
          <p:cNvSpPr/>
          <p:nvPr/>
        </p:nvSpPr>
        <p:spPr>
          <a:xfrm>
            <a:off x="3596296" y="492845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774316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descr="텍스트, 스크린샷, 폰트, 번호이(가) 표시된 사진&#10;&#10;자동 생성된 설명">
            <a:extLst>
              <a:ext uri="{FF2B5EF4-FFF2-40B4-BE49-F238E27FC236}">
                <a16:creationId xmlns:a16="http://schemas.microsoft.com/office/drawing/2014/main" id="{5A3C8E3B-E7DA-490E-A73D-22BA21E56D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1163" y="1644650"/>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a:t>
            </a:r>
            <a:r>
              <a:rPr lang="ko-KR" altLang="en-US" dirty="0"/>
              <a:t>보호자</a:t>
            </a:r>
            <a:r>
              <a:rPr lang="en-US" altLang="ko-KR" dirty="0"/>
              <a:t>_</a:t>
            </a:r>
            <a:r>
              <a:rPr lang="ko-KR" altLang="en-US" dirty="0"/>
              <a:t>회원가입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855778566"/>
              </p:ext>
            </p:extLst>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입력필드</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입력필드</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en-US" altLang="ko-KR" sz="7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7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인증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통신사 </a:t>
                      </a:r>
                      <a:r>
                        <a:rPr lang="ko-KR" altLang="en-US" sz="700" b="0" spc="0" baseline="0" dirty="0" err="1">
                          <a:solidFill>
                            <a:schemeClr val="tx1"/>
                          </a:solidFill>
                          <a:latin typeface="나눔고딕" panose="020D0604000000000000" pitchFamily="50" charset="-127"/>
                          <a:ea typeface="나눔고딕" panose="020D0604000000000000" pitchFamily="50" charset="-127"/>
                        </a:rPr>
                        <a:t>인증페이지으로</a:t>
                      </a:r>
                      <a:r>
                        <a:rPr lang="ko-KR" altLang="en-US" sz="700" b="0" spc="0" baseline="0" dirty="0">
                          <a:solidFill>
                            <a:schemeClr val="tx1"/>
                          </a:solidFill>
                          <a:latin typeface="나눔고딕" panose="020D0604000000000000" pitchFamily="50" charset="-127"/>
                          <a:ea typeface="나눔고딕" panose="020D0604000000000000" pitchFamily="50" charset="-127"/>
                        </a:rPr>
                        <a:t>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 </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01609" y="317072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017882" y="3030418"/>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47632B1A-DC68-4253-9224-F4D4B3A3A9DD}"/>
              </a:ext>
            </a:extLst>
          </p:cNvPr>
          <p:cNvSpPr/>
          <p:nvPr/>
        </p:nvSpPr>
        <p:spPr>
          <a:xfrm>
            <a:off x="3890322" y="5039579"/>
            <a:ext cx="838227" cy="529062"/>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3788617" y="41145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3" name="타원 22">
            <a:extLst>
              <a:ext uri="{FF2B5EF4-FFF2-40B4-BE49-F238E27FC236}">
                <a16:creationId xmlns:a16="http://schemas.microsoft.com/office/drawing/2014/main" id="{F6EE8DAA-738C-4D82-9FE3-76225659B117}"/>
              </a:ext>
            </a:extLst>
          </p:cNvPr>
          <p:cNvSpPr/>
          <p:nvPr/>
        </p:nvSpPr>
        <p:spPr>
          <a:xfrm>
            <a:off x="3674049" y="52388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4017882" y="398060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546871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디자인, 영수증이(가) 표시된 사진&#10;&#10;자동 생성된 설명">
            <a:extLst>
              <a:ext uri="{FF2B5EF4-FFF2-40B4-BE49-F238E27FC236}">
                <a16:creationId xmlns:a16="http://schemas.microsoft.com/office/drawing/2014/main" id="{3AF10E42-C0FE-45C4-A4A6-0DBD53F9B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7889" y="1619250"/>
            <a:ext cx="2174856"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a:t>
            </a:r>
            <a:r>
              <a:rPr lang="ko-KR" altLang="en-US" dirty="0"/>
              <a:t>보호자</a:t>
            </a:r>
            <a:r>
              <a:rPr lang="en-US" altLang="ko-KR" dirty="0"/>
              <a:t>_</a:t>
            </a:r>
            <a:r>
              <a:rPr lang="ko-KR" altLang="en-US" dirty="0"/>
              <a:t>회원가입</a:t>
            </a:r>
            <a:r>
              <a:rPr lang="en-US" altLang="ko-KR" dirty="0"/>
              <a:t>_</a:t>
            </a:r>
            <a:r>
              <a:rPr lang="ko-KR" altLang="en-US" dirty="0"/>
              <a:t>전화번호인증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전화번호 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915409849"/>
              </p:ext>
            </p:extLst>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 인증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통신사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통신사 선택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전체동의해야지</a:t>
                      </a:r>
                      <a:r>
                        <a:rPr lang="ko-KR" altLang="en-US" sz="700" b="0" spc="0" baseline="0" dirty="0">
                          <a:solidFill>
                            <a:schemeClr val="tx1"/>
                          </a:solidFill>
                          <a:latin typeface="나눔고딕" panose="020D0604000000000000" pitchFamily="50" charset="-127"/>
                          <a:ea typeface="나눔고딕" panose="020D0604000000000000" pitchFamily="50" charset="-127"/>
                        </a:rPr>
                        <a:t> 인증 가능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인증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pass/</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인증 선택하기</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221163" y="2906621"/>
            <a:ext cx="442219" cy="1101499"/>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3968023" y="333151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rot="10800000">
            <a:off x="6416271" y="4521092"/>
            <a:ext cx="792788" cy="51572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2D76F878-0835-4956-A470-42E34BDF051B}"/>
              </a:ext>
            </a:extLst>
          </p:cNvPr>
          <p:cNvSpPr/>
          <p:nvPr/>
        </p:nvSpPr>
        <p:spPr>
          <a:xfrm>
            <a:off x="7264027" y="46708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4017882" y="4120912"/>
            <a:ext cx="442219" cy="3565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D6B7EE81-2475-4DE6-B9F8-9EC1C0BECD07}"/>
              </a:ext>
            </a:extLst>
          </p:cNvPr>
          <p:cNvSpPr/>
          <p:nvPr/>
        </p:nvSpPr>
        <p:spPr>
          <a:xfrm>
            <a:off x="3761696" y="412091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180236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화이트이(가) 표시된 사진&#10;&#10;자동 생성된 설명">
            <a:extLst>
              <a:ext uri="{FF2B5EF4-FFF2-40B4-BE49-F238E27FC236}">
                <a16:creationId xmlns:a16="http://schemas.microsoft.com/office/drawing/2014/main" id="{9E3B9780-2E76-4A2B-B043-47D7CEA727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4322" y="1712545"/>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_</a:t>
            </a:r>
            <a:r>
              <a:rPr lang="ko-KR" altLang="en-US" dirty="0"/>
              <a:t>회원가입</a:t>
            </a:r>
            <a:r>
              <a:rPr lang="en-US" altLang="ko-KR" dirty="0"/>
              <a:t>_</a:t>
            </a:r>
            <a:r>
              <a:rPr lang="ko-KR" altLang="en-US"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927830138"/>
              </p:ext>
            </p:extLst>
          </p:nvPr>
        </p:nvGraphicFramePr>
        <p:xfrm>
          <a:off x="8275036" y="755897"/>
          <a:ext cx="3759640" cy="1948232"/>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환영문구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3</a:t>
                      </a:r>
                      <a:r>
                        <a:rPr lang="ko-KR" altLang="en-US" sz="7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700" b="0" spc="0" baseline="0" dirty="0">
                          <a:solidFill>
                            <a:schemeClr val="tx1"/>
                          </a:solidFill>
                          <a:latin typeface="나눔고딕" panose="020D0604000000000000" pitchFamily="50" charset="-127"/>
                          <a:ea typeface="나눔고딕" panose="020D0604000000000000" pitchFamily="50" charset="-127"/>
                        </a:rPr>
                        <a:t> 이동한다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7070" y="3320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004890" y="3188162"/>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3788617" y="41145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4017882" y="398060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770116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descr="텍스트, 스크린샷, 폰트, 화이트이(가) 표시된 사진&#10;&#10;자동 생성된 설명">
            <a:extLst>
              <a:ext uri="{FF2B5EF4-FFF2-40B4-BE49-F238E27FC236}">
                <a16:creationId xmlns:a16="http://schemas.microsoft.com/office/drawing/2014/main" id="{15803EEE-570B-4A8E-A0F4-A4670FBD0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4158" y="1603622"/>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시니어인증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 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310203206"/>
              </p:ext>
            </p:extLst>
          </p:nvPr>
        </p:nvGraphicFramePr>
        <p:xfrm>
          <a:off x="8275036" y="755897"/>
          <a:ext cx="3759640" cy="3116648"/>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 정보 입력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171450" indent="-171450" algn="l" latinLnBrk="1">
                        <a:lnSpc>
                          <a:spcPct val="100000"/>
                        </a:lnSpc>
                        <a:buFontTx/>
                        <a:buChar char="-"/>
                      </a:pP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보호자에게만 해당되는 회원가입 페이지</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시니어 이름 입력필드</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시니어 전화번호 입력필드</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en-US" altLang="ko-KR" sz="7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7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파일 올리기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핸드폰 파일에 접근가능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가족관계증명서를 올릴 수 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확인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 완료 페이지로 이동한다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852149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570615" y="29235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3786888" y="2783198"/>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47632B1A-DC68-4253-9224-F4D4B3A3A9DD}"/>
              </a:ext>
            </a:extLst>
          </p:cNvPr>
          <p:cNvSpPr/>
          <p:nvPr/>
        </p:nvSpPr>
        <p:spPr>
          <a:xfrm>
            <a:off x="3481498" y="4562803"/>
            <a:ext cx="838227" cy="3949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3557623" y="3867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rot="10800000">
            <a:off x="5905961" y="5146241"/>
            <a:ext cx="792788" cy="21627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3" name="타원 22">
            <a:extLst>
              <a:ext uri="{FF2B5EF4-FFF2-40B4-BE49-F238E27FC236}">
                <a16:creationId xmlns:a16="http://schemas.microsoft.com/office/drawing/2014/main" id="{F6EE8DAA-738C-4D82-9FE3-76225659B117}"/>
              </a:ext>
            </a:extLst>
          </p:cNvPr>
          <p:cNvSpPr/>
          <p:nvPr/>
        </p:nvSpPr>
        <p:spPr>
          <a:xfrm>
            <a:off x="3261840" y="465215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9" name="타원 18">
            <a:extLst>
              <a:ext uri="{FF2B5EF4-FFF2-40B4-BE49-F238E27FC236}">
                <a16:creationId xmlns:a16="http://schemas.microsoft.com/office/drawing/2014/main" id="{2D76F878-0835-4956-A470-42E34BDF051B}"/>
              </a:ext>
            </a:extLst>
          </p:cNvPr>
          <p:cNvSpPr/>
          <p:nvPr/>
        </p:nvSpPr>
        <p:spPr>
          <a:xfrm>
            <a:off x="6724733" y="511407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3786888" y="373338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045818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3548495975"/>
              </p:ext>
            </p:extLst>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환영문구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3</a:t>
                      </a:r>
                      <a:r>
                        <a:rPr lang="ko-KR" altLang="en-US" sz="7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700" b="0" spc="0" baseline="0" dirty="0">
                          <a:solidFill>
                            <a:schemeClr val="tx1"/>
                          </a:solidFill>
                          <a:latin typeface="나눔고딕" panose="020D0604000000000000" pitchFamily="50" charset="-127"/>
                          <a:ea typeface="나눔고딕" panose="020D0604000000000000" pitchFamily="50" charset="-127"/>
                        </a:rPr>
                        <a:t> 이동한다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1986324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5" name="타원 14">
            <a:extLst>
              <a:ext uri="{FF2B5EF4-FFF2-40B4-BE49-F238E27FC236}">
                <a16:creationId xmlns:a16="http://schemas.microsoft.com/office/drawing/2014/main" id="{A18923CA-2696-4623-B3C0-4BD38938C0DA}"/>
              </a:ext>
            </a:extLst>
          </p:cNvPr>
          <p:cNvSpPr/>
          <p:nvPr/>
        </p:nvSpPr>
        <p:spPr>
          <a:xfrm>
            <a:off x="3557623" y="32105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C9428C16-30C6-4C01-9B57-47C9D2187F99}"/>
              </a:ext>
            </a:extLst>
          </p:cNvPr>
          <p:cNvSpPr/>
          <p:nvPr/>
        </p:nvSpPr>
        <p:spPr>
          <a:xfrm>
            <a:off x="3773896" y="3070234"/>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8">
            <a:extLst>
              <a:ext uri="{FF2B5EF4-FFF2-40B4-BE49-F238E27FC236}">
                <a16:creationId xmlns:a16="http://schemas.microsoft.com/office/drawing/2014/main" id="{F1928E21-E40D-49B0-AD70-675A09723FA8}"/>
              </a:ext>
            </a:extLst>
          </p:cNvPr>
          <p:cNvSpPr/>
          <p:nvPr/>
        </p:nvSpPr>
        <p:spPr>
          <a:xfrm>
            <a:off x="3534976" y="4246573"/>
            <a:ext cx="838227" cy="3949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타원 19">
            <a:extLst>
              <a:ext uri="{FF2B5EF4-FFF2-40B4-BE49-F238E27FC236}">
                <a16:creationId xmlns:a16="http://schemas.microsoft.com/office/drawing/2014/main" id="{5CF9221B-850A-46E9-9621-CA93E6449C87}"/>
              </a:ext>
            </a:extLst>
          </p:cNvPr>
          <p:cNvSpPr/>
          <p:nvPr/>
        </p:nvSpPr>
        <p:spPr>
          <a:xfrm>
            <a:off x="6724733" y="35671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E7A19971-50E1-4FA7-A352-59E8596FA133}"/>
              </a:ext>
            </a:extLst>
          </p:cNvPr>
          <p:cNvSpPr/>
          <p:nvPr/>
        </p:nvSpPr>
        <p:spPr>
          <a:xfrm>
            <a:off x="3315318" y="43359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3" name="왼쪽 중괄호 22">
            <a:extLst>
              <a:ext uri="{FF2B5EF4-FFF2-40B4-BE49-F238E27FC236}">
                <a16:creationId xmlns:a16="http://schemas.microsoft.com/office/drawing/2014/main" id="{798B1C3A-CDE4-4753-B23C-6CE39DFBAE9A}"/>
              </a:ext>
            </a:extLst>
          </p:cNvPr>
          <p:cNvSpPr/>
          <p:nvPr/>
        </p:nvSpPr>
        <p:spPr>
          <a:xfrm rot="10800000">
            <a:off x="6282514" y="3567121"/>
            <a:ext cx="442219" cy="21627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5" name="그림 24" descr="텍스트, 스크린샷, 폰트, 화이트이(가) 표시된 사진&#10;&#10;자동 생성된 설명">
            <a:extLst>
              <a:ext uri="{FF2B5EF4-FFF2-40B4-BE49-F238E27FC236}">
                <a16:creationId xmlns:a16="http://schemas.microsoft.com/office/drawing/2014/main" id="{31D132FA-7864-4579-9236-67F43D8F1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992" y="1647825"/>
            <a:ext cx="2174855" cy="4320000"/>
          </a:xfrm>
          <a:prstGeom prst="rect">
            <a:avLst/>
          </a:prstGeom>
        </p:spPr>
      </p:pic>
    </p:spTree>
    <p:extLst>
      <p:ext uri="{BB962C8B-B14F-4D97-AF65-F5344CB8AC3E}">
        <p14:creationId xmlns:p14="http://schemas.microsoft.com/office/powerpoint/2010/main" val="2437823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43E1-5BC6-2C4A-FAA0-1A89955F83C8}"/>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7F5AFCB-45FB-F98B-99F2-787EBF42F806}"/>
              </a:ext>
            </a:extLst>
          </p:cNvPr>
          <p:cNvSpPr>
            <a:spLocks noGrp="1"/>
          </p:cNvSpPr>
          <p:nvPr>
            <p:ph type="title"/>
          </p:nvPr>
        </p:nvSpPr>
        <p:spPr/>
        <p:txBody>
          <a:bodyPr/>
          <a:lstStyle/>
          <a:p>
            <a:pPr algn="ctr"/>
            <a:r>
              <a:rPr lang="en-US" altLang="ko-KR" dirty="0"/>
              <a:t>02. </a:t>
            </a:r>
            <a:r>
              <a:rPr lang="ko-KR" altLang="en-US" dirty="0"/>
              <a:t>메인</a:t>
            </a:r>
          </a:p>
        </p:txBody>
      </p:sp>
    </p:spTree>
    <p:extLst>
      <p:ext uri="{BB962C8B-B14F-4D97-AF65-F5344CB8AC3E}">
        <p14:creationId xmlns:p14="http://schemas.microsoft.com/office/powerpoint/2010/main" val="2783633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5885583A-1651-CA19-A0A6-4FDC29E84AF2}"/>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en-US" altLang="ko-KR" dirty="0"/>
              <a:t>25.04.02</a:t>
            </a:r>
            <a:endParaRPr lang="ko-KR" altLang="en-US" dirty="0"/>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CF5AEC78-0F2E-51F6-1364-184F4CD90BD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3904537576"/>
              </p:ext>
            </p:extLst>
          </p:nvPr>
        </p:nvGraphicFramePr>
        <p:xfrm>
          <a:off x="8284512" y="755897"/>
          <a:ext cx="3750164" cy="4419882"/>
        </p:xfrm>
        <a:graphic>
          <a:graphicData uri="http://schemas.openxmlformats.org/drawingml/2006/table">
            <a:tbl>
              <a:tblPr firstRow="1" bandRow="1">
                <a:tableStyleId>{5C22544A-7EE6-4342-B048-85BDC9FD1C3A}</a:tableStyleId>
              </a:tblPr>
              <a:tblGrid>
                <a:gridCol w="470646">
                  <a:extLst>
                    <a:ext uri="{9D8B030D-6E8A-4147-A177-3AD203B41FA5}">
                      <a16:colId xmlns:a16="http://schemas.microsoft.com/office/drawing/2014/main" val="3530039664"/>
                    </a:ext>
                  </a:extLst>
                </a:gridCol>
                <a:gridCol w="3279518">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메인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 및 환영인사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전화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카메라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지난이야기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보호자와 시니어가 주고 받은 사진들의 히스토리를 볼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내 근처 장소 찾기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도움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434AE2E3-545A-E202-B7EA-2CDAC9AE8483}"/>
              </a:ext>
            </a:extLst>
          </p:cNvPr>
          <p:cNvSpPr/>
          <p:nvPr/>
        </p:nvSpPr>
        <p:spPr>
          <a:xfrm>
            <a:off x="3885595" y="20097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9A7BBDAF-476C-B9FD-FF53-9E38F40FBD7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4" name="타원 33">
            <a:extLst>
              <a:ext uri="{FF2B5EF4-FFF2-40B4-BE49-F238E27FC236}">
                <a16:creationId xmlns:a16="http://schemas.microsoft.com/office/drawing/2014/main" id="{7BF5FC3C-B541-9802-87C6-8A5AE959721B}"/>
              </a:ext>
            </a:extLst>
          </p:cNvPr>
          <p:cNvSpPr/>
          <p:nvPr/>
        </p:nvSpPr>
        <p:spPr>
          <a:xfrm>
            <a:off x="3854042" y="31659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5" name="왼쪽 중괄호 34">
            <a:extLst>
              <a:ext uri="{FF2B5EF4-FFF2-40B4-BE49-F238E27FC236}">
                <a16:creationId xmlns:a16="http://schemas.microsoft.com/office/drawing/2014/main" id="{E2765FD3-5D38-DB24-CBD8-62BF1D63B4D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타원 35">
            <a:extLst>
              <a:ext uri="{FF2B5EF4-FFF2-40B4-BE49-F238E27FC236}">
                <a16:creationId xmlns:a16="http://schemas.microsoft.com/office/drawing/2014/main" id="{13F30480-DFFF-3006-F14B-8329FC40068D}"/>
              </a:ext>
            </a:extLst>
          </p:cNvPr>
          <p:cNvSpPr/>
          <p:nvPr/>
        </p:nvSpPr>
        <p:spPr>
          <a:xfrm>
            <a:off x="3817399" y="42920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11" name="그림 10">
            <a:extLst>
              <a:ext uri="{FF2B5EF4-FFF2-40B4-BE49-F238E27FC236}">
                <a16:creationId xmlns:a16="http://schemas.microsoft.com/office/drawing/2014/main" id="{D8B84A68-1083-F33B-8FDB-BB8AA7E32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545" y="1542825"/>
            <a:ext cx="1999466" cy="4552181"/>
          </a:xfrm>
          <a:prstGeom prst="rect">
            <a:avLst/>
          </a:prstGeom>
        </p:spPr>
      </p:pic>
      <p:sp>
        <p:nvSpPr>
          <p:cNvPr id="17" name="왼쪽 중괄호 16">
            <a:extLst>
              <a:ext uri="{FF2B5EF4-FFF2-40B4-BE49-F238E27FC236}">
                <a16:creationId xmlns:a16="http://schemas.microsoft.com/office/drawing/2014/main" id="{C3C18E38-4946-DD5B-B205-8A76C074B0C0}"/>
              </a:ext>
            </a:extLst>
          </p:cNvPr>
          <p:cNvSpPr/>
          <p:nvPr/>
        </p:nvSpPr>
        <p:spPr>
          <a:xfrm>
            <a:off x="4097204" y="1677734"/>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731150B3-36C7-461C-2DEB-E39910A5EE6D}"/>
              </a:ext>
            </a:extLst>
          </p:cNvPr>
          <p:cNvSpPr/>
          <p:nvPr/>
        </p:nvSpPr>
        <p:spPr>
          <a:xfrm>
            <a:off x="4048129" y="2839720"/>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36">
            <a:extLst>
              <a:ext uri="{FF2B5EF4-FFF2-40B4-BE49-F238E27FC236}">
                <a16:creationId xmlns:a16="http://schemas.microsoft.com/office/drawing/2014/main" id="{F701F372-382D-B723-E35B-839FA52D9B2E}"/>
              </a:ext>
            </a:extLst>
          </p:cNvPr>
          <p:cNvSpPr/>
          <p:nvPr/>
        </p:nvSpPr>
        <p:spPr>
          <a:xfrm>
            <a:off x="4030358" y="3943697"/>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36">
            <a:extLst>
              <a:ext uri="{FF2B5EF4-FFF2-40B4-BE49-F238E27FC236}">
                <a16:creationId xmlns:a16="http://schemas.microsoft.com/office/drawing/2014/main" id="{FAA6CB64-2849-F901-DAD1-6E0A14048538}"/>
              </a:ext>
            </a:extLst>
          </p:cNvPr>
          <p:cNvSpPr/>
          <p:nvPr/>
        </p:nvSpPr>
        <p:spPr>
          <a:xfrm>
            <a:off x="4033294" y="5047674"/>
            <a:ext cx="380470" cy="855740"/>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6" name="타원 25">
            <a:extLst>
              <a:ext uri="{FF2B5EF4-FFF2-40B4-BE49-F238E27FC236}">
                <a16:creationId xmlns:a16="http://schemas.microsoft.com/office/drawing/2014/main" id="{1AEF8AC2-BECD-F112-7F98-26F5AA6856D3}"/>
              </a:ext>
            </a:extLst>
          </p:cNvPr>
          <p:cNvSpPr/>
          <p:nvPr/>
        </p:nvSpPr>
        <p:spPr>
          <a:xfrm>
            <a:off x="3842144"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7" name="왼쪽 중괄호 36">
            <a:extLst>
              <a:ext uri="{FF2B5EF4-FFF2-40B4-BE49-F238E27FC236}">
                <a16:creationId xmlns:a16="http://schemas.microsoft.com/office/drawing/2014/main" id="{73A785DB-6091-31BE-B478-59E7B9EEF8CF}"/>
              </a:ext>
            </a:extLst>
          </p:cNvPr>
          <p:cNvSpPr/>
          <p:nvPr/>
        </p:nvSpPr>
        <p:spPr>
          <a:xfrm flipH="1">
            <a:off x="6243669" y="283972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9" name="타원 28">
            <a:extLst>
              <a:ext uri="{FF2B5EF4-FFF2-40B4-BE49-F238E27FC236}">
                <a16:creationId xmlns:a16="http://schemas.microsoft.com/office/drawing/2014/main" id="{6AE83CA2-94ED-A01B-B7A1-DC7CD8A11E70}"/>
              </a:ext>
            </a:extLst>
          </p:cNvPr>
          <p:cNvSpPr/>
          <p:nvPr/>
        </p:nvSpPr>
        <p:spPr>
          <a:xfrm>
            <a:off x="6496290" y="32098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30" name="타원 29">
            <a:extLst>
              <a:ext uri="{FF2B5EF4-FFF2-40B4-BE49-F238E27FC236}">
                <a16:creationId xmlns:a16="http://schemas.microsoft.com/office/drawing/2014/main" id="{E128BC4F-7081-156B-3EFE-5D555718594D}"/>
              </a:ext>
            </a:extLst>
          </p:cNvPr>
          <p:cNvSpPr/>
          <p:nvPr/>
        </p:nvSpPr>
        <p:spPr>
          <a:xfrm>
            <a:off x="6496290" y="42634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32" name="왼쪽 중괄호 36">
            <a:extLst>
              <a:ext uri="{FF2B5EF4-FFF2-40B4-BE49-F238E27FC236}">
                <a16:creationId xmlns:a16="http://schemas.microsoft.com/office/drawing/2014/main" id="{537AA509-B471-7422-C7C8-5A5BDC96B884}"/>
              </a:ext>
            </a:extLst>
          </p:cNvPr>
          <p:cNvSpPr/>
          <p:nvPr/>
        </p:nvSpPr>
        <p:spPr>
          <a:xfrm flipH="1">
            <a:off x="6221023" y="3943111"/>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왼쪽 중괄호 36">
            <a:extLst>
              <a:ext uri="{FF2B5EF4-FFF2-40B4-BE49-F238E27FC236}">
                <a16:creationId xmlns:a16="http://schemas.microsoft.com/office/drawing/2014/main" id="{398D5426-7E37-57C3-ACB5-F438E7434DD5}"/>
              </a:ext>
            </a:extLst>
          </p:cNvPr>
          <p:cNvSpPr/>
          <p:nvPr/>
        </p:nvSpPr>
        <p:spPr>
          <a:xfrm flipH="1">
            <a:off x="6221023" y="505149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9" name="타원 38">
            <a:extLst>
              <a:ext uri="{FF2B5EF4-FFF2-40B4-BE49-F238E27FC236}">
                <a16:creationId xmlns:a16="http://schemas.microsoft.com/office/drawing/2014/main" id="{7598907A-CDE2-68F6-1158-7DB03947CFB9}"/>
              </a:ext>
            </a:extLst>
          </p:cNvPr>
          <p:cNvSpPr/>
          <p:nvPr/>
        </p:nvSpPr>
        <p:spPr>
          <a:xfrm>
            <a:off x="6496290" y="5409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342027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0640C2E9-3AD1-DCD4-22E3-3E6CA9273DD9}"/>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2F3992FE-835A-4252-9714-D9965E76993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바로 전화</a:t>
            </a:r>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바로 전화</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보호자 이름을 클릭 하면 자동으로 연결 되는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긴급전화</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긴급 상황에 클릭으로 </a:t>
                      </a:r>
                      <a:r>
                        <a:rPr lang="en-US" altLang="ko-KR" sz="700" b="0" spc="0" baseline="0" dirty="0">
                          <a:solidFill>
                            <a:schemeClr val="tx1"/>
                          </a:solidFill>
                          <a:latin typeface="나눔고딕" panose="020D0604000000000000" pitchFamily="50" charset="-127"/>
                          <a:ea typeface="나눔고딕" panose="020D0604000000000000" pitchFamily="50" charset="-127"/>
                        </a:rPr>
                        <a:t>119,112</a:t>
                      </a:r>
                      <a:r>
                        <a:rPr lang="ko-KR" altLang="en-US" sz="7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D8C01CCB-2891-7CB4-016D-2D7992E12324}"/>
              </a:ext>
            </a:extLst>
          </p:cNvPr>
          <p:cNvSpPr/>
          <p:nvPr/>
        </p:nvSpPr>
        <p:spPr>
          <a:xfrm>
            <a:off x="3875527" y="30955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3D7A411-D736-FBC6-ACAF-F8FAD0B8F808}"/>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47AFFE62-9108-7D23-7FA8-38E1C94E706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7D509D2-BEDC-3BD8-7739-83DFB50C6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286" y="1542824"/>
            <a:ext cx="1998791" cy="4448765"/>
          </a:xfrm>
          <a:prstGeom prst="rect">
            <a:avLst/>
          </a:prstGeom>
        </p:spPr>
      </p:pic>
      <p:sp>
        <p:nvSpPr>
          <p:cNvPr id="17" name="왼쪽 중괄호 16">
            <a:extLst>
              <a:ext uri="{FF2B5EF4-FFF2-40B4-BE49-F238E27FC236}">
                <a16:creationId xmlns:a16="http://schemas.microsoft.com/office/drawing/2014/main" id="{CFB29CC2-7AFD-4FE3-7799-6C39E0A614E7}"/>
              </a:ext>
            </a:extLst>
          </p:cNvPr>
          <p:cNvSpPr/>
          <p:nvPr/>
        </p:nvSpPr>
        <p:spPr>
          <a:xfrm>
            <a:off x="4097204" y="1677733"/>
            <a:ext cx="313624" cy="3051922"/>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왼쪽 중괄호 16">
            <a:extLst>
              <a:ext uri="{FF2B5EF4-FFF2-40B4-BE49-F238E27FC236}">
                <a16:creationId xmlns:a16="http://schemas.microsoft.com/office/drawing/2014/main" id="{462F58D8-95BD-7A09-5929-0E02B1528540}"/>
              </a:ext>
            </a:extLst>
          </p:cNvPr>
          <p:cNvSpPr/>
          <p:nvPr/>
        </p:nvSpPr>
        <p:spPr>
          <a:xfrm flipH="1">
            <a:off x="6206957" y="5000021"/>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36026784-4EE4-EC4C-9B49-3403C106DCE0}"/>
              </a:ext>
            </a:extLst>
          </p:cNvPr>
          <p:cNvSpPr/>
          <p:nvPr/>
        </p:nvSpPr>
        <p:spPr>
          <a:xfrm>
            <a:off x="6463862" y="53104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099278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A56F40B7-575C-7588-A72E-CFC28231268D}"/>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8203F82-544B-EDCF-4FA3-9E6DBE30A689}"/>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nvGraphicFramePr>
        <p:xfrm>
          <a:off x="10035210" y="755897"/>
          <a:ext cx="1999466" cy="2532440"/>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재접속</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팝업</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1" spc="0" baseline="0" dirty="0">
                          <a:solidFill>
                            <a:schemeClr val="tx1"/>
                          </a:solidFill>
                          <a:latin typeface="나눔고딕" panose="020D0604000000000000" pitchFamily="50" charset="-127"/>
                          <a:ea typeface="나눔고딕" panose="020D0604000000000000" pitchFamily="50" charset="-127"/>
                        </a:rPr>
                        <a:t> 시 </a:t>
                      </a:r>
                      <a:r>
                        <a:rPr lang="ko-KR" altLang="en-US" sz="700" b="1" spc="0" baseline="0" dirty="0" err="1">
                          <a:solidFill>
                            <a:schemeClr val="tx1"/>
                          </a:solidFill>
                          <a:latin typeface="나눔고딕" panose="020D0604000000000000" pitchFamily="50" charset="-127"/>
                          <a:ea typeface="나눔고딕" panose="020D0604000000000000" pitchFamily="50" charset="-127"/>
                        </a:rPr>
                        <a:t>팝업창</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응</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아니</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C1EE7C8C-4277-BB57-AFB5-0FF67F15071F}"/>
              </a:ext>
            </a:extLst>
          </p:cNvPr>
          <p:cNvSpPr/>
          <p:nvPr/>
        </p:nvSpPr>
        <p:spPr>
          <a:xfrm>
            <a:off x="3753542" y="36168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551D45F-0E0A-73C3-013E-790BB9D99B4D}"/>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2A79AC84-0E44-AA7D-7157-C7EF0423F5D5}"/>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D1BFB6D9-6AF2-CEA9-7825-460CFF6D156E}"/>
              </a:ext>
            </a:extLst>
          </p:cNvPr>
          <p:cNvSpPr/>
          <p:nvPr/>
        </p:nvSpPr>
        <p:spPr>
          <a:xfrm>
            <a:off x="3992407" y="1569596"/>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6" name="그림 5">
            <a:extLst>
              <a:ext uri="{FF2B5EF4-FFF2-40B4-BE49-F238E27FC236}">
                <a16:creationId xmlns:a16="http://schemas.microsoft.com/office/drawing/2014/main" id="{9D5FB984-D25A-0D0A-4591-44B2B468D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030" y="1542825"/>
            <a:ext cx="2040495" cy="4364405"/>
          </a:xfrm>
          <a:prstGeom prst="rect">
            <a:avLst/>
          </a:prstGeom>
        </p:spPr>
      </p:pic>
      <p:sp>
        <p:nvSpPr>
          <p:cNvPr id="7" name="왼쪽 중괄호 16">
            <a:extLst>
              <a:ext uri="{FF2B5EF4-FFF2-40B4-BE49-F238E27FC236}">
                <a16:creationId xmlns:a16="http://schemas.microsoft.com/office/drawing/2014/main" id="{DB8275D6-2593-F56B-512B-A5346EE5F208}"/>
              </a:ext>
            </a:extLst>
          </p:cNvPr>
          <p:cNvSpPr/>
          <p:nvPr/>
        </p:nvSpPr>
        <p:spPr>
          <a:xfrm>
            <a:off x="4176064" y="5288404"/>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6B11163A-B885-99DE-BC9A-03B8C39D01B5}"/>
              </a:ext>
            </a:extLst>
          </p:cNvPr>
          <p:cNvSpPr/>
          <p:nvPr/>
        </p:nvSpPr>
        <p:spPr>
          <a:xfrm>
            <a:off x="3975466" y="54124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11" name="타원 10">
            <a:extLst>
              <a:ext uri="{FF2B5EF4-FFF2-40B4-BE49-F238E27FC236}">
                <a16:creationId xmlns:a16="http://schemas.microsoft.com/office/drawing/2014/main" id="{589365CE-40FD-1DE5-8E1C-9354592E09EE}"/>
              </a:ext>
            </a:extLst>
          </p:cNvPr>
          <p:cNvSpPr/>
          <p:nvPr/>
        </p:nvSpPr>
        <p:spPr>
          <a:xfrm>
            <a:off x="6482476"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38" name="왼쪽 중괄호 36">
            <a:extLst>
              <a:ext uri="{FF2B5EF4-FFF2-40B4-BE49-F238E27FC236}">
                <a16:creationId xmlns:a16="http://schemas.microsoft.com/office/drawing/2014/main" id="{2ADA7ED1-4559-90E2-46A8-721296717E8C}"/>
              </a:ext>
            </a:extLst>
          </p:cNvPr>
          <p:cNvSpPr/>
          <p:nvPr/>
        </p:nvSpPr>
        <p:spPr>
          <a:xfrm flipH="1">
            <a:off x="6220261" y="5278090"/>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628256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847BDCE2-41E8-12FD-8B52-DCCF030B0BCF}"/>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CF765F3-E4CF-630C-6E63-5D003B30DAD4}"/>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지난 이야기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76BCFCE-95AD-69A9-BD60-85359C8FA7FB}"/>
              </a:ext>
            </a:extLst>
          </p:cNvPr>
          <p:cNvSpPr/>
          <p:nvPr/>
        </p:nvSpPr>
        <p:spPr>
          <a:xfrm>
            <a:off x="3767584" y="224270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288F6241-574D-A47B-E1B3-BD7A7A6B428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AD2E758-F8C9-6C93-A733-D542BAD0CCBB}"/>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B41CB455-9B8B-F7D2-67DF-F16C7771D00A}"/>
              </a:ext>
            </a:extLst>
          </p:cNvPr>
          <p:cNvSpPr/>
          <p:nvPr/>
        </p:nvSpPr>
        <p:spPr>
          <a:xfrm>
            <a:off x="3992407" y="1569596"/>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FB87D3C-75E8-BBE7-1B94-A4C23FAA6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131" y="1542825"/>
            <a:ext cx="1999466" cy="4344298"/>
          </a:xfrm>
          <a:prstGeom prst="rect">
            <a:avLst/>
          </a:prstGeom>
        </p:spPr>
      </p:pic>
      <p:sp>
        <p:nvSpPr>
          <p:cNvPr id="7" name="타원 6">
            <a:extLst>
              <a:ext uri="{FF2B5EF4-FFF2-40B4-BE49-F238E27FC236}">
                <a16:creationId xmlns:a16="http://schemas.microsoft.com/office/drawing/2014/main" id="{236AA2B8-EAE7-45C1-2931-5A87BE141CB5}"/>
              </a:ext>
            </a:extLst>
          </p:cNvPr>
          <p:cNvSpPr/>
          <p:nvPr/>
        </p:nvSpPr>
        <p:spPr>
          <a:xfrm>
            <a:off x="6550939" y="3943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9" name="왼쪽 중괄호 16">
            <a:extLst>
              <a:ext uri="{FF2B5EF4-FFF2-40B4-BE49-F238E27FC236}">
                <a16:creationId xmlns:a16="http://schemas.microsoft.com/office/drawing/2014/main" id="{3970C063-EFA1-D618-F797-A65633A639D9}"/>
              </a:ext>
            </a:extLst>
          </p:cNvPr>
          <p:cNvSpPr/>
          <p:nvPr/>
        </p:nvSpPr>
        <p:spPr>
          <a:xfrm flipH="1">
            <a:off x="6255764" y="3288336"/>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1561692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2FF3DB2B-A72D-6CD0-B087-3483C6DE7B81}"/>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6148C6BA-6FEB-3505-9D35-ABA0D979BFED}"/>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사진 어플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사진 찍기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갤러리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0347137C-2D89-760E-41D6-E44D389A004F}"/>
              </a:ext>
            </a:extLst>
          </p:cNvPr>
          <p:cNvSpPr/>
          <p:nvPr/>
        </p:nvSpPr>
        <p:spPr>
          <a:xfrm>
            <a:off x="583036" y="256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D9A0F160-557C-E3B2-D7AC-759F8F8BCB93}"/>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ED4BA7F6-2126-612E-C0BB-04C3CAA3E819}"/>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853E7FEB-C63C-689D-28A6-EAA50818759D}"/>
              </a:ext>
            </a:extLst>
          </p:cNvPr>
          <p:cNvSpPr/>
          <p:nvPr/>
        </p:nvSpPr>
        <p:spPr>
          <a:xfrm>
            <a:off x="3266557" y="450266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12" name="그림 11">
            <a:extLst>
              <a:ext uri="{FF2B5EF4-FFF2-40B4-BE49-F238E27FC236}">
                <a16:creationId xmlns:a16="http://schemas.microsoft.com/office/drawing/2014/main" id="{FFBD724D-E9FD-E3E1-2510-FBA5C829A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sp>
        <p:nvSpPr>
          <p:cNvPr id="9" name="왼쪽 중괄호 16">
            <a:extLst>
              <a:ext uri="{FF2B5EF4-FFF2-40B4-BE49-F238E27FC236}">
                <a16:creationId xmlns:a16="http://schemas.microsoft.com/office/drawing/2014/main" id="{ACE88F29-74C6-530D-8280-A86D6C2C72EB}"/>
              </a:ext>
            </a:extLst>
          </p:cNvPr>
          <p:cNvSpPr/>
          <p:nvPr/>
        </p:nvSpPr>
        <p:spPr>
          <a:xfrm flipH="1">
            <a:off x="2936453" y="3815254"/>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99788FE9-1822-1B80-AD90-C7A53FFC1691}"/>
              </a:ext>
            </a:extLst>
          </p:cNvPr>
          <p:cNvSpPr/>
          <p:nvPr/>
        </p:nvSpPr>
        <p:spPr>
          <a:xfrm>
            <a:off x="799309" y="1891354"/>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19" name="그림 18">
            <a:extLst>
              <a:ext uri="{FF2B5EF4-FFF2-40B4-BE49-F238E27FC236}">
                <a16:creationId xmlns:a16="http://schemas.microsoft.com/office/drawing/2014/main" id="{9D92554B-C62D-BB78-D208-138A59DF4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988" y="1316842"/>
            <a:ext cx="2027193" cy="4511979"/>
          </a:xfrm>
          <a:prstGeom prst="rect">
            <a:avLst/>
          </a:prstGeom>
        </p:spPr>
      </p:pic>
      <p:sp>
        <p:nvSpPr>
          <p:cNvPr id="20" name="타원 19">
            <a:extLst>
              <a:ext uri="{FF2B5EF4-FFF2-40B4-BE49-F238E27FC236}">
                <a16:creationId xmlns:a16="http://schemas.microsoft.com/office/drawing/2014/main" id="{AEB16A2A-65F0-BEB7-07FC-90B3B68678C7}"/>
              </a:ext>
            </a:extLst>
          </p:cNvPr>
          <p:cNvSpPr/>
          <p:nvPr/>
        </p:nvSpPr>
        <p:spPr>
          <a:xfrm>
            <a:off x="4018368" y="1205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2" name="그림 21">
            <a:extLst>
              <a:ext uri="{FF2B5EF4-FFF2-40B4-BE49-F238E27FC236}">
                <a16:creationId xmlns:a16="http://schemas.microsoft.com/office/drawing/2014/main" id="{2F3C18CA-F8C1-CB4B-458C-A585F5FF0E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7932" y="1313892"/>
            <a:ext cx="2476500" cy="4511978"/>
          </a:xfrm>
          <a:prstGeom prst="rect">
            <a:avLst/>
          </a:prstGeom>
        </p:spPr>
      </p:pic>
      <p:sp>
        <p:nvSpPr>
          <p:cNvPr id="23" name="타원 22">
            <a:extLst>
              <a:ext uri="{FF2B5EF4-FFF2-40B4-BE49-F238E27FC236}">
                <a16:creationId xmlns:a16="http://schemas.microsoft.com/office/drawing/2014/main" id="{8EAD955E-BE46-F2A9-B446-E200655A271C}"/>
              </a:ext>
            </a:extLst>
          </p:cNvPr>
          <p:cNvSpPr/>
          <p:nvPr/>
        </p:nvSpPr>
        <p:spPr>
          <a:xfrm>
            <a:off x="6660367" y="12222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Tree>
    <p:extLst>
      <p:ext uri="{BB962C8B-B14F-4D97-AF65-F5344CB8AC3E}">
        <p14:creationId xmlns:p14="http://schemas.microsoft.com/office/powerpoint/2010/main" val="85243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356" y="1160417"/>
            <a:ext cx="2579964" cy="5124683"/>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a:t>근처 찾기</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endParaRPr lang="ko-KR" altLang="en-US"/>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주변 찾기의 첫 페이지</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a:solidFill>
                            <a:schemeClr val="tx1"/>
                          </a:solidFill>
                          <a:latin typeface="나눔고딕" panose="020D0604000000000000" pitchFamily="50" charset="-127"/>
                          <a:ea typeface="나눔고딕" panose="020D0604000000000000" pitchFamily="50" charset="-127"/>
                        </a:rPr>
                        <a:t>장소 카테고리</a:t>
                      </a:r>
                      <a:endParaRPr lang="en-US" altLang="ko-KR" sz="700" b="1"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병원</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경로당</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쉼터 선택 가능하다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16200000">
            <a:off x="5210795" y="892789"/>
            <a:ext cx="293249" cy="22493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5254888" y="22133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560247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p:txBody>
          <a:bodyPr/>
          <a:lstStyle/>
          <a:p>
            <a:r>
              <a:rPr lang="ko-KR" altLang="en-US"/>
              <a:t>주변 찾기</a:t>
            </a:r>
            <a:r>
              <a:rPr lang="en-US" altLang="ko-KR"/>
              <a:t>-</a:t>
            </a:r>
            <a:r>
              <a:rPr lang="ko-KR" altLang="en-US"/>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900" y="1180147"/>
            <a:ext cx="2537371" cy="5040078"/>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nvGraphicFramePr>
        <p:xfrm>
          <a:off x="10038397" y="755897"/>
          <a:ext cx="1999467" cy="1364024"/>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지도에 병원들이 핀으로 생성</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6574924" y="2134581"/>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6857226" y="28666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738098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48742242-01A0-D40A-D913-E8E3F6843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4" y="1144830"/>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p:txBody>
          <a:bodyPr/>
          <a:lstStyle/>
          <a:p>
            <a:r>
              <a:rPr lang="ko-KR" altLang="en-US"/>
              <a:t>주변찾기</a:t>
            </a:r>
            <a:r>
              <a:rPr lang="en-US" altLang="ko-KR"/>
              <a:t>-</a:t>
            </a:r>
            <a:r>
              <a:rPr lang="ko-KR" altLang="en-US"/>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FC81D033-CDB5-B5AA-0CB0-34E2480F7EAB}"/>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nvGraphicFramePr>
        <p:xfrm>
          <a:off x="10038397" y="755897"/>
          <a:ext cx="1999467" cy="293689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장소를 선택하면 </a:t>
                      </a:r>
                      <a:r>
                        <a:rPr lang="en-US" altLang="ko-KR" sz="700" b="0" spc="0" baseline="0">
                          <a:solidFill>
                            <a:schemeClr val="tx1"/>
                          </a:solidFill>
                          <a:latin typeface="나눔고딕" panose="020D0604000000000000" pitchFamily="50" charset="-127"/>
                          <a:ea typeface="나눔고딕" panose="020D0604000000000000" pitchFamily="50" charset="-127"/>
                        </a:rPr>
                        <a:t>pin</a:t>
                      </a:r>
                      <a:r>
                        <a:rPr lang="ko-KR" altLang="en-US" sz="7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장고 중 하나를 클릭하면 장소에 관련된 정보가 나타난다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영업시간</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6574924" y="451559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6857226" y="52476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4538688"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4546493" y="60150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5731945"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5739750" y="59979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6574924" y="227023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6857226" y="3002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378944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p:txBody>
          <a:bodyPr/>
          <a:lstStyle/>
          <a:p>
            <a:r>
              <a:rPr lang="ko-KR" altLang="en-US"/>
              <a:t>장소 선택 </a:t>
            </a:r>
            <a:r>
              <a:rPr lang="en-US" altLang="ko-KR"/>
              <a:t>- </a:t>
            </a:r>
            <a:r>
              <a:rPr lang="ko-KR" altLang="en-US"/>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39F428E9-FA07-072A-8888-8E7F7B1096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429" y="1116080"/>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p:txBody>
          <a:bodyPr/>
          <a:lstStyle/>
          <a:p>
            <a:r>
              <a:rPr lang="ko-KR" altLang="en-US"/>
              <a:t>장소 선택 </a:t>
            </a:r>
            <a:r>
              <a:rPr lang="en-US" altLang="ko-KR"/>
              <a:t>- </a:t>
            </a:r>
            <a:r>
              <a:rPr lang="ko-KR" altLang="en-US"/>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31B191B4-264D-E764-0382-9E6381F3C8D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610" y="1192883"/>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시작한다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150339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A6D7AEA9-5D7F-4ADF-9BCC-DB59C5E9CD1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p:txBody>
          <a:bodyPr/>
          <a:lstStyle/>
          <a:p>
            <a:r>
              <a:rPr lang="ko-KR" altLang="en-US"/>
              <a:t>메인페이지</a:t>
            </a:r>
          </a:p>
        </p:txBody>
      </p:sp>
      <p:sp>
        <p:nvSpPr>
          <p:cNvPr id="8" name="텍스트 개체 틀 7">
            <a:extLst>
              <a:ext uri="{FF2B5EF4-FFF2-40B4-BE49-F238E27FC236}">
                <a16:creationId xmlns:a16="http://schemas.microsoft.com/office/drawing/2014/main" id="{BA96DDA8-D38A-1B3A-52E3-3DE78F6B88E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6556965-8B03-BBE6-D10B-EF6273CA550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C49A9E40-C1CD-F828-9D0B-CA1AC4A4B80A}"/>
              </a:ext>
            </a:extLst>
          </p:cNvPr>
          <p:cNvPicPr>
            <a:picLocks noChangeAspect="1"/>
          </p:cNvPicPr>
          <p:nvPr/>
        </p:nvPicPr>
        <p:blipFill>
          <a:blip r:embed="rId2"/>
          <a:srcRect t="1094" b="1313"/>
          <a:stretch/>
        </p:blipFill>
        <p:spPr>
          <a:xfrm>
            <a:off x="4082121" y="1116126"/>
            <a:ext cx="2379639" cy="5274514"/>
          </a:xfrm>
          <a:prstGeom prst="rect">
            <a:avLst/>
          </a:prstGeom>
          <a:ln>
            <a:solidFill>
              <a:schemeClr val="tx1"/>
            </a:solidFill>
          </a:ln>
        </p:spPr>
      </p:pic>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4281" y="5085080"/>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4165600" y="5222240"/>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2455183" y="5332695"/>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p:txBody>
          <a:bodyPr/>
          <a:lstStyle/>
          <a:p>
            <a:r>
              <a:rPr lang="ko-KR" altLang="en-US"/>
              <a:t>메인페이지 </a:t>
            </a:r>
            <a:r>
              <a:rPr lang="en-US" altLang="ko-KR"/>
              <a:t>– </a:t>
            </a:r>
            <a:r>
              <a:rPr lang="ko-KR" altLang="en-US"/>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4D26E79B-26FC-0BC6-E44D-262447672A5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985" y="1044747"/>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 </a:t>
            </a:r>
            <a:r>
              <a:rPr lang="ko-KR" altLang="en-US" dirty="0"/>
              <a:t>마이페이지</a:t>
            </a:r>
          </a:p>
        </p:txBody>
      </p:sp>
    </p:spTree>
    <p:extLst>
      <p:ext uri="{BB962C8B-B14F-4D97-AF65-F5344CB8AC3E}">
        <p14:creationId xmlns:p14="http://schemas.microsoft.com/office/powerpoint/2010/main" val="351365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4C3F1E7-DA93-59B7-B0EB-B0618A7A3EE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a:t>프로필</a:t>
            </a:r>
          </a:p>
        </p:txBody>
      </p:sp>
      <p:sp>
        <p:nvSpPr>
          <p:cNvPr id="7" name="텍스트 개체 틀 6">
            <a:extLst>
              <a:ext uri="{FF2B5EF4-FFF2-40B4-BE49-F238E27FC236}">
                <a16:creationId xmlns:a16="http://schemas.microsoft.com/office/drawing/2014/main" id="{65412BB7-C4A1-BA04-91DA-C92EA9AC0D64}"/>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DAD6A6F6-FF96-C4AB-DBC1-6EB00743649D}"/>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69852AC7-5255-52D6-4FDA-F078F46C9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572" y="1214436"/>
            <a:ext cx="2478028" cy="4922203"/>
          </a:xfrm>
          <a:prstGeom prst="rect">
            <a:avLst/>
          </a:prstGeom>
          <a:ln>
            <a:solidFill>
              <a:schemeClr val="tx1"/>
            </a:solidFill>
          </a:ln>
        </p:spPr>
      </p:pic>
      <p:sp>
        <p:nvSpPr>
          <p:cNvPr id="16" name="왼쪽 중괄호 15">
            <a:extLst>
              <a:ext uri="{FF2B5EF4-FFF2-40B4-BE49-F238E27FC236}">
                <a16:creationId xmlns:a16="http://schemas.microsoft.com/office/drawing/2014/main" id="{C0DFA2D4-C36C-4E0E-9662-E1777EFDB40A}"/>
              </a:ext>
            </a:extLst>
          </p:cNvPr>
          <p:cNvSpPr/>
          <p:nvPr/>
        </p:nvSpPr>
        <p:spPr>
          <a:xfrm rot="10800000">
            <a:off x="6641098" y="1748636"/>
            <a:ext cx="135622" cy="120792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6845033" y="224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a:t>
                      </a:r>
                      <a:endPar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위치 기록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기록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귀가</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a:t>
                      </a:r>
                      <a:r>
                        <a:rPr lang="en-US" altLang="ko-KR" sz="700" b="0" spc="0" baseline="0">
                          <a:solidFill>
                            <a:schemeClr val="tx1"/>
                          </a:solidFill>
                          <a:latin typeface="나눔고딕" panose="020D0604000000000000" pitchFamily="50" charset="-127"/>
                          <a:ea typeface="나눔고딕" panose="020D0604000000000000" pitchFamily="50" charset="-127"/>
                        </a:rPr>
                        <a:t>(</a:t>
                      </a:r>
                      <a:r>
                        <a:rPr lang="ko-KR" altLang="en-US" sz="700" b="0" spc="0" baseline="0">
                          <a:solidFill>
                            <a:schemeClr val="tx1"/>
                          </a:solidFill>
                          <a:latin typeface="나눔고딕" panose="020D0604000000000000" pitchFamily="50" charset="-127"/>
                          <a:ea typeface="나눔고딕" panose="020D0604000000000000" pitchFamily="50" charset="-127"/>
                        </a:rPr>
                        <a:t>집</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 반경 이내면 귀가 상태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일전 관리를 위한 알림 기능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6573287" y="390144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6563127" y="4846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6771595" y="413874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6756730" y="50836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pic>
        <p:nvPicPr>
          <p:cNvPr id="1026" name="Picture 2" descr="손 모양 커서 아이콘 클릭 로열티 무료 사진, 그림, 이미지 그리고 스톡포토그래피. Image 89945460">
            <a:extLst>
              <a:ext uri="{FF2B5EF4-FFF2-40B4-BE49-F238E27FC236}">
                <a16:creationId xmlns:a16="http://schemas.microsoft.com/office/drawing/2014/main" id="{B87CF948-0B6A-DBCB-8119-92361AC7D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2225" y="5123817"/>
            <a:ext cx="907549" cy="907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21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제목 9">
            <a:extLst>
              <a:ext uri="{FF2B5EF4-FFF2-40B4-BE49-F238E27FC236}">
                <a16:creationId xmlns:a16="http://schemas.microsoft.com/office/drawing/2014/main" id="{69A224FC-31D8-054E-C034-E68827B5B3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p:txBody>
          <a:bodyPr/>
          <a:lstStyle/>
          <a:p>
            <a:r>
              <a:rPr lang="ko-KR" altLang="en-US"/>
              <a:t>알림 기록 </a:t>
            </a:r>
            <a:r>
              <a:rPr lang="en-US" altLang="ko-KR"/>
              <a:t>- </a:t>
            </a:r>
            <a:r>
              <a:rPr lang="ko-KR" altLang="en-US"/>
              <a:t>시니어용</a:t>
            </a:r>
          </a:p>
        </p:txBody>
      </p:sp>
      <p:sp>
        <p:nvSpPr>
          <p:cNvPr id="11" name="텍스트 개체 틀 10">
            <a:extLst>
              <a:ext uri="{FF2B5EF4-FFF2-40B4-BE49-F238E27FC236}">
                <a16:creationId xmlns:a16="http://schemas.microsoft.com/office/drawing/2014/main" id="{1BC98C20-B997-E51B-DBAD-E8450F34B96A}"/>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1CCA168-6287-DE1D-E5B4-57619FD2B017}"/>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CD82CD60-107E-0FA2-A8E0-FD4F204AC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4140" y="986896"/>
            <a:ext cx="2458900" cy="4884208"/>
          </a:xfrm>
          <a:prstGeom prst="rect">
            <a:avLst/>
          </a:prstGeom>
          <a:ln>
            <a:solidFill>
              <a:schemeClr val="tx1"/>
            </a:solidFill>
          </a:ln>
        </p:spPr>
      </p:pic>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nvGraphicFramePr>
        <p:xfrm>
          <a:off x="10038397" y="755897"/>
          <a:ext cx="1999467" cy="122576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시니어는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6641097" y="1748635"/>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6916416" y="35043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4616571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78EE43F-0BCA-382E-A35C-3381C2F1C7D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8FD5EBA-7A0F-223A-5F2C-C0B0682F541F}"/>
              </a:ext>
            </a:extLst>
          </p:cNvPr>
          <p:cNvSpPr>
            <a:spLocks noGrp="1"/>
          </p:cNvSpPr>
          <p:nvPr>
            <p:ph type="body" sz="quarter" idx="13"/>
          </p:nvPr>
        </p:nvSpPr>
        <p:spPr/>
        <p:txBody>
          <a:bodyPr/>
          <a:lstStyle/>
          <a:p>
            <a:r>
              <a:rPr lang="ko-KR" altLang="en-US"/>
              <a:t>알림 기록 </a:t>
            </a:r>
            <a:r>
              <a:rPr lang="en-US" altLang="ko-KR"/>
              <a:t>- </a:t>
            </a:r>
            <a:r>
              <a:rPr lang="ko-KR" altLang="en-US"/>
              <a:t>보호자용</a:t>
            </a:r>
          </a:p>
        </p:txBody>
      </p:sp>
      <p:sp>
        <p:nvSpPr>
          <p:cNvPr id="13" name="텍스트 개체 틀 12">
            <a:extLst>
              <a:ext uri="{FF2B5EF4-FFF2-40B4-BE49-F238E27FC236}">
                <a16:creationId xmlns:a16="http://schemas.microsoft.com/office/drawing/2014/main" id="{969D5B6B-2F5D-5A02-F05A-1332D76A6111}"/>
              </a:ext>
            </a:extLst>
          </p:cNvPr>
          <p:cNvSpPr>
            <a:spLocks noGrp="1"/>
          </p:cNvSpPr>
          <p:nvPr>
            <p:ph type="body" sz="quarter" idx="15"/>
          </p:nvPr>
        </p:nvSpPr>
        <p:spPr/>
        <p:txBody>
          <a:bodyPr/>
          <a:lstStyle/>
          <a:p>
            <a:endParaRPr lang="ko-KR" altLang="en-US"/>
          </a:p>
        </p:txBody>
      </p:sp>
      <p:sp>
        <p:nvSpPr>
          <p:cNvPr id="14" name="텍스트 개체 틀 13">
            <a:extLst>
              <a:ext uri="{FF2B5EF4-FFF2-40B4-BE49-F238E27FC236}">
                <a16:creationId xmlns:a16="http://schemas.microsoft.com/office/drawing/2014/main" id="{CE647FDC-6A04-4FA7-B338-EB94836DF897}"/>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83E433D8-2E61-D54E-1A91-01897751F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5470" y="933927"/>
            <a:ext cx="2512232" cy="4990146"/>
          </a:xfrm>
          <a:prstGeom prst="rect">
            <a:avLst/>
          </a:prstGeom>
          <a:ln>
            <a:solidFill>
              <a:schemeClr val="tx1"/>
            </a:solidFill>
          </a:ln>
        </p:spPr>
      </p:pic>
      <p:graphicFrame>
        <p:nvGraphicFramePr>
          <p:cNvPr id="8" name="표 7">
            <a:extLst>
              <a:ext uri="{FF2B5EF4-FFF2-40B4-BE49-F238E27FC236}">
                <a16:creationId xmlns:a16="http://schemas.microsoft.com/office/drawing/2014/main" id="{36027883-85BF-3529-B116-518FCBAD78C7}"/>
              </a:ext>
            </a:extLst>
          </p:cNvPr>
          <p:cNvGraphicFramePr>
            <a:graphicFrameLocks noGrp="1"/>
          </p:cNvGraphicFramePr>
          <p:nvPr/>
        </p:nvGraphicFramePr>
        <p:xfrm>
          <a:off x="10038397" y="755897"/>
          <a:ext cx="1999467" cy="128994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2FF5C451-8F13-20BB-43B0-2742851AF1DA}"/>
              </a:ext>
            </a:extLst>
          </p:cNvPr>
          <p:cNvSpPr/>
          <p:nvPr/>
        </p:nvSpPr>
        <p:spPr>
          <a:xfrm rot="10800000">
            <a:off x="6600457" y="491743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464F0258-358A-DD11-767D-624FD593C359}"/>
              </a:ext>
            </a:extLst>
          </p:cNvPr>
          <p:cNvSpPr/>
          <p:nvPr/>
        </p:nvSpPr>
        <p:spPr>
          <a:xfrm>
            <a:off x="6869794" y="505314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9DD21CA0-F4D3-0DD2-359A-DEBC4B10C243}"/>
              </a:ext>
            </a:extLst>
          </p:cNvPr>
          <p:cNvSpPr/>
          <p:nvPr/>
        </p:nvSpPr>
        <p:spPr>
          <a:xfrm rot="10800000">
            <a:off x="6600456" y="1939938"/>
            <a:ext cx="196583" cy="2794621"/>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9030B97F-E775-580B-01E4-DC8265C8D397}"/>
              </a:ext>
            </a:extLst>
          </p:cNvPr>
          <p:cNvSpPr/>
          <p:nvPr/>
        </p:nvSpPr>
        <p:spPr>
          <a:xfrm>
            <a:off x="6849472" y="3229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54539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제목 15">
            <a:extLst>
              <a:ext uri="{FF2B5EF4-FFF2-40B4-BE49-F238E27FC236}">
                <a16:creationId xmlns:a16="http://schemas.microsoft.com/office/drawing/2014/main" id="{B9C26DE8-2B17-5289-B1B9-461B8B3AB55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p:txBody>
          <a:bodyPr/>
          <a:lstStyle/>
          <a:p>
            <a:r>
              <a:rPr lang="ko-KR" altLang="en-US"/>
              <a:t>알림추가</a:t>
            </a:r>
          </a:p>
        </p:txBody>
      </p:sp>
      <p:sp>
        <p:nvSpPr>
          <p:cNvPr id="17" name="텍스트 개체 틀 16">
            <a:extLst>
              <a:ext uri="{FF2B5EF4-FFF2-40B4-BE49-F238E27FC236}">
                <a16:creationId xmlns:a16="http://schemas.microsoft.com/office/drawing/2014/main" id="{324AA292-7646-07C3-CB5E-F14DCA4B7EAB}"/>
              </a:ext>
            </a:extLst>
          </p:cNvPr>
          <p:cNvSpPr>
            <a:spLocks noGrp="1"/>
          </p:cNvSpPr>
          <p:nvPr>
            <p:ph type="body" sz="quarter" idx="15"/>
          </p:nvPr>
        </p:nvSpPr>
        <p:spPr/>
        <p:txBody>
          <a:bodyPr/>
          <a:lstStyle/>
          <a:p>
            <a:endParaRPr lang="ko-KR" altLang="en-US"/>
          </a:p>
        </p:txBody>
      </p:sp>
      <p:sp>
        <p:nvSpPr>
          <p:cNvPr id="18" name="텍스트 개체 틀 17">
            <a:extLst>
              <a:ext uri="{FF2B5EF4-FFF2-40B4-BE49-F238E27FC236}">
                <a16:creationId xmlns:a16="http://schemas.microsoft.com/office/drawing/2014/main" id="{4C87BD72-C3FC-8E28-A23A-CB7B7C1E88FD}"/>
              </a:ext>
            </a:extLst>
          </p:cNvPr>
          <p:cNvSpPr>
            <a:spLocks noGrp="1"/>
          </p:cNvSpPr>
          <p:nvPr>
            <p:ph type="body" sz="quarter" idx="16"/>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114" y="1066800"/>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nvGraphicFramePr>
        <p:xfrm>
          <a:off x="10038397" y="755897"/>
          <a:ext cx="1999467" cy="2563628"/>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6698749" y="19816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6968086" y="21173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6698749" y="25404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6968086" y="26761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6698748" y="3071089"/>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6968086" y="38574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6698749" y="508035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6968086" y="52160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947994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AB9-3F8B-33A7-1535-B80F48299554}"/>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AB8496E-8794-7D77-50CF-AC428DE649A4}"/>
              </a:ext>
            </a:extLst>
          </p:cNvPr>
          <p:cNvSpPr>
            <a:spLocks noGrp="1"/>
          </p:cNvSpPr>
          <p:nvPr>
            <p:ph type="title"/>
          </p:nvPr>
        </p:nvSpPr>
        <p:spPr/>
        <p:txBody>
          <a:bodyPr/>
          <a:lstStyle/>
          <a:p>
            <a:pPr algn="ctr"/>
            <a:r>
              <a:rPr lang="en-US" altLang="ko-KR" dirty="0"/>
              <a:t>04. </a:t>
            </a:r>
            <a:r>
              <a:rPr lang="ko-KR" altLang="en-US" dirty="0"/>
              <a:t>관리 사이트</a:t>
            </a:r>
            <a:r>
              <a:rPr lang="en-US" altLang="ko-KR" dirty="0"/>
              <a:t>(WEB)</a:t>
            </a:r>
            <a:endParaRPr lang="ko-KR" altLang="en-US" dirty="0"/>
          </a:p>
        </p:txBody>
      </p:sp>
    </p:spTree>
    <p:extLst>
      <p:ext uri="{BB962C8B-B14F-4D97-AF65-F5344CB8AC3E}">
        <p14:creationId xmlns:p14="http://schemas.microsoft.com/office/powerpoint/2010/main" val="321149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A391-C0C2-646A-E2A6-3CF63C6B3BD4}"/>
            </a:ext>
          </a:extLst>
        </p:cNvPr>
        <p:cNvGrpSpPr/>
        <p:nvPr/>
      </p:nvGrpSpPr>
      <p:grpSpPr>
        <a:xfrm>
          <a:off x="0" y="0"/>
          <a:ext cx="0" cy="0"/>
          <a:chOff x="0" y="0"/>
          <a:chExt cx="0" cy="0"/>
        </a:xfrm>
      </p:grpSpPr>
      <p:sp>
        <p:nvSpPr>
          <p:cNvPr id="12" name="텍스트 개체 틀 11">
            <a:extLst>
              <a:ext uri="{FF2B5EF4-FFF2-40B4-BE49-F238E27FC236}">
                <a16:creationId xmlns:a16="http://schemas.microsoft.com/office/drawing/2014/main" id="{C9015090-CC35-D8AF-60BA-174FF6FB435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C5EBD5F-2CD4-F335-6FAA-30D2DFC12634}"/>
              </a:ext>
            </a:extLst>
          </p:cNvPr>
          <p:cNvSpPr>
            <a:spLocks noGrp="1"/>
          </p:cNvSpPr>
          <p:nvPr>
            <p:ph type="body" sz="quarter" idx="16"/>
          </p:nvPr>
        </p:nvSpPr>
        <p:spPr/>
        <p:txBody>
          <a:bodyPr/>
          <a:lstStyle/>
          <a:p>
            <a:r>
              <a:rPr lang="ko-KR" altLang="en-US" dirty="0"/>
              <a:t>박소은</a:t>
            </a:r>
          </a:p>
        </p:txBody>
      </p:sp>
      <p:sp>
        <p:nvSpPr>
          <p:cNvPr id="24" name="텍스트 개체 틀 23">
            <a:extLst>
              <a:ext uri="{FF2B5EF4-FFF2-40B4-BE49-F238E27FC236}">
                <a16:creationId xmlns:a16="http://schemas.microsoft.com/office/drawing/2014/main" id="{76A2E923-8A1C-4269-156D-6B085528999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BC3F33-39E5-D5B4-BAB3-1F794DF657D0}"/>
              </a:ext>
            </a:extLst>
          </p:cNvPr>
          <p:cNvGraphicFramePr>
            <a:graphicFrameLocks noGrp="1"/>
          </p:cNvGraphicFramePr>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39" name="텍스트 개체 틀 38">
            <a:extLst>
              <a:ext uri="{FF2B5EF4-FFF2-40B4-BE49-F238E27FC236}">
                <a16:creationId xmlns:a16="http://schemas.microsoft.com/office/drawing/2014/main" id="{EB96C3F8-7DBF-B853-6DE5-0D531FAF3C4D}"/>
              </a:ext>
            </a:extLst>
          </p:cNvPr>
          <p:cNvSpPr>
            <a:spLocks noGrp="1"/>
          </p:cNvSpPr>
          <p:nvPr>
            <p:ph type="body" sz="quarter" idx="13"/>
          </p:nvPr>
        </p:nvSpPr>
        <p:spPr/>
        <p:txBody>
          <a:bodyPr/>
          <a:lstStyle/>
          <a:p>
            <a:r>
              <a:rPr lang="ko-KR" altLang="en-US" dirty="0"/>
              <a:t>로그인</a:t>
            </a:r>
          </a:p>
        </p:txBody>
      </p:sp>
      <p:sp>
        <p:nvSpPr>
          <p:cNvPr id="41" name="제목 40">
            <a:extLst>
              <a:ext uri="{FF2B5EF4-FFF2-40B4-BE49-F238E27FC236}">
                <a16:creationId xmlns:a16="http://schemas.microsoft.com/office/drawing/2014/main" id="{FDB30A12-78F0-E9C7-F974-3D37EDAA7F1A}"/>
              </a:ext>
            </a:extLst>
          </p:cNvPr>
          <p:cNvSpPr>
            <a:spLocks noGrp="1"/>
          </p:cNvSpPr>
          <p:nvPr>
            <p:ph type="title"/>
          </p:nvPr>
        </p:nvSpPr>
        <p:spPr/>
        <p:txBody>
          <a:bodyPr/>
          <a:lstStyle/>
          <a:p>
            <a:endParaRPr lang="ko-KR" altLang="en-US"/>
          </a:p>
        </p:txBody>
      </p:sp>
      <p:sp>
        <p:nvSpPr>
          <p:cNvPr id="42" name="사각형: 둥근 모서리 41">
            <a:extLst>
              <a:ext uri="{FF2B5EF4-FFF2-40B4-BE49-F238E27FC236}">
                <a16:creationId xmlns:a16="http://schemas.microsoft.com/office/drawing/2014/main" id="{48DB281D-2D23-D17B-A6E3-ACF6BBA64D4D}"/>
              </a:ext>
            </a:extLst>
          </p:cNvPr>
          <p:cNvSpPr/>
          <p:nvPr/>
        </p:nvSpPr>
        <p:spPr>
          <a:xfrm>
            <a:off x="3261840" y="3545386"/>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PW</a:t>
            </a:r>
            <a:r>
              <a:rPr lang="ko-KR" altLang="en-US" sz="1000" dirty="0">
                <a:solidFill>
                  <a:schemeClr val="bg1">
                    <a:lumMod val="50000"/>
                  </a:schemeClr>
                </a:solidFill>
                <a:latin typeface="+mj-lt"/>
              </a:rPr>
              <a:t>를 입력하세요</a:t>
            </a:r>
          </a:p>
        </p:txBody>
      </p:sp>
      <p:sp>
        <p:nvSpPr>
          <p:cNvPr id="43" name="사각형: 둥근 모서리 42">
            <a:extLst>
              <a:ext uri="{FF2B5EF4-FFF2-40B4-BE49-F238E27FC236}">
                <a16:creationId xmlns:a16="http://schemas.microsoft.com/office/drawing/2014/main" id="{3EA6CE05-12A4-1019-5DF3-28FA3C189B05}"/>
              </a:ext>
            </a:extLst>
          </p:cNvPr>
          <p:cNvSpPr/>
          <p:nvPr/>
        </p:nvSpPr>
        <p:spPr>
          <a:xfrm>
            <a:off x="3261840" y="3042772"/>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ID</a:t>
            </a:r>
            <a:r>
              <a:rPr lang="ko-KR" altLang="en-US" sz="1000" dirty="0">
                <a:solidFill>
                  <a:schemeClr val="bg1">
                    <a:lumMod val="50000"/>
                  </a:schemeClr>
                </a:solidFill>
                <a:latin typeface="+mj-lt"/>
              </a:rPr>
              <a:t> </a:t>
            </a:r>
            <a:r>
              <a:rPr lang="ko-KR" altLang="en-US" sz="1000" dirty="0" err="1">
                <a:solidFill>
                  <a:schemeClr val="bg1">
                    <a:lumMod val="50000"/>
                  </a:schemeClr>
                </a:solidFill>
                <a:latin typeface="+mj-lt"/>
              </a:rPr>
              <a:t>를입력하세요</a:t>
            </a:r>
            <a:endParaRPr lang="ko-KR" altLang="en-US" sz="1000" dirty="0">
              <a:solidFill>
                <a:schemeClr val="bg1">
                  <a:lumMod val="50000"/>
                </a:schemeClr>
              </a:solidFill>
              <a:latin typeface="+mj-lt"/>
            </a:endParaRPr>
          </a:p>
        </p:txBody>
      </p:sp>
      <p:sp>
        <p:nvSpPr>
          <p:cNvPr id="44" name="제목 2">
            <a:extLst>
              <a:ext uri="{FF2B5EF4-FFF2-40B4-BE49-F238E27FC236}">
                <a16:creationId xmlns:a16="http://schemas.microsoft.com/office/drawing/2014/main" id="{CB01620F-EB4F-02B6-9CD9-0F56B47E0C75}"/>
              </a:ext>
            </a:extLst>
          </p:cNvPr>
          <p:cNvSpPr txBox="1">
            <a:spLocks/>
          </p:cNvSpPr>
          <p:nvPr/>
        </p:nvSpPr>
        <p:spPr>
          <a:xfrm>
            <a:off x="3981956" y="2097433"/>
            <a:ext cx="2228980" cy="770760"/>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3600" b="1" dirty="0"/>
              <a:t>LOGIN</a:t>
            </a:r>
            <a:endParaRPr lang="ko-KR" altLang="en-US" sz="3600" b="1" dirty="0"/>
          </a:p>
        </p:txBody>
      </p:sp>
      <p:sp>
        <p:nvSpPr>
          <p:cNvPr id="45" name="순서도: 처리 44">
            <a:extLst>
              <a:ext uri="{FF2B5EF4-FFF2-40B4-BE49-F238E27FC236}">
                <a16:creationId xmlns:a16="http://schemas.microsoft.com/office/drawing/2014/main" id="{C9E54149-AF45-4A18-CD4F-B3DF33B6117C}"/>
              </a:ext>
            </a:extLst>
          </p:cNvPr>
          <p:cNvSpPr/>
          <p:nvPr/>
        </p:nvSpPr>
        <p:spPr>
          <a:xfrm>
            <a:off x="6764729" y="3042772"/>
            <a:ext cx="966535" cy="88884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로그인</a:t>
            </a:r>
          </a:p>
        </p:txBody>
      </p:sp>
      <p:sp>
        <p:nvSpPr>
          <p:cNvPr id="46" name="제목 2">
            <a:extLst>
              <a:ext uri="{FF2B5EF4-FFF2-40B4-BE49-F238E27FC236}">
                <a16:creationId xmlns:a16="http://schemas.microsoft.com/office/drawing/2014/main" id="{AD471E2E-8662-D9C4-6A96-0F86EB1FF8B5}"/>
              </a:ext>
            </a:extLst>
          </p:cNvPr>
          <p:cNvSpPr txBox="1">
            <a:spLocks/>
          </p:cNvSpPr>
          <p:nvPr/>
        </p:nvSpPr>
        <p:spPr>
          <a:xfrm>
            <a:off x="3609334" y="4048000"/>
            <a:ext cx="2857112" cy="386229"/>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1050" u="sng" dirty="0"/>
              <a:t>ID </a:t>
            </a:r>
            <a:r>
              <a:rPr lang="ko-KR" altLang="en-US" sz="1050" u="sng" dirty="0"/>
              <a:t>혹은 </a:t>
            </a:r>
            <a:r>
              <a:rPr lang="en-US" altLang="ko-KR" sz="1050" u="sng" dirty="0"/>
              <a:t>PW</a:t>
            </a:r>
            <a:r>
              <a:rPr lang="ko-KR" altLang="en-US" sz="1050" u="sng" dirty="0"/>
              <a:t>가 기억이 </a:t>
            </a:r>
            <a:r>
              <a:rPr lang="ko-KR" altLang="en-US" sz="1050" u="sng" dirty="0" err="1"/>
              <a:t>안나시나요</a:t>
            </a:r>
            <a:r>
              <a:rPr lang="en-US" altLang="ko-KR" sz="1050" u="sng" dirty="0"/>
              <a:t>?</a:t>
            </a:r>
            <a:endParaRPr lang="ko-KR" altLang="en-US" sz="1050" u="sng" dirty="0"/>
          </a:p>
        </p:txBody>
      </p:sp>
    </p:spTree>
    <p:extLst>
      <p:ext uri="{BB962C8B-B14F-4D97-AF65-F5344CB8AC3E}">
        <p14:creationId xmlns:p14="http://schemas.microsoft.com/office/powerpoint/2010/main" val="15897790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662450364"/>
              </p:ext>
            </p:extLst>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3012601339"/>
              </p:ext>
            </p:extLst>
          </p:nvPr>
        </p:nvGraphicFramePr>
        <p:xfrm>
          <a:off x="10020525" y="754151"/>
          <a:ext cx="1997267" cy="535373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700" b="0" spc="0" baseline="0" dirty="0">
                          <a:solidFill>
                            <a:schemeClr val="tx1"/>
                          </a:solidFill>
                          <a:latin typeface="나눔고딕" panose="020D0604000000000000" pitchFamily="50" charset="-127"/>
                          <a:ea typeface="나눔고딕" panose="020D0604000000000000" pitchFamily="50" charset="-127"/>
                        </a:rPr>
                        <a:t>UI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 없이 종료일 선택 시 </a:t>
                      </a:r>
                      <a:r>
                        <a:rPr lang="en-US" altLang="ko-KR" sz="700" b="0" spc="0" baseline="0" dirty="0">
                          <a:solidFill>
                            <a:schemeClr val="tx1"/>
                          </a:solidFill>
                          <a:latin typeface="나눔고딕" panose="020D0604000000000000" pitchFamily="50" charset="-127"/>
                          <a:ea typeface="나눔고딕" panose="020D0604000000000000" pitchFamily="50" charset="-127"/>
                        </a:rPr>
                        <a:t>(2-1)</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7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(2-1) </a:t>
                      </a:r>
                      <a:r>
                        <a:rPr lang="ko-KR" altLang="en-US" sz="7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없이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조회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700" b="0" spc="0" baseline="0" dirty="0">
                          <a:solidFill>
                            <a:schemeClr val="tx1"/>
                          </a:solidFill>
                          <a:latin typeface="나눔고딕" panose="020D0604000000000000" pitchFamily="50" charset="-127"/>
                          <a:ea typeface="나눔고딕" panose="020D0604000000000000" pitchFamily="50" charset="-127"/>
                        </a:rPr>
                        <a:t>LIKE </a:t>
                      </a:r>
                      <a:r>
                        <a:rPr lang="ko-KR" altLang="en-US" sz="700" b="0" spc="0" baseline="0" dirty="0">
                          <a:solidFill>
                            <a:schemeClr val="tx1"/>
                          </a:solidFill>
                          <a:latin typeface="나눔고딕" panose="020D0604000000000000" pitchFamily="50" charset="-127"/>
                          <a:ea typeface="나눔고딕" panose="020D0604000000000000" pitchFamily="50" charset="-127"/>
                        </a:rPr>
                        <a:t>검색</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7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7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700" b="0" spc="0" baseline="0" dirty="0">
                          <a:solidFill>
                            <a:schemeClr val="tx1"/>
                          </a:solidFill>
                          <a:latin typeface="나눔고딕" panose="020D0604000000000000" pitchFamily="50" charset="-127"/>
                          <a:ea typeface="나눔고딕" panose="020D0604000000000000" pitchFamily="50" charset="-127"/>
                        </a:rPr>
                        <a:t>(3-1)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7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7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E693D957-0462-1832-ACDE-14E0CB20AFDE}"/>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4053614147"/>
              </p:ext>
            </p:extLst>
          </p:nvPr>
        </p:nvGraphicFramePr>
        <p:xfrm>
          <a:off x="10020525" y="754151"/>
          <a:ext cx="1997267" cy="1454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어르신</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8899548-1F4D-EF74-4FDE-F97CC9FDABE3}"/>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397550193"/>
              </p:ext>
            </p:extLst>
          </p:nvPr>
        </p:nvGraphicFramePr>
        <p:xfrm>
          <a:off x="10020525" y="754151"/>
          <a:ext cx="1997267" cy="24013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20mb </a:t>
                      </a:r>
                      <a:r>
                        <a:rPr lang="ko-KR" altLang="en-US" sz="700" b="0" spc="0" baseline="0" dirty="0">
                          <a:solidFill>
                            <a:schemeClr val="tx1"/>
                          </a:solidFill>
                          <a:latin typeface="나눔고딕" panose="020D0604000000000000" pitchFamily="50" charset="-127"/>
                          <a:ea typeface="나눔고딕" panose="020D0604000000000000" pitchFamily="50" charset="-127"/>
                        </a:rPr>
                        <a:t>제한</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err="1">
                          <a:solidFill>
                            <a:schemeClr val="tx1"/>
                          </a:solidFill>
                          <a:latin typeface="나눔고딕" panose="020D0604000000000000" pitchFamily="50" charset="-127"/>
                          <a:ea typeface="나눔고딕" panose="020D0604000000000000" pitchFamily="50" charset="-127"/>
                        </a:rPr>
                        <a:t>png</a:t>
                      </a:r>
                      <a:r>
                        <a:rPr lang="en-US" altLang="ko-KR" sz="700" b="0" spc="0" baseline="0" dirty="0">
                          <a:solidFill>
                            <a:schemeClr val="tx1"/>
                          </a:solidFill>
                          <a:latin typeface="나눔고딕" panose="020D0604000000000000" pitchFamily="50" charset="-127"/>
                          <a:ea typeface="나눔고딕" panose="020D0604000000000000" pitchFamily="50" charset="-127"/>
                        </a:rPr>
                        <a:t>, jpg, jpeg </a:t>
                      </a:r>
                      <a:r>
                        <a:rPr lang="ko-KR" altLang="en-US" sz="700" b="0" spc="0" baseline="0" dirty="0">
                          <a:solidFill>
                            <a:schemeClr val="tx1"/>
                          </a:solidFill>
                          <a:latin typeface="나눔고딕" panose="020D0604000000000000" pitchFamily="50" charset="-127"/>
                          <a:ea typeface="나눔고딕" panose="020D0604000000000000" pitchFamily="50" charset="-127"/>
                        </a:rPr>
                        <a:t>가능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700" b="0" spc="0" baseline="0" dirty="0">
                          <a:solidFill>
                            <a:schemeClr val="tx1"/>
                          </a:solidFill>
                          <a:latin typeface="나눔고딕" panose="020D0604000000000000" pitchFamily="50" charset="-127"/>
                          <a:ea typeface="나눔고딕" panose="020D0604000000000000" pitchFamily="50" charset="-127"/>
                        </a:rPr>
                        <a:t>(2-1)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702B8CB7-FFB9-3FBF-1D60-5533F0A3CB67}"/>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797730448"/>
              </p:ext>
            </p:extLst>
          </p:nvPr>
        </p:nvGraphicFramePr>
        <p:xfrm>
          <a:off x="10020525" y="754151"/>
          <a:ext cx="1997267" cy="209436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수</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가입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가입순번으로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DD</a:t>
                      </a:r>
                      <a:r>
                        <a:rPr lang="ko-KR" altLang="en-US" sz="700" b="0" spc="0" baseline="0" dirty="0">
                          <a:solidFill>
                            <a:schemeClr val="tx1"/>
                          </a:solidFill>
                          <a:latin typeface="나눔고딕" panose="020D0604000000000000" pitchFamily="50" charset="-127"/>
                          <a:ea typeface="나눔고딕" panose="020D0604000000000000" pitchFamily="50" charset="-127"/>
                        </a:rPr>
                        <a:t>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08720304"/>
              </p:ext>
            </p:extLst>
          </p:nvPr>
        </p:nvGraphicFramePr>
        <p:xfrm>
          <a:off x="10031438" y="757238"/>
          <a:ext cx="1997267" cy="50388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7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YYYY-MM-DD .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700" b="0" spc="0" baseline="0" dirty="0">
                          <a:solidFill>
                            <a:schemeClr val="tx1"/>
                          </a:solidFill>
                          <a:latin typeface="나눔고딕" panose="020D0604000000000000" pitchFamily="50" charset="-127"/>
                          <a:ea typeface="나눔고딕" panose="020D0604000000000000" pitchFamily="50" charset="-127"/>
                        </a:rPr>
                        <a:t>(8-1)</a:t>
                      </a:r>
                      <a:r>
                        <a:rPr lang="ko-KR" altLang="en-US" sz="7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7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확인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50155A6A-4C23-2979-CAE9-7F90BB6D2B7C}"/>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944021448"/>
              </p:ext>
            </p:extLst>
          </p:nvPr>
        </p:nvGraphicFramePr>
        <p:xfrm>
          <a:off x="10031438" y="757238"/>
          <a:ext cx="1997267" cy="9732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3434697029"/>
              </p:ext>
            </p:extLst>
          </p:nvPr>
        </p:nvGraphicFramePr>
        <p:xfrm>
          <a:off x="10020525" y="754151"/>
          <a:ext cx="1997267" cy="170806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(2-1)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4117343105"/>
              </p:ext>
            </p:extLst>
          </p:nvPr>
        </p:nvGraphicFramePr>
        <p:xfrm>
          <a:off x="10020525" y="754151"/>
          <a:ext cx="1997267" cy="239229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a:t>
                      </a:r>
                      <a:r>
                        <a:rPr lang="en-US" altLang="ko-KR" sz="700" b="0" spc="0" baseline="0" dirty="0">
                          <a:solidFill>
                            <a:schemeClr val="tx1"/>
                          </a:solidFill>
                          <a:latin typeface="나눔고딕" panose="020D0604000000000000" pitchFamily="50" charset="-127"/>
                          <a:ea typeface="나눔고딕" panose="020D0604000000000000" pitchFamily="50" charset="-127"/>
                        </a:rPr>
                        <a:t>(Index)</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노출</a:t>
                      </a:r>
                      <a:r>
                        <a:rPr lang="en-US" altLang="ko-KR" sz="700" b="0" spc="0" baseline="0" dirty="0">
                          <a:solidFill>
                            <a:schemeClr val="tx1"/>
                          </a:solidFill>
                          <a:latin typeface="나눔고딕" panose="020D0604000000000000" pitchFamily="50" charset="-127"/>
                          <a:ea typeface="나눔고딕" panose="020D0604000000000000" pitchFamily="50" charset="-127"/>
                        </a:rPr>
                        <a:t> : APP</a:t>
                      </a:r>
                      <a:r>
                        <a:rPr lang="ko-KR" altLang="en-US" sz="7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989930670"/>
              </p:ext>
            </p:extLst>
          </p:nvPr>
        </p:nvGraphicFramePr>
        <p:xfrm>
          <a:off x="10031438" y="757238"/>
          <a:ext cx="1997267" cy="310542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nvGraphicFramePr>
        <p:xfrm>
          <a:off x="10031438" y="757238"/>
          <a:ext cx="1997267" cy="299874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107291814"/>
              </p:ext>
            </p:extLst>
          </p:nvPr>
        </p:nvGraphicFramePr>
        <p:xfrm>
          <a:off x="10020525" y="754151"/>
          <a:ext cx="1997267" cy="238856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링크 </a:t>
                      </a:r>
                      <a:r>
                        <a:rPr lang="en-US" altLang="ko-KR" sz="700" b="0" spc="0" baseline="0" dirty="0">
                          <a:solidFill>
                            <a:schemeClr val="tx1"/>
                          </a:solidFill>
                          <a:latin typeface="나눔고딕" panose="020D0604000000000000" pitchFamily="50" charset="-127"/>
                          <a:ea typeface="나눔고딕" panose="020D0604000000000000" pitchFamily="50" charset="-127"/>
                        </a:rPr>
                        <a:t>: APP</a:t>
                      </a:r>
                      <a:r>
                        <a:rPr lang="ko-KR" altLang="en-US" sz="7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노출 </a:t>
                      </a: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2082547097"/>
              </p:ext>
            </p:extLst>
          </p:nvPr>
        </p:nvGraphicFramePr>
        <p:xfrm>
          <a:off x="10031438" y="757238"/>
          <a:ext cx="1997267" cy="287823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2453327472"/>
              </p:ext>
            </p:extLst>
          </p:nvPr>
        </p:nvGraphicFramePr>
        <p:xfrm>
          <a:off x="10031438" y="757238"/>
          <a:ext cx="1997267" cy="284941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7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4215858241"/>
              </p:ext>
            </p:extLst>
          </p:nvPr>
        </p:nvGraphicFramePr>
        <p:xfrm>
          <a:off x="10020525" y="754151"/>
          <a:ext cx="1997267" cy="261555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성공</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알림은 </a:t>
                      </a:r>
                      <a:r>
                        <a:rPr lang="en-US" altLang="ko-KR" sz="700" b="0" spc="0" baseline="0" dirty="0">
                          <a:solidFill>
                            <a:schemeClr val="tx1"/>
                          </a:solidFill>
                          <a:latin typeface="나눔고딕" panose="020D0604000000000000" pitchFamily="50" charset="-127"/>
                          <a:ea typeface="나눔고딕" panose="020D0604000000000000" pitchFamily="50" charset="-127"/>
                        </a:rPr>
                        <a:t>APP </a:t>
                      </a:r>
                      <a:r>
                        <a:rPr lang="ko-KR" altLang="en-US" sz="7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86460002"/>
              </p:ext>
            </p:extLst>
          </p:nvPr>
        </p:nvGraphicFramePr>
        <p:xfrm>
          <a:off x="10020525" y="754151"/>
          <a:ext cx="1997267" cy="827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7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25913</TotalTime>
  <Words>4846</Words>
  <Application>Microsoft Office PowerPoint</Application>
  <PresentationFormat>와이드스크린</PresentationFormat>
  <Paragraphs>1631</Paragraphs>
  <Slides>47</Slides>
  <Notes>6</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47</vt:i4>
      </vt:variant>
    </vt:vector>
  </HeadingPairs>
  <TitlesOfParts>
    <vt:vector size="57" baseType="lpstr">
      <vt:lpstr>Arial</vt:lpstr>
      <vt:lpstr>굴림</vt:lpstr>
      <vt:lpstr>HY헤드라인M</vt:lpstr>
      <vt:lpstr>Arial Black</vt:lpstr>
      <vt:lpstr>나눔명조</vt:lpstr>
      <vt:lpstr>나눔고딕</vt:lpstr>
      <vt:lpstr>돋움</vt:lpstr>
      <vt:lpstr>맑은 고딕</vt:lpstr>
      <vt:lpstr>Office 테마</vt:lpstr>
      <vt:lpstr>디자인 사용자 지정</vt:lpstr>
      <vt:lpstr>든든하이! 스토리보드 v0.2 </vt:lpstr>
      <vt:lpstr>History</vt:lpstr>
      <vt:lpstr>01. 회원가입, 로그인</vt:lpstr>
      <vt:lpstr> </vt:lpstr>
      <vt:lpstr> </vt:lpstr>
      <vt:lpstr> </vt:lpstr>
      <vt:lpstr> </vt:lpstr>
      <vt:lpstr> </vt:lpstr>
      <vt:lpstr> </vt:lpstr>
      <vt:lpstr> </vt:lpstr>
      <vt:lpstr>02. 메인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마이페이지</vt:lpstr>
      <vt:lpstr>PowerPoint 프레젠테이션</vt:lpstr>
      <vt:lpstr>PowerPoint 프레젠테이션</vt:lpstr>
      <vt:lpstr>PowerPoint 프레젠테이션</vt:lpstr>
      <vt:lpstr>PowerPoint 프레젠테이션</vt:lpstr>
      <vt:lpstr>04. 관리 사이트(WEB)</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희영 이</cp:lastModifiedBy>
  <cp:revision>1487</cp:revision>
  <dcterms:created xsi:type="dcterms:W3CDTF">2022-08-18T05:53:56Z</dcterms:created>
  <dcterms:modified xsi:type="dcterms:W3CDTF">2025-04-03T06:05:05Z</dcterms:modified>
</cp:coreProperties>
</file>