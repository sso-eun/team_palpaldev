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0" r:id="rId2"/>
  </p:sldMasterIdLst>
  <p:notesMasterIdLst>
    <p:notesMasterId r:id="rId19"/>
  </p:notesMasterIdLst>
  <p:handoutMasterIdLst>
    <p:handoutMasterId r:id="rId20"/>
  </p:handoutMasterIdLst>
  <p:sldIdLst>
    <p:sldId id="902" r:id="rId3"/>
    <p:sldId id="265" r:id="rId4"/>
    <p:sldId id="993" r:id="rId5"/>
    <p:sldId id="846" r:id="rId6"/>
    <p:sldId id="847" r:id="rId7"/>
    <p:sldId id="848" r:id="rId8"/>
    <p:sldId id="849" r:id="rId9"/>
    <p:sldId id="850" r:id="rId10"/>
    <p:sldId id="997" r:id="rId11"/>
    <p:sldId id="301" r:id="rId12"/>
    <p:sldId id="986" r:id="rId13"/>
    <p:sldId id="987" r:id="rId14"/>
    <p:sldId id="988" r:id="rId15"/>
    <p:sldId id="989" r:id="rId16"/>
    <p:sldId id="990" r:id="rId17"/>
    <p:sldId id="851" r:id="rId18"/>
  </p:sldIdLst>
  <p:sldSz cx="12192000" cy="6858000"/>
  <p:notesSz cx="6858000" cy="9144000"/>
  <p:embeddedFontLst>
    <p:embeddedFont>
      <p:font typeface="나눔명조" panose="020B0600000101010101" charset="-127"/>
      <p:regular r:id="rId21"/>
      <p:bold r:id="rId22"/>
    </p:embeddedFont>
    <p:embeddedFont>
      <p:font typeface="Arial Black" panose="020B0A04020102020204" pitchFamily="34" charset="0"/>
      <p:bold r:id="rId23"/>
    </p:embeddedFont>
    <p:embeddedFont>
      <p:font typeface="HY헤드라인M" panose="02030600000101010101" pitchFamily="18" charset="-127"/>
      <p:regular r:id="rId24"/>
    </p:embeddedFont>
    <p:embeddedFont>
      <p:font typeface="굴림" panose="020B0600000101010101" pitchFamily="50" charset="-127"/>
      <p:regular r:id="rId25"/>
    </p:embeddedFont>
    <p:embeddedFont>
      <p:font typeface="나눔고딕" panose="020D0604000000000000" pitchFamily="50" charset="-127"/>
      <p:regular r:id="rId26"/>
      <p:bold r:id="rId27"/>
    </p:embeddedFont>
    <p:embeddedFont>
      <p:font typeface="돋움" panose="020B0600000101010101" pitchFamily="50" charset="-127"/>
      <p:regular r:id="rId28"/>
    </p:embeddedFont>
    <p:embeddedFont>
      <p:font typeface="맑은 고딕" panose="020B0503020000020004" pitchFamily="50" charset="-127"/>
      <p:regular r:id="rId29"/>
      <p:bold r:id="rId30"/>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E5CC33FD-8DC1-4E66-BD73-AFFF2FE65632}">
          <p14:sldIdLst>
            <p14:sldId id="902"/>
            <p14:sldId id="265"/>
          </p14:sldIdLst>
        </p14:section>
        <p14:section name="메인" id="{6A86A97E-BD23-4942-9D09-15BF2134FEA9}">
          <p14:sldIdLst>
            <p14:sldId id="993"/>
            <p14:sldId id="846"/>
            <p14:sldId id="847"/>
            <p14:sldId id="848"/>
            <p14:sldId id="849"/>
            <p14:sldId id="850"/>
            <p14:sldId id="997"/>
            <p14:sldId id="301"/>
            <p14:sldId id="986"/>
            <p14:sldId id="987"/>
            <p14:sldId id="988"/>
            <p14:sldId id="989"/>
            <p14:sldId id="990"/>
            <p14:sldId id="85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ixels-103" initials="p" lastIdx="4" clrIdx="0">
    <p:extLst>
      <p:ext uri="{19B8F6BF-5375-455C-9EA6-DF929625EA0E}">
        <p15:presenceInfo xmlns:p15="http://schemas.microsoft.com/office/powerpoint/2012/main" userId="pixels-103"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6EFD"/>
    <a:srgbClr val="2A3F54"/>
    <a:srgbClr val="2BBBAD"/>
    <a:srgbClr val="FFFFFF"/>
    <a:srgbClr val="F9FBFC"/>
    <a:srgbClr val="F5FAD4"/>
    <a:srgbClr val="DEEBF7"/>
    <a:srgbClr val="DAE3F3"/>
    <a:srgbClr val="FFC1C1"/>
    <a:srgbClr val="DFC5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2DE63D5-997A-4646-A377-4702673A728D}" styleName="밝은 스타일 2 - 강조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49" autoAdjust="0"/>
    <p:restoredTop sz="96159" autoAdjust="0"/>
  </p:normalViewPr>
  <p:slideViewPr>
    <p:cSldViewPr snapToGrid="0">
      <p:cViewPr varScale="1">
        <p:scale>
          <a:sx n="84" d="100"/>
          <a:sy n="84" d="100"/>
        </p:scale>
        <p:origin x="219" y="39"/>
      </p:cViewPr>
      <p:guideLst/>
    </p:cSldViewPr>
  </p:slideViewPr>
  <p:outlineViewPr>
    <p:cViewPr>
      <p:scale>
        <a:sx n="33" d="100"/>
        <a:sy n="33" d="100"/>
      </p:scale>
      <p:origin x="0" y="-27936"/>
    </p:cViewPr>
  </p:outlineViewPr>
  <p:notesTextViewPr>
    <p:cViewPr>
      <p:scale>
        <a:sx n="1" d="1"/>
        <a:sy n="1" d="1"/>
      </p:scale>
      <p:origin x="0" y="0"/>
    </p:cViewPr>
  </p:notesTextViewPr>
  <p:sorterViewPr>
    <p:cViewPr>
      <p:scale>
        <a:sx n="100" d="100"/>
        <a:sy n="100" d="100"/>
      </p:scale>
      <p:origin x="0" y="-2424"/>
    </p:cViewPr>
  </p:sorterViewPr>
  <p:notesViewPr>
    <p:cSldViewPr snapToGrid="0">
      <p:cViewPr varScale="1">
        <p:scale>
          <a:sx n="66" d="100"/>
          <a:sy n="66" d="100"/>
        </p:scale>
        <p:origin x="2028" y="63"/>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6.fntdata"/><Relationship Id="rId3" Type="http://schemas.openxmlformats.org/officeDocument/2006/relationships/slide" Target="slides/slide1.xml"/><Relationship Id="rId21" Type="http://schemas.openxmlformats.org/officeDocument/2006/relationships/font" Target="fonts/font1.fntdata"/><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5.fntdata"/><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4.fntdata"/><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8.xml"/><Relationship Id="rId19" Type="http://schemas.openxmlformats.org/officeDocument/2006/relationships/notesMaster" Target="notesMasters/notesMaster1.xml"/><Relationship Id="rId31"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tableStyles" Target="tableStyles.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D78E16CB-E131-8D1C-7660-55715EB7E02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BFAD0D6E-90D1-7CAD-9211-734EFDCEE7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EE9F8D-4C14-4B26-80A7-14DC4769A9FA}" type="datetimeFigureOut">
              <a:rPr lang="ko-KR" altLang="en-US" smtClean="0"/>
              <a:t>2025-04-09</a:t>
            </a:fld>
            <a:endParaRPr lang="ko-KR" altLang="en-US"/>
          </a:p>
        </p:txBody>
      </p:sp>
      <p:sp>
        <p:nvSpPr>
          <p:cNvPr id="4" name="바닥글 개체 틀 3">
            <a:extLst>
              <a:ext uri="{FF2B5EF4-FFF2-40B4-BE49-F238E27FC236}">
                <a16:creationId xmlns:a16="http://schemas.microsoft.com/office/drawing/2014/main" id="{0B3791F2-20B0-6584-97C8-297FC3729B0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C5CD674D-AF32-B6C4-1208-F170DE0B83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9D0FA0-A0BD-40C7-8CF5-E729DBEFED33}" type="slidenum">
              <a:rPr lang="ko-KR" altLang="en-US" smtClean="0"/>
              <a:t>‹#›</a:t>
            </a:fld>
            <a:endParaRPr lang="ko-KR" altLang="en-US"/>
          </a:p>
        </p:txBody>
      </p:sp>
    </p:spTree>
    <p:extLst>
      <p:ext uri="{BB962C8B-B14F-4D97-AF65-F5344CB8AC3E}">
        <p14:creationId xmlns:p14="http://schemas.microsoft.com/office/powerpoint/2010/main" val="35587721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95D99F-4282-47D6-A6B2-4A01DC01464E}" type="datetimeFigureOut">
              <a:rPr lang="ko-KR" altLang="en-US" smtClean="0"/>
              <a:t>2025-04-09</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99B02D-59F5-41C5-8C9A-5161D0B9086D}" type="slidenum">
              <a:rPr lang="ko-KR" altLang="en-US" smtClean="0"/>
              <a:t>‹#›</a:t>
            </a:fld>
            <a:endParaRPr lang="ko-KR" altLang="en-US"/>
          </a:p>
        </p:txBody>
      </p:sp>
    </p:spTree>
    <p:extLst>
      <p:ext uri="{BB962C8B-B14F-4D97-AF65-F5344CB8AC3E}">
        <p14:creationId xmlns:p14="http://schemas.microsoft.com/office/powerpoint/2010/main" val="110025741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 공개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92572" y="3249263"/>
            <a:ext cx="1302868" cy="359473"/>
          </a:xfrm>
          <a:prstGeom prst="rect">
            <a:avLst/>
          </a:prstGeom>
          <a:solidFill>
            <a:srgbClr val="0070C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Public</a:t>
            </a:r>
            <a:endParaRPr b="1" i="0">
              <a:latin typeface="맑은 고딕" panose="020B0503020000020004" pitchFamily="50" charset="-127"/>
              <a:ea typeface="맑은 고딕" panose="020B0503020000020004" pitchFamily="50" charset="-127"/>
            </a:endParaRP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780EAAA1-5C92-E0E6-05B3-5278D7E7E8F2}"/>
              </a:ext>
            </a:extLst>
          </p:cNvPr>
          <p:cNvSpPr txBox="1"/>
          <p:nvPr userDrawn="1"/>
        </p:nvSpPr>
        <p:spPr>
          <a:xfrm>
            <a:off x="2847515" y="6115648"/>
            <a:ext cx="7273676" cy="22852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3711800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1144401182"/>
              </p:ext>
            </p:extLst>
          </p:nvPr>
        </p:nvGraphicFramePr>
        <p:xfrm>
          <a:off x="2852952" y="5781234"/>
          <a:ext cx="7201242" cy="259080"/>
        </p:xfrm>
        <a:graphic>
          <a:graphicData uri="http://schemas.openxmlformats.org/drawingml/2006/table">
            <a:tbl>
              <a:tblPr firstRow="1" bandRow="1">
                <a:tableStyleId>{5C22544A-7EE6-4342-B048-85BDC9FD1C3A}</a:tableStyleId>
              </a:tblPr>
              <a:tblGrid>
                <a:gridCol w="988402">
                  <a:extLst>
                    <a:ext uri="{9D8B030D-6E8A-4147-A177-3AD203B41FA5}">
                      <a16:colId xmlns:a16="http://schemas.microsoft.com/office/drawing/2014/main" val="20000"/>
                    </a:ext>
                  </a:extLst>
                </a:gridCol>
                <a:gridCol w="1242568">
                  <a:extLst>
                    <a:ext uri="{9D8B030D-6E8A-4147-A177-3AD203B41FA5}">
                      <a16:colId xmlns:a16="http://schemas.microsoft.com/office/drawing/2014/main" val="20001"/>
                    </a:ext>
                  </a:extLst>
                </a:gridCol>
                <a:gridCol w="1242568">
                  <a:extLst>
                    <a:ext uri="{9D8B030D-6E8A-4147-A177-3AD203B41FA5}">
                      <a16:colId xmlns:a16="http://schemas.microsoft.com/office/drawing/2014/main" val="748956557"/>
                    </a:ext>
                  </a:extLst>
                </a:gridCol>
                <a:gridCol w="541035">
                  <a:extLst>
                    <a:ext uri="{9D8B030D-6E8A-4147-A177-3AD203B41FA5}">
                      <a16:colId xmlns:a16="http://schemas.microsoft.com/office/drawing/2014/main" val="2052663771"/>
                    </a:ext>
                  </a:extLst>
                </a:gridCol>
                <a:gridCol w="1400175">
                  <a:extLst>
                    <a:ext uri="{9D8B030D-6E8A-4147-A177-3AD203B41FA5}">
                      <a16:colId xmlns:a16="http://schemas.microsoft.com/office/drawing/2014/main" val="1774092345"/>
                    </a:ext>
                  </a:extLst>
                </a:gridCol>
                <a:gridCol w="1786494">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900" b="0">
                          <a:solidFill>
                            <a:schemeClr val="tx1"/>
                          </a:solidFill>
                          <a:latin typeface="+mn-ea"/>
                          <a:ea typeface="+mn-ea"/>
                        </a:rPr>
                        <a:t>설계</a:t>
                      </a:r>
                      <a:r>
                        <a:rPr lang="en-US" altLang="ko-KR" sz="900" b="0">
                          <a:solidFill>
                            <a:schemeClr val="tx1"/>
                          </a:solidFill>
                          <a:latin typeface="+mn-ea"/>
                          <a:ea typeface="+mn-ea"/>
                        </a:rPr>
                        <a:t>.</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3638722" y="5818371"/>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5552755" y="5814959"/>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309686" y="5818371"/>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a:t>작성자 명</a:t>
            </a:r>
            <a:endParaRPr lang="ko-KR" altLang="en-US" dirty="0"/>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내부 공유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9"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04047FE0-99CA-4A25-A7D8-E3A981F3FFF0}"/>
              </a:ext>
            </a:extLst>
          </p:cNvPr>
          <p:cNvSpPr txBox="1"/>
          <p:nvPr userDrawn="1"/>
        </p:nvSpPr>
        <p:spPr>
          <a:xfrm>
            <a:off x="2847515" y="6115648"/>
            <a:ext cx="7273676" cy="22852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ED7D3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Internal</a:t>
            </a:r>
          </a:p>
        </p:txBody>
      </p:sp>
    </p:spTree>
    <p:extLst>
      <p:ext uri="{BB962C8B-B14F-4D97-AF65-F5344CB8AC3E}">
        <p14:creationId xmlns:p14="http://schemas.microsoft.com/office/powerpoint/2010/main" val="209718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특급 비밀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C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 Confidential</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61209D0-DEFD-73F3-C402-9D533FC3F510}"/>
              </a:ext>
            </a:extLst>
          </p:cNvPr>
          <p:cNvSpPr txBox="1"/>
          <p:nvPr userDrawn="1"/>
        </p:nvSpPr>
        <p:spPr>
          <a:xfrm>
            <a:off x="2847515" y="6115648"/>
            <a:ext cx="7273676" cy="22852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66314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비밀</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75927" y="3249263"/>
            <a:ext cx="1302868" cy="359473"/>
          </a:xfrm>
          <a:prstGeom prst="rect">
            <a:avLst/>
          </a:prstGeom>
          <a:solidFill>
            <a:schemeClr val="tx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 Restricted</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C755075-4879-B884-28FB-0E6316068365}"/>
              </a:ext>
            </a:extLst>
          </p:cNvPr>
          <p:cNvSpPr txBox="1"/>
          <p:nvPr userDrawn="1"/>
        </p:nvSpPr>
        <p:spPr>
          <a:xfrm>
            <a:off x="2847515" y="6115648"/>
            <a:ext cx="7273676" cy="22852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402909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530C8F-BBEB-CFF2-D373-A1EEB7A9E08E}"/>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B942056C-AE6F-A8CE-3443-F644C53645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5A0B45E9-ED9F-3F13-5A80-BD892C97DB80}"/>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1EEC7111-C62E-F4B3-90B9-41F5AC94EFC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768404B-4451-9854-610E-549C1B48647C}"/>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59212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3978249"/>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pic>
        <p:nvPicPr>
          <p:cNvPr id="9" name="그림 8">
            <a:extLst>
              <a:ext uri="{FF2B5EF4-FFF2-40B4-BE49-F238E27FC236}">
                <a16:creationId xmlns:a16="http://schemas.microsoft.com/office/drawing/2014/main" id="{9A9DABA3-F5F1-4E48-B876-B0108F2599E9}"/>
              </a:ext>
            </a:extLst>
          </p:cNvPr>
          <p:cNvPicPr>
            <a:picLocks noChangeAspect="1"/>
          </p:cNvPicPr>
          <p:nvPr userDrawn="1"/>
        </p:nvPicPr>
        <p:blipFill rotWithShape="1">
          <a:blip r:embed="rId2"/>
          <a:srcRect l="82985" t="7128" r="1021" b="67475"/>
          <a:stretch/>
        </p:blipFill>
        <p:spPr>
          <a:xfrm>
            <a:off x="10025770" y="4664050"/>
            <a:ext cx="1904011" cy="1741716"/>
          </a:xfrm>
          <a:prstGeom prst="rect">
            <a:avLst/>
          </a:prstGeom>
        </p:spPr>
      </p:pic>
      <p:sp>
        <p:nvSpPr>
          <p:cNvPr id="11" name="내용 개체 틀 2">
            <a:extLst>
              <a:ext uri="{FF2B5EF4-FFF2-40B4-BE49-F238E27FC236}">
                <a16:creationId xmlns:a16="http://schemas.microsoft.com/office/drawing/2014/main" id="{5624C9D7-4FB9-4ED2-A978-950BF189B1DC}"/>
              </a:ext>
            </a:extLst>
          </p:cNvPr>
          <p:cNvSpPr>
            <a:spLocks noGrp="1"/>
          </p:cNvSpPr>
          <p:nvPr>
            <p:ph idx="12"/>
          </p:nvPr>
        </p:nvSpPr>
        <p:spPr>
          <a:xfrm>
            <a:off x="10025770" y="4884717"/>
            <a:ext cx="1845276" cy="1873350"/>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직사각형 3">
            <a:extLst>
              <a:ext uri="{FF2B5EF4-FFF2-40B4-BE49-F238E27FC236}">
                <a16:creationId xmlns:a16="http://schemas.microsoft.com/office/drawing/2014/main" id="{129DA458-A931-45F5-824F-92A790226A9F}"/>
              </a:ext>
            </a:extLst>
          </p:cNvPr>
          <p:cNvSpPr/>
          <p:nvPr userDrawn="1"/>
        </p:nvSpPr>
        <p:spPr>
          <a:xfrm>
            <a:off x="10296923" y="4692244"/>
            <a:ext cx="1361704" cy="1449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7EA9372C-D391-4596-A3B4-3153136C9293}"/>
              </a:ext>
            </a:extLst>
          </p:cNvPr>
          <p:cNvSpPr/>
          <p:nvPr userDrawn="1"/>
        </p:nvSpPr>
        <p:spPr>
          <a:xfrm>
            <a:off x="10863634" y="52042"/>
            <a:ext cx="743171" cy="134005"/>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1" name="그림 20">
            <a:extLst>
              <a:ext uri="{FF2B5EF4-FFF2-40B4-BE49-F238E27FC236}">
                <a16:creationId xmlns:a16="http://schemas.microsoft.com/office/drawing/2014/main" id="{ECDCDC69-EC7F-4C9F-BBCB-82C4391B23A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36695" y="82203"/>
            <a:ext cx="397048" cy="103844"/>
          </a:xfrm>
          <a:prstGeom prst="rect">
            <a:avLst/>
          </a:prstGeom>
        </p:spPr>
      </p:pic>
      <p:sp>
        <p:nvSpPr>
          <p:cNvPr id="5" name="슬라이드 번호 개체 틀 6">
            <a:extLst>
              <a:ext uri="{FF2B5EF4-FFF2-40B4-BE49-F238E27FC236}">
                <a16:creationId xmlns:a16="http://schemas.microsoft.com/office/drawing/2014/main" id="{DD135F55-AD68-8ADD-F9F6-BA9D806752B8}"/>
              </a:ext>
            </a:extLst>
          </p:cNvPr>
          <p:cNvSpPr>
            <a:spLocks noGrp="1"/>
          </p:cNvSpPr>
          <p:nvPr>
            <p:ph type="sldNum" sz="quarter" idx="14"/>
          </p:nvPr>
        </p:nvSpPr>
        <p:spPr>
          <a:xfrm>
            <a:off x="10613561" y="203201"/>
            <a:ext cx="1303021" cy="182563"/>
          </a:xfrm>
        </p:spPr>
        <p:txBody>
          <a:bodyPr/>
          <a:lstStyle>
            <a:lvl1pPr algn="ctr">
              <a:defRPr/>
            </a:lvl1pPr>
          </a:lstStyle>
          <a:p>
            <a:fld id="{EB66B8C8-9F2F-4508-A8DB-1207EC41BFB8}" type="slidenum">
              <a:rPr lang="ko-KR" altLang="en-US" smtClean="0"/>
              <a:pPr/>
              <a:t>‹#›</a:t>
            </a:fld>
            <a:endParaRPr lang="ko-KR" altLang="en-US"/>
          </a:p>
        </p:txBody>
      </p:sp>
      <p:pic>
        <p:nvPicPr>
          <p:cNvPr id="14" name="내용 개체 틀 11">
            <a:extLst>
              <a:ext uri="{FF2B5EF4-FFF2-40B4-BE49-F238E27FC236}">
                <a16:creationId xmlns:a16="http://schemas.microsoft.com/office/drawing/2014/main" id="{43D391F7-5536-46DE-9C45-5B4859F7DA8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81945" y="4720651"/>
            <a:ext cx="583127" cy="120056"/>
          </a:xfrm>
          <a:prstGeom prst="rect">
            <a:avLst/>
          </a:prstGeom>
        </p:spPr>
      </p:pic>
      <p:sp>
        <p:nvSpPr>
          <p:cNvPr id="13" name="직사각형 12">
            <a:extLst>
              <a:ext uri="{FF2B5EF4-FFF2-40B4-BE49-F238E27FC236}">
                <a16:creationId xmlns:a16="http://schemas.microsoft.com/office/drawing/2014/main" id="{FF950DE0-9DEB-488A-8C41-97F8EB9B010C}"/>
              </a:ext>
            </a:extLst>
          </p:cNvPr>
          <p:cNvSpPr/>
          <p:nvPr userDrawn="1"/>
        </p:nvSpPr>
        <p:spPr>
          <a:xfrm>
            <a:off x="8161421" y="61721"/>
            <a:ext cx="790074" cy="124326"/>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그림 6">
            <a:extLst>
              <a:ext uri="{FF2B5EF4-FFF2-40B4-BE49-F238E27FC236}">
                <a16:creationId xmlns:a16="http://schemas.microsoft.com/office/drawing/2014/main" id="{D0145051-6A28-4E59-85C0-4C7600C4E46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528381" y="86897"/>
            <a:ext cx="214343" cy="107172"/>
          </a:xfrm>
          <a:prstGeom prst="rect">
            <a:avLst/>
          </a:prstGeom>
        </p:spPr>
      </p:pic>
    </p:spTree>
    <p:extLst>
      <p:ext uri="{BB962C8B-B14F-4D97-AF65-F5344CB8AC3E}">
        <p14:creationId xmlns:p14="http://schemas.microsoft.com/office/powerpoint/2010/main" val="1179440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6D3850A-F970-4F74-2BD3-DD282DB56320}"/>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43782543-B8E0-9CF6-85F4-504EC57796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7B9D991-6938-1B49-6F95-0F57617CAE38}"/>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FE3D1E89-51C6-31DC-3B2E-A92BD8615C5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CE8040D-FFDC-2A14-5202-3979777D321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571578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D6F8B74-677A-8265-B2F1-7BF52E00C79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15A28C36-F7A7-1441-ED35-87B085A85C5C}"/>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26D9CE16-045B-0734-EB63-74A863F154FD}"/>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EE182735-CBB7-AA7C-9D33-BEEC212B99A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8CFEC35-FE92-2676-0240-8B170D801E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A42C12C-3F5E-3BC0-5BAC-F1F82ED4405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016701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004B0F-F6E6-4CF4-9C67-345AD39F5E47}"/>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2C3A8290-531F-7604-1D38-F7F16BCF20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4" name="내용 개체 틀 3">
            <a:extLst>
              <a:ext uri="{FF2B5EF4-FFF2-40B4-BE49-F238E27FC236}">
                <a16:creationId xmlns:a16="http://schemas.microsoft.com/office/drawing/2014/main" id="{DA16BC5A-EDA3-94B1-CB85-8DC21E5378F0}"/>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A38A0B7F-F8BF-34CD-5233-A0C5EB4F6F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F8505BCA-47F6-7D34-468B-8B59CDA2D0E1}"/>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AA19256F-A343-8116-4B58-C2B0634FB1C0}"/>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24288723-3FE8-E298-A1D9-400D1832316B}"/>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0A3746E7-CE88-91C9-E45E-FE010EE6576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156167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182F99-362A-6034-E24A-2C37204EFFCD}"/>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787B5F1-A130-D24B-3B2E-E8012DA397F1}"/>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CE797140-EAE1-152A-5E95-0C3E89F2CEE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95270F13-26A3-5BB8-CC83-469B2B084A4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822932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4F734B43-1732-617C-6599-6BEA407A9C62}"/>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13CBA9D6-0057-C748-01EA-D956D932DD21}"/>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30628AAB-2F8E-848E-E5E3-C9D1AAA72E9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4796139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3F7B1E3-C0FC-56AC-0538-93B6E578F0E1}"/>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17015CC6-AF0D-FF54-DBB3-3B9ED265CD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DA07782D-CEE0-EBE7-B007-E5109D7154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E3F125B-C9A9-6412-0464-3DEB8AB2981B}"/>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02EC907A-E552-D21F-BCE7-AE25F0AAC3E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40C2579-01DC-99F8-741F-A69722500092}"/>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5031994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1B332-DB45-CDA0-888D-B701FCFD579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87190178-55B9-E206-6D3E-11B37FC5CA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21B11432-80C6-62D6-C862-93ECCAD5D0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29C49A8-9BDD-D46E-7BCE-A6505284A039}"/>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DF3E9430-50A0-1BF7-272D-61F0EEED819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8B7019E1-CDB8-DDAB-99E0-2635E4DB1AE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6357110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F9E404A-575E-249A-56FA-86D4001C7401}"/>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14381F9-18C9-B37E-DA4D-CE77F711E0DF}"/>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8DF204A-7E57-2FCD-9005-B7B906F8F10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B678D06-E63B-2669-E90E-E37B8AAF6F0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D696402-522B-F69B-EAFB-ECF228BAA41B}"/>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178915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70F0E4C-C2C6-1DF3-E7D9-100596207341}"/>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A2C1EB3F-94B3-9C9A-02F8-7C263EE04DF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2C3F1BE-D08A-1661-64E3-AF5623AAD1DC}"/>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60DEB1D-85BB-5F0E-0C65-B4E315400E1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E13A97E-C3FB-85F6-DF5D-3669ED6CB36D}"/>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92813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6035675"/>
          </a:xfrm>
        </p:spPr>
        <p:txBody>
          <a:bodyPr>
            <a:noAutofit/>
          </a:bodyPr>
          <a:lstStyle>
            <a:lvl1pPr>
              <a:defRPr sz="900"/>
            </a:lvl1pPr>
            <a:lvl2pPr>
              <a:defRPr sz="900"/>
            </a:lvl2pPr>
            <a:lvl3pPr>
              <a:defRPr sz="900"/>
            </a:lvl3pPr>
            <a:lvl4pPr>
              <a:defRPr sz="900"/>
            </a:lvl4pPr>
            <a:lvl5pPr>
              <a:defRPr sz="9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Tree>
    <p:extLst>
      <p:ext uri="{BB962C8B-B14F-4D97-AF65-F5344CB8AC3E}">
        <p14:creationId xmlns:p14="http://schemas.microsoft.com/office/powerpoint/2010/main" val="37936278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3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2526625201"/>
              </p:ext>
            </p:extLst>
          </p:nvPr>
        </p:nvGraphicFramePr>
        <p:xfrm>
          <a:off x="142675" y="108512"/>
          <a:ext cx="11913630" cy="357333"/>
        </p:xfrm>
        <a:graphic>
          <a:graphicData uri="http://schemas.openxmlformats.org/drawingml/2006/table">
            <a:tbl>
              <a:tblPr/>
              <a:tblGrid>
                <a:gridCol w="1776294">
                  <a:extLst>
                    <a:ext uri="{9D8B030D-6E8A-4147-A177-3AD203B41FA5}">
                      <a16:colId xmlns:a16="http://schemas.microsoft.com/office/drawing/2014/main" val="20000"/>
                    </a:ext>
                  </a:extLst>
                </a:gridCol>
                <a:gridCol w="2974019">
                  <a:extLst>
                    <a:ext uri="{9D8B030D-6E8A-4147-A177-3AD203B41FA5}">
                      <a16:colId xmlns:a16="http://schemas.microsoft.com/office/drawing/2014/main" val="20001"/>
                    </a:ext>
                  </a:extLst>
                </a:gridCol>
                <a:gridCol w="3113529">
                  <a:extLst>
                    <a:ext uri="{9D8B030D-6E8A-4147-A177-3AD203B41FA5}">
                      <a16:colId xmlns:a16="http://schemas.microsoft.com/office/drawing/2014/main" val="20002"/>
                    </a:ext>
                  </a:extLst>
                </a:gridCol>
                <a:gridCol w="1349290">
                  <a:extLst>
                    <a:ext uri="{9D8B030D-6E8A-4147-A177-3AD203B41FA5}">
                      <a16:colId xmlns:a16="http://schemas.microsoft.com/office/drawing/2014/main" val="20003"/>
                    </a:ext>
                  </a:extLst>
                </a:gridCol>
                <a:gridCol w="1351208">
                  <a:extLst>
                    <a:ext uri="{9D8B030D-6E8A-4147-A177-3AD203B41FA5}">
                      <a16:colId xmlns:a16="http://schemas.microsoft.com/office/drawing/2014/main" val="20004"/>
                    </a:ext>
                  </a:extLst>
                </a:gridCol>
                <a:gridCol w="1349290">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1" i="0" u="none" strike="noStrike" cap="none" normalizeH="0" baseline="0">
                          <a:ln>
                            <a:noFill/>
                          </a:ln>
                          <a:solidFill>
                            <a:schemeClr val="tx1"/>
                          </a:solidFill>
                          <a:effectLst/>
                          <a:latin typeface="맑은 고딕" pitchFamily="50" charset="-127"/>
                          <a:ea typeface="+mn-ea"/>
                        </a:rPr>
                        <a:t>Screen</a:t>
                      </a:r>
                      <a:r>
                        <a:rPr kumimoji="1" lang="ko-KR" altLang="en-US" sz="700" b="1" i="0" u="none" strike="noStrike" cap="none" normalizeH="0" baseline="0">
                          <a:ln>
                            <a:noFill/>
                          </a:ln>
                          <a:solidFill>
                            <a:schemeClr val="tx1"/>
                          </a:solidFill>
                          <a:effectLst/>
                          <a:latin typeface="맑은 고딕" pitchFamily="50" charset="-127"/>
                          <a:ea typeface="+mn-ea"/>
                        </a:rPr>
                        <a:t> </a:t>
                      </a:r>
                      <a:r>
                        <a:rPr kumimoji="1" lang="en-US" altLang="ko-KR" sz="700" b="1" i="0" u="none" strike="noStrike" cap="none" normalizeH="0" baseline="0">
                          <a:ln>
                            <a:noFill/>
                          </a:ln>
                          <a:solidFill>
                            <a:schemeClr val="tx1"/>
                          </a:solidFill>
                          <a:effectLst/>
                          <a:latin typeface="맑은 고딕" pitchFamily="50" charset="-127"/>
                          <a:ea typeface="+mn-ea"/>
                        </a:rPr>
                        <a:t>ID</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0" i="0" u="none" strike="noStrike" kern="1200" cap="none" normalizeH="0" baseline="0">
                          <a:ln>
                            <a:noFill/>
                          </a:ln>
                          <a:solidFill>
                            <a:srgbClr val="1C1C1C"/>
                          </a:solidFill>
                          <a:effectLst/>
                          <a:latin typeface="+mj-ea"/>
                          <a:ea typeface="+mn-ea"/>
                          <a:cs typeface="+mn-cs"/>
                        </a:rPr>
                        <a:t> </a:t>
                      </a:r>
                      <a:r>
                        <a:rPr kumimoji="1" lang="ko-KR" altLang="en-US" sz="700" b="0" i="0" u="none" strike="noStrike" kern="0" cap="none" spc="-100" normalizeH="0" baseline="0">
                          <a:ln>
                            <a:noFill/>
                          </a:ln>
                          <a:solidFill>
                            <a:schemeClr val="tx1"/>
                          </a:solidFill>
                          <a:effectLst/>
                          <a:latin typeface="+mj-ea"/>
                          <a:ea typeface="+mn-ea"/>
                          <a:cs typeface="+mn-cs"/>
                        </a:rPr>
                        <a:t>청주 스마트관광 </a:t>
                      </a:r>
                      <a:r>
                        <a:rPr kumimoji="1" lang="en-US" altLang="ko-KR" sz="700" b="0" i="0" u="none" strike="noStrike" kern="0" cap="none" spc="-100" normalizeH="0" baseline="0">
                          <a:ln>
                            <a:noFill/>
                          </a:ln>
                          <a:solidFill>
                            <a:schemeClr val="tx1"/>
                          </a:solidFill>
                          <a:effectLst/>
                          <a:latin typeface="+mj-ea"/>
                          <a:ea typeface="+mn-ea"/>
                          <a:cs typeface="+mn-cs"/>
                        </a:rPr>
                        <a:t>APP </a:t>
                      </a:r>
                      <a:r>
                        <a:rPr kumimoji="1" lang="ko-KR" altLang="en-US" sz="700" b="0" i="0" u="none" strike="noStrike" kern="0" cap="none" spc="-100" normalizeH="0" baseline="0">
                          <a:ln>
                            <a:noFill/>
                          </a:ln>
                          <a:solidFill>
                            <a:schemeClr val="tx1"/>
                          </a:solidFill>
                          <a:effectLst/>
                          <a:latin typeface="+mj-ea"/>
                          <a:ea typeface="+mn-ea"/>
                          <a:cs typeface="+mn-cs"/>
                        </a:rPr>
                        <a:t>개발 </a:t>
                      </a:r>
                      <a:endParaRPr kumimoji="1" lang="en-US" altLang="ko-KR" sz="700" b="0" i="0" u="none" strike="noStrike" cap="none" normalizeH="0" baseline="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4876847" y="249681"/>
            <a:ext cx="3115613" cy="249358"/>
          </a:xfrm>
        </p:spPr>
        <p:txBody>
          <a:bodyPr>
            <a:normAutofit/>
          </a:bodyPr>
          <a:lstStyle>
            <a:lvl1pPr algn="ctr">
              <a:defRPr sz="700" spc="0"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7974864" y="287178"/>
            <a:ext cx="1348774" cy="162534"/>
          </a:xfrm>
        </p:spPr>
        <p:txBody>
          <a:bodyPr/>
          <a:lstStyle>
            <a:lvl1pPr algn="ctr">
              <a:defRPr sz="700" b="0" spc="-52" baseline="0"/>
            </a:lvl1pPr>
          </a:lstStyle>
          <a:p>
            <a:fld id="{504A1324-50B9-44BD-8597-643A09D10686}" type="datetime1">
              <a:rPr lang="ko-KR" altLang="en-US" smtClean="0"/>
              <a:pPr/>
              <a:t>2025-04-09</a:t>
            </a:fld>
            <a:endParaRPr lang="ko-KR" altLang="en-US"/>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a:p>
        </p:txBody>
      </p:sp>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1955800" y="270100"/>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14" name="텍스트 개체 틀 12">
            <a:extLst>
              <a:ext uri="{FF2B5EF4-FFF2-40B4-BE49-F238E27FC236}">
                <a16:creationId xmlns:a16="http://schemas.microsoft.com/office/drawing/2014/main" id="{B61DA27D-2791-0307-20B7-58D32AF58E3F}"/>
              </a:ext>
            </a:extLst>
          </p:cNvPr>
          <p:cNvSpPr>
            <a:spLocks noGrp="1"/>
          </p:cNvSpPr>
          <p:nvPr>
            <p:ph type="body" sz="quarter" idx="14" hasCustomPrompt="1"/>
          </p:nvPr>
        </p:nvSpPr>
        <p:spPr>
          <a:xfrm>
            <a:off x="9360823" y="276328"/>
            <a:ext cx="134877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Screen ID </a:t>
            </a:r>
            <a:endParaRPr lang="ko-KR" altLang="en-US" dirty="0"/>
          </a:p>
        </p:txBody>
      </p:sp>
    </p:spTree>
    <p:extLst>
      <p:ext uri="{BB962C8B-B14F-4D97-AF65-F5344CB8AC3E}">
        <p14:creationId xmlns:p14="http://schemas.microsoft.com/office/powerpoint/2010/main" val="33004623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2066124542"/>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기획</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고객센터</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779976" y="318927"/>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
        <p:nvSpPr>
          <p:cNvPr id="2" name="텍스트 개체 틀 23">
            <a:extLst>
              <a:ext uri="{FF2B5EF4-FFF2-40B4-BE49-F238E27FC236}">
                <a16:creationId xmlns:a16="http://schemas.microsoft.com/office/drawing/2014/main" id="{191B2E79-93AB-4693-C720-75AA270E9587}"/>
              </a:ext>
            </a:extLst>
          </p:cNvPr>
          <p:cNvSpPr>
            <a:spLocks noGrp="1"/>
          </p:cNvSpPr>
          <p:nvPr>
            <p:ph type="body" sz="quarter" idx="17"/>
          </p:nvPr>
        </p:nvSpPr>
        <p:spPr>
          <a:xfrm>
            <a:off x="11146317" y="321725"/>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36372567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2419371118"/>
              </p:ext>
            </p:extLst>
          </p:nvPr>
        </p:nvGraphicFramePr>
        <p:xfrm>
          <a:off x="135409" y="96078"/>
          <a:ext cx="11906307" cy="412669"/>
        </p:xfrm>
        <a:graphic>
          <a:graphicData uri="http://schemas.openxmlformats.org/drawingml/2006/table">
            <a:tbl>
              <a:tblPr/>
              <a:tblGrid>
                <a:gridCol w="2002297">
                  <a:extLst>
                    <a:ext uri="{9D8B030D-6E8A-4147-A177-3AD203B41FA5}">
                      <a16:colId xmlns:a16="http://schemas.microsoft.com/office/drawing/2014/main" val="20000"/>
                    </a:ext>
                  </a:extLst>
                </a:gridCol>
                <a:gridCol w="1651313">
                  <a:extLst>
                    <a:ext uri="{9D8B030D-6E8A-4147-A177-3AD203B41FA5}">
                      <a16:colId xmlns:a16="http://schemas.microsoft.com/office/drawing/2014/main" val="20001"/>
                    </a:ext>
                  </a:extLst>
                </a:gridCol>
                <a:gridCol w="4143956">
                  <a:extLst>
                    <a:ext uri="{9D8B030D-6E8A-4147-A177-3AD203B41FA5}">
                      <a16:colId xmlns:a16="http://schemas.microsoft.com/office/drawing/2014/main" val="20002"/>
                    </a:ext>
                  </a:extLst>
                </a:gridCol>
                <a:gridCol w="2587778">
                  <a:extLst>
                    <a:ext uri="{9D8B030D-6E8A-4147-A177-3AD203B41FA5}">
                      <a16:colId xmlns:a16="http://schemas.microsoft.com/office/drawing/2014/main" val="20003"/>
                    </a:ext>
                  </a:extLst>
                </a:gridCol>
                <a:gridCol w="1520963">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고객센터</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348440" y="324395"/>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7864"/>
            <a:ext cx="4039101" cy="147191"/>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8001000" y="311331"/>
            <a:ext cx="2457450" cy="169627"/>
          </a:xfrm>
        </p:spPr>
        <p:txBody>
          <a:bodyPr>
            <a:noAutofit/>
          </a:bodyPr>
          <a:lstStyle>
            <a:lvl1pPr marL="0" indent="0" algn="ctr">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 name="텍스트 개체 틀 23">
            <a:extLst>
              <a:ext uri="{FF2B5EF4-FFF2-40B4-BE49-F238E27FC236}">
                <a16:creationId xmlns:a16="http://schemas.microsoft.com/office/drawing/2014/main" id="{191B2E79-93AB-4693-C720-75AA270E9587}"/>
              </a:ext>
            </a:extLst>
          </p:cNvPr>
          <p:cNvSpPr>
            <a:spLocks noGrp="1"/>
          </p:cNvSpPr>
          <p:nvPr>
            <p:ph type="body" sz="quarter" idx="17"/>
          </p:nvPr>
        </p:nvSpPr>
        <p:spPr>
          <a:xfrm>
            <a:off x="10595919" y="317864"/>
            <a:ext cx="1377006" cy="156563"/>
          </a:xfrm>
        </p:spPr>
        <p:txBody>
          <a:bodyPr>
            <a:noAutofit/>
          </a:bodyPr>
          <a:lstStyle>
            <a:lvl1pPr marL="0" indent="0" algn="ctr">
              <a:buNone/>
              <a:defRPr sz="800">
                <a:latin typeface="나눔명조" panose="02020603020101020101" pitchFamily="18" charset="-127"/>
                <a:ea typeface="돋움" panose="020B0600000101010101" pitchFamily="50" charset="-127"/>
              </a:defRPr>
            </a:lvl1pPr>
          </a:lstStyle>
          <a:p>
            <a:pPr lvl="0"/>
            <a:endParaRPr lang="ko-KR" altLang="en-US" dirty="0"/>
          </a:p>
        </p:txBody>
      </p:sp>
      <p:pic>
        <p:nvPicPr>
          <p:cNvPr id="3" name="그림 2">
            <a:extLst>
              <a:ext uri="{FF2B5EF4-FFF2-40B4-BE49-F238E27FC236}">
                <a16:creationId xmlns:a16="http://schemas.microsoft.com/office/drawing/2014/main" id="{DBC11DF1-86AD-B69B-446F-F2B07C9296B0}"/>
              </a:ext>
            </a:extLst>
          </p:cNvPr>
          <p:cNvPicPr>
            <a:picLocks noChangeAspect="1"/>
          </p:cNvPicPr>
          <p:nvPr userDrawn="1"/>
        </p:nvPicPr>
        <p:blipFill rotWithShape="1">
          <a:blip r:embed="rId2"/>
          <a:srcRect t="999" r="11051" b="8510"/>
          <a:stretch/>
        </p:blipFill>
        <p:spPr>
          <a:xfrm>
            <a:off x="150282" y="556133"/>
            <a:ext cx="9805171" cy="6205789"/>
          </a:xfrm>
          <a:prstGeom prst="rect">
            <a:avLst/>
          </a:prstGeom>
        </p:spPr>
      </p:pic>
      <p:sp>
        <p:nvSpPr>
          <p:cNvPr id="4" name="직사각형 3">
            <a:extLst>
              <a:ext uri="{FF2B5EF4-FFF2-40B4-BE49-F238E27FC236}">
                <a16:creationId xmlns:a16="http://schemas.microsoft.com/office/drawing/2014/main" id="{E1D9EE39-5BAF-F1E8-058E-B608A072D006}"/>
              </a:ext>
            </a:extLst>
          </p:cNvPr>
          <p:cNvSpPr/>
          <p:nvPr userDrawn="1"/>
        </p:nvSpPr>
        <p:spPr>
          <a:xfrm>
            <a:off x="1562100" y="590550"/>
            <a:ext cx="8394700" cy="61468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4">
            <a:extLst>
              <a:ext uri="{FF2B5EF4-FFF2-40B4-BE49-F238E27FC236}">
                <a16:creationId xmlns:a16="http://schemas.microsoft.com/office/drawing/2014/main" id="{F9540FA8-EEF6-814F-F4C8-6F525D268FE8}"/>
              </a:ext>
            </a:extLst>
          </p:cNvPr>
          <p:cNvSpPr/>
          <p:nvPr userDrawn="1"/>
        </p:nvSpPr>
        <p:spPr>
          <a:xfrm>
            <a:off x="209550" y="1466850"/>
            <a:ext cx="1282212" cy="2933700"/>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2603001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7" y="556133"/>
            <a:ext cx="7799708"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8012722" y="556133"/>
            <a:ext cx="4028994"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8012723" y="561378"/>
            <a:ext cx="4028994"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1163787936"/>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기획</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관리기 구축</a:t>
                      </a:r>
                      <a:r>
                        <a:rPr kumimoji="1" lang="en-US" altLang="ko-KR" sz="800" b="0" i="0" u="none" strike="noStrike" cap="none" spc="-60" normalizeH="0" baseline="0" dirty="0">
                          <a:ln>
                            <a:noFill/>
                          </a:ln>
                          <a:solidFill>
                            <a:srgbClr val="1C1C1C"/>
                          </a:solidFill>
                          <a:effectLst/>
                          <a:latin typeface="+mn-ea"/>
                          <a:ea typeface="+mn-ea"/>
                        </a:rPr>
                        <a:t> </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753600" y="314242"/>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
        <p:nvSpPr>
          <p:cNvPr id="2" name="텍스트 개체 틀 23">
            <a:extLst>
              <a:ext uri="{FF2B5EF4-FFF2-40B4-BE49-F238E27FC236}">
                <a16:creationId xmlns:a16="http://schemas.microsoft.com/office/drawing/2014/main" id="{070997B8-ACC0-D1D1-AC27-F9836B923B45}"/>
              </a:ext>
            </a:extLst>
          </p:cNvPr>
          <p:cNvSpPr>
            <a:spLocks noGrp="1"/>
          </p:cNvSpPr>
          <p:nvPr>
            <p:ph type="body" sz="quarter" idx="17"/>
          </p:nvPr>
        </p:nvSpPr>
        <p:spPr>
          <a:xfrm>
            <a:off x="11056066" y="325459"/>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pic>
        <p:nvPicPr>
          <p:cNvPr id="4" name="그림 3">
            <a:extLst>
              <a:ext uri="{FF2B5EF4-FFF2-40B4-BE49-F238E27FC236}">
                <a16:creationId xmlns:a16="http://schemas.microsoft.com/office/drawing/2014/main" id="{D399DE66-824F-A706-F054-FEB2EE1D2E98}"/>
              </a:ext>
            </a:extLst>
          </p:cNvPr>
          <p:cNvPicPr>
            <a:picLocks noChangeAspect="1"/>
          </p:cNvPicPr>
          <p:nvPr userDrawn="1"/>
        </p:nvPicPr>
        <p:blipFill rotWithShape="1">
          <a:blip r:embed="rId2"/>
          <a:srcRect t="999" r="29313" b="8510"/>
          <a:stretch/>
        </p:blipFill>
        <p:spPr>
          <a:xfrm>
            <a:off x="150283" y="556133"/>
            <a:ext cx="7792102" cy="6205789"/>
          </a:xfrm>
          <a:prstGeom prst="rect">
            <a:avLst/>
          </a:prstGeom>
        </p:spPr>
      </p:pic>
      <p:sp>
        <p:nvSpPr>
          <p:cNvPr id="5" name="직사각형 4">
            <a:extLst>
              <a:ext uri="{FF2B5EF4-FFF2-40B4-BE49-F238E27FC236}">
                <a16:creationId xmlns:a16="http://schemas.microsoft.com/office/drawing/2014/main" id="{085A526C-5E2E-68DB-2496-670E8A310553}"/>
              </a:ext>
            </a:extLst>
          </p:cNvPr>
          <p:cNvSpPr/>
          <p:nvPr userDrawn="1"/>
        </p:nvSpPr>
        <p:spPr>
          <a:xfrm>
            <a:off x="1569706" y="556133"/>
            <a:ext cx="6380285" cy="61468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직사각형 2">
            <a:extLst>
              <a:ext uri="{FF2B5EF4-FFF2-40B4-BE49-F238E27FC236}">
                <a16:creationId xmlns:a16="http://schemas.microsoft.com/office/drawing/2014/main" id="{7B057C9C-B16C-3AB6-9DB7-3BD8B39A7482}"/>
              </a:ext>
            </a:extLst>
          </p:cNvPr>
          <p:cNvSpPr/>
          <p:nvPr userDrawn="1"/>
        </p:nvSpPr>
        <p:spPr>
          <a:xfrm>
            <a:off x="209550" y="1466850"/>
            <a:ext cx="1282212" cy="2933700"/>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650593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4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428595710"/>
              </p:ext>
            </p:extLst>
          </p:nvPr>
        </p:nvGraphicFramePr>
        <p:xfrm>
          <a:off x="142675" y="108512"/>
          <a:ext cx="11921182" cy="357333"/>
        </p:xfrm>
        <a:graphic>
          <a:graphicData uri="http://schemas.openxmlformats.org/drawingml/2006/table">
            <a:tbl>
              <a:tblPr/>
              <a:tblGrid>
                <a:gridCol w="2004798">
                  <a:extLst>
                    <a:ext uri="{9D8B030D-6E8A-4147-A177-3AD203B41FA5}">
                      <a16:colId xmlns:a16="http://schemas.microsoft.com/office/drawing/2014/main" val="20000"/>
                    </a:ext>
                  </a:extLst>
                </a:gridCol>
                <a:gridCol w="3356600">
                  <a:extLst>
                    <a:ext uri="{9D8B030D-6E8A-4147-A177-3AD203B41FA5}">
                      <a16:colId xmlns:a16="http://schemas.microsoft.com/office/drawing/2014/main" val="20001"/>
                    </a:ext>
                  </a:extLst>
                </a:gridCol>
                <a:gridCol w="3514056">
                  <a:extLst>
                    <a:ext uri="{9D8B030D-6E8A-4147-A177-3AD203B41FA5}">
                      <a16:colId xmlns:a16="http://schemas.microsoft.com/office/drawing/2014/main" val="20002"/>
                    </a:ext>
                  </a:extLst>
                </a:gridCol>
                <a:gridCol w="1522864">
                  <a:extLst>
                    <a:ext uri="{9D8B030D-6E8A-4147-A177-3AD203B41FA5}">
                      <a16:colId xmlns:a16="http://schemas.microsoft.com/office/drawing/2014/main" val="20003"/>
                    </a:ext>
                  </a:extLst>
                </a:gridCol>
                <a:gridCol w="1522864">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0" i="0" u="none" strike="noStrike" kern="1200" cap="none" normalizeH="0" baseline="0">
                          <a:ln>
                            <a:noFill/>
                          </a:ln>
                          <a:solidFill>
                            <a:srgbClr val="1C1C1C"/>
                          </a:solidFill>
                          <a:effectLst/>
                          <a:latin typeface="+mj-ea"/>
                          <a:ea typeface="+mn-ea"/>
                          <a:cs typeface="+mn-cs"/>
                        </a:rPr>
                        <a:t> </a:t>
                      </a:r>
                      <a:r>
                        <a:rPr kumimoji="1" lang="ko-KR" altLang="en-US" sz="700" b="0" i="0" u="none" strike="noStrike" kern="0" cap="none" spc="-100" normalizeH="0" baseline="0">
                          <a:ln>
                            <a:noFill/>
                          </a:ln>
                          <a:solidFill>
                            <a:schemeClr val="tx1"/>
                          </a:solidFill>
                          <a:effectLst/>
                          <a:latin typeface="+mj-ea"/>
                          <a:ea typeface="+mn-ea"/>
                          <a:cs typeface="+mn-cs"/>
                        </a:rPr>
                        <a:t>청주 스마트관광 </a:t>
                      </a:r>
                      <a:r>
                        <a:rPr kumimoji="1" lang="en-US" altLang="ko-KR" sz="700" b="0" i="0" u="none" strike="noStrike" kern="0" cap="none" spc="-100" normalizeH="0" baseline="0">
                          <a:ln>
                            <a:noFill/>
                          </a:ln>
                          <a:solidFill>
                            <a:schemeClr val="tx1"/>
                          </a:solidFill>
                          <a:effectLst/>
                          <a:latin typeface="+mj-ea"/>
                          <a:ea typeface="+mn-ea"/>
                          <a:cs typeface="+mn-cs"/>
                        </a:rPr>
                        <a:t>APP </a:t>
                      </a:r>
                      <a:r>
                        <a:rPr kumimoji="1" lang="ko-KR" altLang="en-US" sz="700" b="0" i="0" u="none" strike="noStrike" kern="0" cap="none" spc="-100" normalizeH="0" baseline="0">
                          <a:ln>
                            <a:noFill/>
                          </a:ln>
                          <a:solidFill>
                            <a:schemeClr val="tx1"/>
                          </a:solidFill>
                          <a:effectLst/>
                          <a:latin typeface="+mj-ea"/>
                          <a:ea typeface="+mn-ea"/>
                          <a:cs typeface="+mn-cs"/>
                        </a:rPr>
                        <a:t>개발 </a:t>
                      </a:r>
                      <a:endParaRPr kumimoji="1" lang="en-US" altLang="ko-KR" sz="700" b="0" i="0" u="none" strike="noStrike" cap="none" normalizeH="0" baseline="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5638847" y="243766"/>
            <a:ext cx="3115613" cy="249358"/>
          </a:xfrm>
        </p:spPr>
        <p:txBody>
          <a:bodyPr>
            <a:normAutofit/>
          </a:bodyPr>
          <a:lstStyle>
            <a:lvl1pPr algn="ctr">
              <a:defRPr sz="693"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9102098" y="287178"/>
            <a:ext cx="1348774" cy="162534"/>
          </a:xfrm>
        </p:spPr>
        <p:txBody>
          <a:bodyPr/>
          <a:lstStyle>
            <a:lvl1pPr algn="ctr">
              <a:defRPr sz="700" b="0" spc="-52" baseline="0"/>
            </a:lvl1pPr>
          </a:lstStyle>
          <a:p>
            <a:fld id="{504A1324-50B9-44BD-8597-643A09D10686}" type="datetime1">
              <a:rPr lang="ko-KR" altLang="en-US" smtClean="0"/>
              <a:pPr/>
              <a:t>2025-04-09</a:t>
            </a:fld>
            <a:endParaRPr lang="ko-KR" altLang="en-US"/>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2333123" y="281987"/>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Tree>
    <p:extLst>
      <p:ext uri="{BB962C8B-B14F-4D97-AF65-F5344CB8AC3E}">
        <p14:creationId xmlns:p14="http://schemas.microsoft.com/office/powerpoint/2010/main" val="23246950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115_화면상단레이아웃_그레이">
    <p:spTree>
      <p:nvGrpSpPr>
        <p:cNvPr id="1" name=""/>
        <p:cNvGrpSpPr/>
        <p:nvPr/>
      </p:nvGrpSpPr>
      <p:grpSpPr>
        <a:xfrm>
          <a:off x="0" y="0"/>
          <a:ext cx="0" cy="0"/>
          <a:chOff x="0" y="0"/>
          <a:chExt cx="0" cy="0"/>
        </a:xfrm>
      </p:grpSpPr>
      <p:graphicFrame>
        <p:nvGraphicFramePr>
          <p:cNvPr id="4" name="Group 46">
            <a:extLst>
              <a:ext uri="{FF2B5EF4-FFF2-40B4-BE49-F238E27FC236}">
                <a16:creationId xmlns:a16="http://schemas.microsoft.com/office/drawing/2014/main" id="{295FF059-79A5-2F7C-0896-4F2681F7342D}"/>
              </a:ext>
            </a:extLst>
          </p:cNvPr>
          <p:cNvGraphicFramePr>
            <a:graphicFrameLocks noGrp="1"/>
          </p:cNvGraphicFramePr>
          <p:nvPr userDrawn="1">
            <p:extLst>
              <p:ext uri="{D42A27DB-BD31-4B8C-83A1-F6EECF244321}">
                <p14:modId xmlns:p14="http://schemas.microsoft.com/office/powerpoint/2010/main" val="2570884465"/>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dirty="0" err="1">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
        <p:nvSpPr>
          <p:cNvPr id="22" name="텍스트 개체 틀 21">
            <a:extLst>
              <a:ext uri="{FF2B5EF4-FFF2-40B4-BE49-F238E27FC236}">
                <a16:creationId xmlns:a16="http://schemas.microsoft.com/office/drawing/2014/main" id="{B9289445-4A17-91FD-F2C3-DB0315CC7C33}"/>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4" name="텍스트 개체 틀 23">
            <a:extLst>
              <a:ext uri="{FF2B5EF4-FFF2-40B4-BE49-F238E27FC236}">
                <a16:creationId xmlns:a16="http://schemas.microsoft.com/office/drawing/2014/main" id="{B170FA8D-9DD3-A0DF-0717-E5F4938BBAD8}"/>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27428392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3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dirty="0">
                <a:solidFill>
                  <a:srgbClr val="262626"/>
                </a:solidFill>
                <a:latin typeface="Arial" pitchFamily="34" charset="0"/>
                <a:ea typeface="나눔고딕" pitchFamily="50" charset="-127"/>
                <a:cs typeface="Arial" pitchFamily="34" charset="0"/>
              </a:rPr>
              <a:t>Description</a:t>
            </a:r>
            <a:endParaRPr kumimoji="0" lang="en-GB" altLang="ko-KR" sz="779" dirty="0">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396736159"/>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2711020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7994395"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8275900" y="563939"/>
            <a:ext cx="3765816" cy="212237"/>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dirty="0">
                <a:solidFill>
                  <a:srgbClr val="262626"/>
                </a:solidFill>
                <a:latin typeface="Arial" pitchFamily="34" charset="0"/>
                <a:ea typeface="나눔고딕" pitchFamily="50" charset="-127"/>
                <a:cs typeface="Arial" pitchFamily="34" charset="0"/>
              </a:rPr>
              <a:t>Description</a:t>
            </a:r>
            <a:endParaRPr kumimoji="0" lang="en-GB" altLang="ko-KR" sz="779" dirty="0">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8275901" y="561378"/>
            <a:ext cx="376581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1255058382"/>
              </p:ext>
            </p:extLst>
          </p:nvPr>
        </p:nvGraphicFramePr>
        <p:xfrm>
          <a:off x="135409" y="96077"/>
          <a:ext cx="11921181" cy="420993"/>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86145">
                  <a:extLst>
                    <a:ext uri="{9D8B030D-6E8A-4147-A177-3AD203B41FA5}">
                      <a16:colId xmlns:a16="http://schemas.microsoft.com/office/drawing/2014/main" val="20002"/>
                    </a:ext>
                  </a:extLst>
                </a:gridCol>
                <a:gridCol w="2289552">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79044">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41949">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37609240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Summary">
    <p:spTree>
      <p:nvGrpSpPr>
        <p:cNvPr id="1" name=""/>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B42A6570-5196-43DE-85B2-428460B9C59C}"/>
              </a:ext>
            </a:extLst>
          </p:cNvPr>
          <p:cNvGraphicFramePr>
            <a:graphicFrameLocks noGrp="1"/>
          </p:cNvGraphicFramePr>
          <p:nvPr userDrawn="1">
            <p:extLst>
              <p:ext uri="{D42A27DB-BD31-4B8C-83A1-F6EECF244321}">
                <p14:modId xmlns:p14="http://schemas.microsoft.com/office/powerpoint/2010/main" val="1661613928"/>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5" name="제목 개체 틀 9">
            <a:extLst>
              <a:ext uri="{FF2B5EF4-FFF2-40B4-BE49-F238E27FC236}">
                <a16:creationId xmlns:a16="http://schemas.microsoft.com/office/drawing/2014/main" id="{45E6D0DC-F064-4EBA-906A-BF1306784A62}"/>
              </a:ext>
            </a:extLst>
          </p:cNvPr>
          <p:cNvSpPr>
            <a:spLocks noGrp="1"/>
          </p:cNvSpPr>
          <p:nvPr>
            <p:ph type="title" hasCustomPrompt="1"/>
          </p:nvPr>
        </p:nvSpPr>
        <p:spPr>
          <a:xfrm>
            <a:off x="452672" y="371730"/>
            <a:ext cx="11425269" cy="611352"/>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자유양식 페이지</a:t>
            </a:r>
          </a:p>
        </p:txBody>
      </p:sp>
    </p:spTree>
    <p:extLst>
      <p:ext uri="{BB962C8B-B14F-4D97-AF65-F5344CB8AC3E}">
        <p14:creationId xmlns:p14="http://schemas.microsoft.com/office/powerpoint/2010/main" val="29479223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_사용자 지정 레이아웃">
    <p:spTree>
      <p:nvGrpSpPr>
        <p:cNvPr id="1" name=""/>
        <p:cNvGrpSpPr/>
        <p:nvPr/>
      </p:nvGrpSpPr>
      <p:grpSpPr>
        <a:xfrm>
          <a:off x="0" y="0"/>
          <a:ext cx="0" cy="0"/>
          <a:chOff x="0" y="0"/>
          <a:chExt cx="0" cy="0"/>
        </a:xfrm>
      </p:grpSpPr>
      <p:sp>
        <p:nvSpPr>
          <p:cNvPr id="3" name="날짜 개체 틀 2"/>
          <p:cNvSpPr>
            <a:spLocks noGrp="1"/>
          </p:cNvSpPr>
          <p:nvPr>
            <p:ph type="dt" sz="half" idx="10"/>
          </p:nvPr>
        </p:nvSpPr>
        <p:spPr/>
        <p:txBody>
          <a:bodyPr/>
          <a:lstStyle/>
          <a:p>
            <a:fld id="{F5F14F84-101F-47FB-8969-AEADC03E37C5}" type="datetime1">
              <a:rPr lang="ko-KR" altLang="en-US" smtClean="0"/>
              <a:pPr/>
              <a:t>2025-04-09</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86895BC2-7856-472F-9654-3A892AB34D75}" type="slidenum">
              <a:rPr lang="ko-KR" altLang="en-US" smtClean="0"/>
              <a:pPr/>
              <a:t>‹#›</a:t>
            </a:fld>
            <a:endParaRPr lang="ko-KR" altLang="en-US"/>
          </a:p>
        </p:txBody>
      </p:sp>
      <p:sp>
        <p:nvSpPr>
          <p:cNvPr id="6" name="직사각형 5"/>
          <p:cNvSpPr/>
          <p:nvPr userDrawn="1"/>
        </p:nvSpPr>
        <p:spPr bwMode="auto">
          <a:xfrm>
            <a:off x="1" y="1932851"/>
            <a:ext cx="12191999" cy="1558316"/>
          </a:xfrm>
          <a:prstGeom prst="rect">
            <a:avLst/>
          </a:prstGeom>
          <a:solidFill>
            <a:schemeClr val="bg1">
              <a:lumMod val="95000"/>
            </a:schemeClr>
          </a:solidFill>
          <a:ln w="3175" algn="ctr">
            <a:noFill/>
            <a:prstDash val="solid"/>
            <a:round/>
            <a:headEnd/>
            <a:tailEnd/>
          </a:ln>
        </p:spPr>
        <p:txBody>
          <a:bodyPr rtlCol="0" anchor="ctr"/>
          <a:lstStyle/>
          <a:p>
            <a:pPr algn="ctr" defTabSz="871333"/>
            <a:endParaRPr lang="ko-KR" altLang="en-US" sz="693" dirty="0">
              <a:latin typeface="돋움" pitchFamily="50" charset="-127"/>
              <a:ea typeface="돋움" pitchFamily="50" charset="-127"/>
            </a:endParaRPr>
          </a:p>
        </p:txBody>
      </p:sp>
      <p:sp>
        <p:nvSpPr>
          <p:cNvPr id="2" name="제목 1"/>
          <p:cNvSpPr>
            <a:spLocks noGrp="1"/>
          </p:cNvSpPr>
          <p:nvPr>
            <p:ph type="title"/>
          </p:nvPr>
        </p:nvSpPr>
        <p:spPr>
          <a:xfrm>
            <a:off x="0" y="2119868"/>
            <a:ext cx="12192000" cy="1143000"/>
          </a:xfrm>
        </p:spPr>
        <p:txBody>
          <a:bodyPr>
            <a:normAutofit/>
          </a:bodyPr>
          <a:lstStyle>
            <a:lvl1pPr>
              <a:defRPr sz="2770" spc="-52" baseline="0">
                <a:latin typeface="HY헤드라인M" pitchFamily="18" charset="-127"/>
                <a:ea typeface="HY헤드라인M" pitchFamily="18" charset="-127"/>
              </a:defRPr>
            </a:lvl1pPr>
          </a:lstStyle>
          <a:p>
            <a:r>
              <a:rPr lang="ko-KR" altLang="en-US" dirty="0"/>
              <a:t>마스터 제목 스타일 편집</a:t>
            </a:r>
          </a:p>
        </p:txBody>
      </p:sp>
    </p:spTree>
    <p:extLst>
      <p:ext uri="{BB962C8B-B14F-4D97-AF65-F5344CB8AC3E}">
        <p14:creationId xmlns:p14="http://schemas.microsoft.com/office/powerpoint/2010/main" val="26079392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E1DB526-052B-CA1A-651E-3F0747B1DC5F}"/>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86CB4A95-08B0-7B87-46C1-57C9589290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E95820A-F30E-5702-A6C9-3411B707961B}"/>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986BF04A-F655-DA02-B0B2-5D9D318C9D8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EEF5E68E-968A-D0D7-9FC3-42C934A14DC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22025870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1286EC-D967-2096-9573-432579E4089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B5FF012-3CB9-C30E-37A0-250B852F12CE}"/>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AFCBDDA-A257-4175-635C-96ACEB26354F}"/>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08024E4-E827-A6CA-BB7B-7C5BF1D43C8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8386A8B-CC25-D4E3-3048-54B218EFACD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7163491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55DA16A-0594-9F3E-ADE3-235ED4267932}"/>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683ED78-CD9A-43CC-D577-89BEA74250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779A7F2D-1D7A-32DF-A140-8083FB6F467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E00E511-C763-AF7F-109B-764E1E1B353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FD6F652-2466-C44D-2230-116AB8061B1C}"/>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9182562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6143EAF-8228-A12E-38CE-4D0C74B23F9F}"/>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FC2E77E-E6B9-F260-C840-677A520F6832}"/>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183BA875-A334-4AE9-10B4-AC431F95DBD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ADC9E1FE-D298-6C02-B5BE-7555568592A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50B6A96-7C5E-459D-F346-E71C3AF8EA5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5FE59361-7FFC-9CC2-9DB7-F44D7C239FE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82813566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04A8413-9B5B-4E66-968F-CB569105D42D}"/>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A79A015B-99CE-7B8F-D4FE-E66AE787E3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2DAAF45E-9A36-93A1-79C7-5C2C32BBAC4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5232659-803F-723C-1AC2-388FF3F780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5A84CE10-FC95-C438-3D8C-0975FDBD7404}"/>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6BADC5D9-49C4-2FC2-E077-E941342B7F42}"/>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E3195473-B206-3D26-6318-49A351E3673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6153C9A3-163F-DF8A-3C7B-F379507EB06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014917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4CF7D4A-C2A9-BE73-7FA1-9F4B513154D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C1FD6F8E-D7AB-0659-8228-DDAE1247F4B5}"/>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6A68D9B3-9881-12DC-8725-0313E908912B}"/>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43A3DFA8-3DDF-FF18-7D7B-CC361D63F246}"/>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562793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6EF0055A-55FC-D597-AE8B-6CCF03D73286}"/>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D0FCA65A-8A75-9970-E7BA-0C1D804ECDF0}"/>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23C8D0E6-AB24-7C5F-17D8-9E333BA347F9}"/>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486187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DE8AC2F-027F-1E3A-6B54-EC6F1167E2EF}"/>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C83DD431-1793-6DCA-E22B-86E09B3453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E13F23F-91DE-D28F-7BE3-FF9E8334BF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0CA9E10-6054-BD62-B71D-098DA3BEF4C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9694A7A-8F09-640A-0676-A32E6A5FA72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84F85C3-CD2F-5A1C-8064-1CA26D17E31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2736472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39A27E2-AD27-DBAC-135C-9E828C65688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C70E6E69-E045-A30D-EC85-AF05DA412B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690E9F16-033A-7258-4674-18EB40F429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D20819E-0FAC-AF76-E598-112661B1FAE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8160C980-B1CD-3382-D9AA-AA91738A64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60038FC-7C65-DDB3-3639-F6359FEEA97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59758208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19E130-A10B-E17E-2728-23EA05134399}"/>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4226912-145D-22EE-D550-0515F3991432}"/>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BE4A1E3-4484-B25A-3684-76847D1B036E}"/>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CF588227-8E8F-D14F-A605-52071076986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BA13DEC-C0C1-DF58-FF0F-1B7F67D007D5}"/>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3089179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A4E17FB3-2C82-5B1E-B6D5-A6545C091DDF}"/>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069DC27B-0C23-F59A-E5E1-0CC0D3B4B977}"/>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ED1C7C7-9116-DE5C-F62D-CE593D3A78D6}"/>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0B7DBBB-3532-9E48-3217-24DB491B2CA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CC5B2A3-B4D7-8DC7-7D71-B81D6495E0C7}"/>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921028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2.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0DFACE7-1878-A978-96A0-017483365A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6BCD7EB2-B428-7CB7-A577-0598E532ED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D5512D6-9864-048D-ACEF-FA3D2ACB96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ABCC5FAE-E766-00C7-3FC8-59EC53EFB2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8C38E936-3AFD-ACDE-8391-B15E97975B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559331267"/>
      </p:ext>
    </p:extLst>
  </p:cSld>
  <p:clrMap bg1="lt1" tx1="dk1" bg2="lt2" tx2="dk2" accent1="accent1" accent2="accent2" accent3="accent3" accent4="accent4" accent5="accent5" accent6="accent6" hlink="hlink" folHlink="folHlink"/>
  <p:sldLayoutIdLst>
    <p:sldLayoutId id="2147483672" r:id="rId1"/>
    <p:sldLayoutId id="2147483675" r:id="rId2"/>
    <p:sldLayoutId id="2147483676" r:id="rId3"/>
    <p:sldLayoutId id="214748367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74" r:id="rId16"/>
    <p:sldLayoutId id="2147483681" r:id="rId17"/>
    <p:sldLayoutId id="2147483684" r:id="rId18"/>
    <p:sldLayoutId id="2147483686" r:id="rId19"/>
    <p:sldLayoutId id="2147483685" r:id="rId20"/>
    <p:sldLayoutId id="2147483682" r:id="rId21"/>
    <p:sldLayoutId id="2147483683" r:id="rId22"/>
    <p:sldLayoutId id="2147483687" r:id="rId23"/>
    <p:sldLayoutId id="2147483690" r:id="rId24"/>
    <p:sldLayoutId id="2147483688" r:id="rId25"/>
    <p:sldLayoutId id="2147483689" r:id="rId26"/>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F1214EF-932F-C63F-A1CF-0BA9820320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C95E1B0A-E79E-AA59-A569-8D9F4CB5CD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118CAF7-B323-4D5B-5796-9E1DD35DA4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8C5439D7-020C-FA22-2AC9-711797D100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B8CC3FF0-6586-5483-0FB8-F5D6506E50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6725363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4.xml"/><Relationship Id="rId5" Type="http://schemas.openxmlformats.org/officeDocument/2006/relationships/image" Target="../media/image16.jpg"/><Relationship Id="rId4" Type="http://schemas.openxmlformats.org/officeDocument/2006/relationships/image" Target="../media/image15.jpeg"/></Relationships>
</file>

<file path=ppt/slides/_rels/slide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3.jpg"/><Relationship Id="rId1" Type="http://schemas.openxmlformats.org/officeDocument/2006/relationships/slideLayout" Target="../slideLayouts/slideLayout24.xml"/><Relationship Id="rId4" Type="http://schemas.openxmlformats.org/officeDocument/2006/relationships/image" Target="../media/image18.jpg"/></Relationships>
</file>

<file path=ppt/slides/_rels/slide1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4.xml"/><Relationship Id="rId4" Type="http://schemas.openxmlformats.org/officeDocument/2006/relationships/image" Target="../media/image26.svg"/></Relationships>
</file>

<file path=ppt/slides/_rels/slide16.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26F26CA7-932B-DDBA-63A5-B4A3FD6ED9DE}"/>
              </a:ext>
            </a:extLst>
          </p:cNvPr>
          <p:cNvSpPr>
            <a:spLocks noGrp="1"/>
          </p:cNvSpPr>
          <p:nvPr>
            <p:ph type="body" sz="quarter" idx="10"/>
          </p:nvPr>
        </p:nvSpPr>
        <p:spPr/>
        <p:txBody>
          <a:bodyPr>
            <a:normAutofit lnSpcReduction="10000"/>
          </a:bodyPr>
          <a:lstStyle/>
          <a:p>
            <a:r>
              <a:rPr lang="en-US" altLang="ko-KR" dirty="0"/>
              <a:t>0.2</a:t>
            </a:r>
            <a:endParaRPr lang="ko-KR" altLang="en-US" dirty="0"/>
          </a:p>
        </p:txBody>
      </p:sp>
      <p:sp>
        <p:nvSpPr>
          <p:cNvPr id="3" name="텍스트 개체 틀 2">
            <a:extLst>
              <a:ext uri="{FF2B5EF4-FFF2-40B4-BE49-F238E27FC236}">
                <a16:creationId xmlns:a16="http://schemas.microsoft.com/office/drawing/2014/main" id="{B785933B-3C7A-E937-CE8F-05DA69641A2E}"/>
              </a:ext>
            </a:extLst>
          </p:cNvPr>
          <p:cNvSpPr>
            <a:spLocks noGrp="1"/>
          </p:cNvSpPr>
          <p:nvPr>
            <p:ph type="body" sz="quarter" idx="11"/>
          </p:nvPr>
        </p:nvSpPr>
        <p:spPr/>
        <p:txBody>
          <a:bodyPr>
            <a:normAutofit lnSpcReduction="10000"/>
          </a:bodyPr>
          <a:lstStyle/>
          <a:p>
            <a:r>
              <a:rPr lang="en-US" altLang="ko-KR" dirty="0"/>
              <a:t>2025.04.03</a:t>
            </a:r>
          </a:p>
        </p:txBody>
      </p:sp>
      <p:sp>
        <p:nvSpPr>
          <p:cNvPr id="4" name="텍스트 개체 틀 3">
            <a:extLst>
              <a:ext uri="{FF2B5EF4-FFF2-40B4-BE49-F238E27FC236}">
                <a16:creationId xmlns:a16="http://schemas.microsoft.com/office/drawing/2014/main" id="{AD6A25ED-FFA7-EF8F-4E64-C38E62B0CE8D}"/>
              </a:ext>
            </a:extLst>
          </p:cNvPr>
          <p:cNvSpPr>
            <a:spLocks noGrp="1"/>
          </p:cNvSpPr>
          <p:nvPr>
            <p:ph type="body" sz="quarter" idx="12"/>
          </p:nvPr>
        </p:nvSpPr>
        <p:spPr/>
        <p:txBody>
          <a:bodyPr>
            <a:normAutofit fontScale="92500"/>
          </a:bodyPr>
          <a:lstStyle/>
          <a:p>
            <a:pPr marL="0" indent="0">
              <a:buNone/>
            </a:pPr>
            <a:r>
              <a:rPr lang="en-US" altLang="ko-KR" dirty="0" err="1"/>
              <a:t>Team_PalpalDev</a:t>
            </a:r>
            <a:r>
              <a:rPr lang="en-US" altLang="ko-KR" dirty="0"/>
              <a:t>!</a:t>
            </a:r>
            <a:endParaRPr lang="ko-KR" altLang="en-US" dirty="0"/>
          </a:p>
        </p:txBody>
      </p:sp>
      <p:sp>
        <p:nvSpPr>
          <p:cNvPr id="5" name="제목 4">
            <a:extLst>
              <a:ext uri="{FF2B5EF4-FFF2-40B4-BE49-F238E27FC236}">
                <a16:creationId xmlns:a16="http://schemas.microsoft.com/office/drawing/2014/main" id="{30F81792-4FB8-83F7-971C-F6EB5213DFD3}"/>
              </a:ext>
            </a:extLst>
          </p:cNvPr>
          <p:cNvSpPr>
            <a:spLocks noGrp="1"/>
          </p:cNvSpPr>
          <p:nvPr>
            <p:ph type="title"/>
          </p:nvPr>
        </p:nvSpPr>
        <p:spPr/>
        <p:txBody>
          <a:bodyPr/>
          <a:lstStyle/>
          <a:p>
            <a:r>
              <a:rPr lang="ko-KR" altLang="en-US" dirty="0" err="1"/>
              <a:t>든든하이</a:t>
            </a:r>
            <a:r>
              <a:rPr lang="en-US" altLang="ko-KR" dirty="0"/>
              <a:t>! </a:t>
            </a:r>
            <a:r>
              <a:rPr lang="ko-KR" altLang="en-US" dirty="0"/>
              <a:t>스토리보드 </a:t>
            </a:r>
            <a:r>
              <a:rPr lang="en-US" altLang="ko-KR" dirty="0"/>
              <a:t>v0.2</a:t>
            </a:r>
            <a:r>
              <a:rPr lang="ko-KR" altLang="en-US" dirty="0"/>
              <a:t> </a:t>
            </a:r>
          </a:p>
        </p:txBody>
      </p:sp>
    </p:spTree>
    <p:extLst>
      <p:ext uri="{BB962C8B-B14F-4D97-AF65-F5344CB8AC3E}">
        <p14:creationId xmlns:p14="http://schemas.microsoft.com/office/powerpoint/2010/main" val="2366315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79376" y="404665"/>
            <a:ext cx="11425269" cy="576064"/>
          </a:xfrm>
          <a:prstGeom prst="rect">
            <a:avLst/>
          </a:prstGeom>
        </p:spPr>
        <p:txBody>
          <a:bodyPr/>
          <a:lstStyle/>
          <a:p>
            <a:r>
              <a:rPr lang="en-US" altLang="ko-KR" dirty="0">
                <a:solidFill>
                  <a:schemeClr val="tx1"/>
                </a:solidFill>
              </a:rPr>
              <a:t>History</a:t>
            </a:r>
            <a:endParaRPr lang="ko-KR" altLang="en-US" dirty="0">
              <a:solidFill>
                <a:schemeClr val="tx1"/>
              </a:solidFill>
            </a:endParaRPr>
          </a:p>
        </p:txBody>
      </p:sp>
      <p:graphicFrame>
        <p:nvGraphicFramePr>
          <p:cNvPr id="3" name="표 2"/>
          <p:cNvGraphicFramePr>
            <a:graphicFrameLocks noGrp="1"/>
          </p:cNvGraphicFramePr>
          <p:nvPr>
            <p:extLst>
              <p:ext uri="{D42A27DB-BD31-4B8C-83A1-F6EECF244321}">
                <p14:modId xmlns:p14="http://schemas.microsoft.com/office/powerpoint/2010/main" val="2916251284"/>
              </p:ext>
            </p:extLst>
          </p:nvPr>
        </p:nvGraphicFramePr>
        <p:xfrm>
          <a:off x="867104" y="1700808"/>
          <a:ext cx="10127027" cy="4214374"/>
        </p:xfrm>
        <a:graphic>
          <a:graphicData uri="http://schemas.openxmlformats.org/drawingml/2006/table">
            <a:tbl>
              <a:tblPr>
                <a:tableStyleId>{5C22544A-7EE6-4342-B048-85BDC9FD1C3A}</a:tableStyleId>
              </a:tblPr>
              <a:tblGrid>
                <a:gridCol w="647656">
                  <a:extLst>
                    <a:ext uri="{9D8B030D-6E8A-4147-A177-3AD203B41FA5}">
                      <a16:colId xmlns:a16="http://schemas.microsoft.com/office/drawing/2014/main" val="20000"/>
                    </a:ext>
                  </a:extLst>
                </a:gridCol>
                <a:gridCol w="824294">
                  <a:extLst>
                    <a:ext uri="{9D8B030D-6E8A-4147-A177-3AD203B41FA5}">
                      <a16:colId xmlns:a16="http://schemas.microsoft.com/office/drawing/2014/main" val="20001"/>
                    </a:ext>
                  </a:extLst>
                </a:gridCol>
                <a:gridCol w="939885">
                  <a:extLst>
                    <a:ext uri="{9D8B030D-6E8A-4147-A177-3AD203B41FA5}">
                      <a16:colId xmlns:a16="http://schemas.microsoft.com/office/drawing/2014/main" val="1621773451"/>
                    </a:ext>
                  </a:extLst>
                </a:gridCol>
                <a:gridCol w="6360995">
                  <a:extLst>
                    <a:ext uri="{9D8B030D-6E8A-4147-A177-3AD203B41FA5}">
                      <a16:colId xmlns:a16="http://schemas.microsoft.com/office/drawing/2014/main" val="20002"/>
                    </a:ext>
                  </a:extLst>
                </a:gridCol>
                <a:gridCol w="706536">
                  <a:extLst>
                    <a:ext uri="{9D8B030D-6E8A-4147-A177-3AD203B41FA5}">
                      <a16:colId xmlns:a16="http://schemas.microsoft.com/office/drawing/2014/main" val="20004"/>
                    </a:ext>
                  </a:extLst>
                </a:gridCol>
                <a:gridCol w="647661">
                  <a:extLst>
                    <a:ext uri="{9D8B030D-6E8A-4147-A177-3AD203B41FA5}">
                      <a16:colId xmlns:a16="http://schemas.microsoft.com/office/drawing/2014/main" val="20005"/>
                    </a:ext>
                  </a:extLst>
                </a:gridCol>
              </a:tblGrid>
              <a:tr h="358294">
                <a:tc>
                  <a:txBody>
                    <a:bodyPr/>
                    <a:lstStyle/>
                    <a:p>
                      <a:pPr algn="l" latinLnBrk="1"/>
                      <a:r>
                        <a:rPr lang="en-US" altLang="ko-KR" sz="1000" b="1" dirty="0">
                          <a:solidFill>
                            <a:schemeClr val="tx1"/>
                          </a:solidFill>
                        </a:rPr>
                        <a:t>Version.</a:t>
                      </a:r>
                      <a:endParaRPr lang="ko-KR" altLang="en-US" sz="1000" b="1" dirty="0">
                        <a:solidFill>
                          <a:schemeClr val="tx1"/>
                        </a:solidFill>
                      </a:endParaRPr>
                    </a:p>
                  </a:txBody>
                  <a:tcPr anchor="ctr">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Date.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File name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Content.</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Page.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Writer.</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21340">
                <a:tc>
                  <a:txBody>
                    <a:bodyPr/>
                    <a:lstStyle/>
                    <a:p>
                      <a:pPr algn="ctr" latinLnBrk="1"/>
                      <a:r>
                        <a:rPr lang="en-US" altLang="ko-KR" sz="900" dirty="0">
                          <a:solidFill>
                            <a:schemeClr val="tx1"/>
                          </a:solidFill>
                          <a:latin typeface="+mn-ea"/>
                          <a:ea typeface="+mn-ea"/>
                        </a:rPr>
                        <a:t>-</a:t>
                      </a: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mn-ea"/>
                          <a:ea typeface="+mn-ea"/>
                        </a:rPr>
                        <a:t>2025.04.01</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algn="l" latinLnBrk="1">
                        <a:buFont typeface="Arial" pitchFamily="34" charset="0"/>
                        <a:buChar char="•"/>
                      </a:pP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algn="l" latinLnBrk="1">
                        <a:buFont typeface="Arial" pitchFamily="34" charset="0"/>
                        <a:buChar char="•"/>
                      </a:pPr>
                      <a:r>
                        <a:rPr lang="ko-KR" altLang="en-US" sz="900" dirty="0">
                          <a:solidFill>
                            <a:schemeClr val="tx1"/>
                          </a:solidFill>
                        </a:rPr>
                        <a:t>로그인</a:t>
                      </a:r>
                      <a:r>
                        <a:rPr lang="en-US" altLang="ko-KR" sz="900" dirty="0">
                          <a:solidFill>
                            <a:schemeClr val="tx1"/>
                          </a:solidFill>
                        </a:rPr>
                        <a:t>, </a:t>
                      </a:r>
                      <a:r>
                        <a:rPr lang="ko-KR" altLang="en-US" sz="900" dirty="0">
                          <a:solidFill>
                            <a:schemeClr val="tx1"/>
                          </a:solidFill>
                        </a:rPr>
                        <a:t>회원가입</a:t>
                      </a:r>
                      <a:r>
                        <a:rPr lang="en-US" altLang="ko-KR" sz="900" dirty="0">
                          <a:solidFill>
                            <a:schemeClr val="tx1"/>
                          </a:solidFill>
                        </a:rPr>
                        <a:t>(</a:t>
                      </a:r>
                      <a:r>
                        <a:rPr lang="ko-KR" altLang="en-US" sz="900" dirty="0">
                          <a:solidFill>
                            <a:schemeClr val="tx1"/>
                          </a:solidFill>
                        </a:rPr>
                        <a:t>어르신</a:t>
                      </a:r>
                      <a:r>
                        <a:rPr lang="en-US" altLang="ko-KR" sz="900" dirty="0">
                          <a:solidFill>
                            <a:schemeClr val="tx1"/>
                          </a:solidFill>
                        </a:rPr>
                        <a:t>, </a:t>
                      </a:r>
                      <a:r>
                        <a:rPr lang="ko-KR" altLang="en-US" sz="900" dirty="0">
                          <a:solidFill>
                            <a:schemeClr val="tx1"/>
                          </a:solidFill>
                        </a:rPr>
                        <a:t>보호자</a:t>
                      </a:r>
                      <a:r>
                        <a:rPr lang="en-US" altLang="ko-KR" sz="900" dirty="0">
                          <a:solidFill>
                            <a:schemeClr val="tx1"/>
                          </a:solidFill>
                        </a:rPr>
                        <a:t>) </a:t>
                      </a:r>
                      <a:r>
                        <a:rPr lang="ko-KR" altLang="en-US" sz="900" dirty="0">
                          <a:solidFill>
                            <a:schemeClr val="tx1"/>
                          </a:solidFill>
                        </a:rPr>
                        <a:t>초안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mn-ea"/>
                          <a:ea typeface="+mn-ea"/>
                        </a:rPr>
                        <a:t>-</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err="1">
                          <a:solidFill>
                            <a:schemeClr val="tx1"/>
                          </a:solidFill>
                        </a:rPr>
                        <a:t>조예지</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2025.04.01</a:t>
                      </a:r>
                      <a:endPar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900" dirty="0">
                          <a:solidFill>
                            <a:schemeClr val="tx1"/>
                          </a:solidFill>
                        </a:rPr>
                        <a:t>메인</a:t>
                      </a:r>
                      <a:r>
                        <a:rPr lang="en-US" altLang="ko-KR" sz="900" dirty="0">
                          <a:solidFill>
                            <a:schemeClr val="tx1"/>
                          </a:solidFill>
                        </a:rPr>
                        <a:t>, </a:t>
                      </a:r>
                      <a:r>
                        <a:rPr lang="ko-KR" altLang="en-US" sz="900" dirty="0">
                          <a:solidFill>
                            <a:schemeClr val="tx1"/>
                          </a:solidFill>
                        </a:rPr>
                        <a:t>메인 기능</a:t>
                      </a:r>
                      <a:r>
                        <a:rPr lang="en-US" altLang="ko-KR" sz="900" dirty="0">
                          <a:solidFill>
                            <a:schemeClr val="tx1"/>
                          </a:solidFill>
                        </a:rPr>
                        <a:t>, </a:t>
                      </a:r>
                      <a:r>
                        <a:rPr lang="ko-KR" altLang="en-US" sz="900" dirty="0" err="1">
                          <a:solidFill>
                            <a:schemeClr val="tx1"/>
                          </a:solidFill>
                        </a:rPr>
                        <a:t>재접속</a:t>
                      </a:r>
                      <a:r>
                        <a:rPr lang="ko-KR" altLang="en-US" sz="900" dirty="0">
                          <a:solidFill>
                            <a:schemeClr val="tx1"/>
                          </a:solidFill>
                        </a:rPr>
                        <a:t> 팝업 초안</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err="1">
                          <a:solidFill>
                            <a:schemeClr val="tx1"/>
                          </a:solidFill>
                        </a:rPr>
                        <a:t>한문섭</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2"/>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2025.04.01</a:t>
                      </a:r>
                      <a:endPar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ko-KR" altLang="en-US" sz="900" dirty="0">
                          <a:solidFill>
                            <a:schemeClr val="tx1"/>
                          </a:solidFill>
                          <a:latin typeface="+mn-ea"/>
                          <a:ea typeface="+mn-ea"/>
                        </a:rPr>
                        <a:t>마이페이지</a:t>
                      </a:r>
                      <a:r>
                        <a:rPr lang="en-US" altLang="ko-KR" sz="900" dirty="0">
                          <a:solidFill>
                            <a:schemeClr val="tx1"/>
                          </a:solidFill>
                          <a:latin typeface="+mn-ea"/>
                          <a:ea typeface="+mn-ea"/>
                        </a:rPr>
                        <a:t>, </a:t>
                      </a:r>
                      <a:r>
                        <a:rPr lang="ko-KR" altLang="en-US" sz="900" dirty="0">
                          <a:solidFill>
                            <a:schemeClr val="tx1"/>
                          </a:solidFill>
                          <a:latin typeface="+mn-ea"/>
                          <a:ea typeface="+mn-ea"/>
                        </a:rPr>
                        <a:t>내 주변</a:t>
                      </a:r>
                      <a:r>
                        <a:rPr lang="en-US" altLang="ko-KR" sz="900" dirty="0">
                          <a:solidFill>
                            <a:schemeClr val="tx1"/>
                          </a:solidFill>
                          <a:latin typeface="+mn-ea"/>
                          <a:ea typeface="+mn-ea"/>
                        </a:rPr>
                        <a:t>, </a:t>
                      </a:r>
                      <a:r>
                        <a:rPr lang="ko-KR" altLang="en-US" sz="900" dirty="0">
                          <a:solidFill>
                            <a:schemeClr val="tx1"/>
                          </a:solidFill>
                          <a:latin typeface="+mn-ea"/>
                          <a:ea typeface="+mn-ea"/>
                        </a:rPr>
                        <a:t>문화센터 초안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err="1">
                          <a:solidFill>
                            <a:schemeClr val="tx1"/>
                          </a:solidFill>
                        </a:rPr>
                        <a:t>최은재</a:t>
                      </a:r>
                      <a:endParaRPr lang="en-US" altLang="ko-KR"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3"/>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2025.04.01</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900" dirty="0">
                          <a:solidFill>
                            <a:schemeClr val="tx1"/>
                          </a:solidFill>
                          <a:latin typeface="+mn-ea"/>
                          <a:ea typeface="+mn-ea"/>
                        </a:rPr>
                        <a:t>고객센터 초안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a:solidFill>
                            <a:schemeClr val="tx1"/>
                          </a:solidFill>
                        </a:rPr>
                        <a:t>박소은</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4"/>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latin typeface="+mn-ea"/>
                          <a:ea typeface="+mn-ea"/>
                        </a:rPr>
                        <a:t>V0.1</a:t>
                      </a: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mn-ea"/>
                          <a:cs typeface="+mn-cs"/>
                        </a:rPr>
                        <a:t> 2025.04.02</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en-US" altLang="ko-KR" sz="900" dirty="0">
                          <a:solidFill>
                            <a:schemeClr val="tx1"/>
                          </a:solidFill>
                          <a:latin typeface="+mn-ea"/>
                          <a:ea typeface="+mn-ea"/>
                        </a:rPr>
                        <a:t>V0.1</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ko-KR" altLang="en-US" sz="900" dirty="0">
                          <a:solidFill>
                            <a:schemeClr val="tx1"/>
                          </a:solidFill>
                          <a:latin typeface="+mn-ea"/>
                          <a:ea typeface="+mn-ea"/>
                        </a:rPr>
                        <a:t>취합 및 </a:t>
                      </a:r>
                      <a:r>
                        <a:rPr lang="en-US" altLang="ko-KR" sz="900" dirty="0">
                          <a:solidFill>
                            <a:schemeClr val="tx1"/>
                          </a:solidFill>
                          <a:latin typeface="+mn-ea"/>
                          <a:ea typeface="+mn-ea"/>
                        </a:rPr>
                        <a:t>v0.1 </a:t>
                      </a:r>
                      <a:r>
                        <a:rPr lang="ko-KR" altLang="en-US" sz="900" dirty="0">
                          <a:solidFill>
                            <a:schemeClr val="tx1"/>
                          </a:solidFill>
                          <a:latin typeface="+mn-ea"/>
                          <a:ea typeface="+mn-ea"/>
                        </a:rPr>
                        <a:t>작성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a:solidFill>
                            <a:schemeClr val="tx1"/>
                          </a:solidFill>
                        </a:rPr>
                        <a:t>박소은</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5"/>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4"/>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5"/>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4142643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0947923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7273238"/>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extLst>
                  <a:ext uri="{0D108BD9-81ED-4DB2-BD59-A6C34878D82A}">
                    <a16:rowId xmlns:a16="http://schemas.microsoft.com/office/drawing/2014/main" val="1870541768"/>
                  </a:ext>
                </a:extLst>
              </a:tr>
            </a:tbl>
          </a:graphicData>
        </a:graphic>
      </p:graphicFrame>
      <p:sp>
        <p:nvSpPr>
          <p:cNvPr id="5" name="TextBox 4">
            <a:extLst>
              <a:ext uri="{FF2B5EF4-FFF2-40B4-BE49-F238E27FC236}">
                <a16:creationId xmlns:a16="http://schemas.microsoft.com/office/drawing/2014/main" id="{90B8312E-970E-458B-87FB-84F7A22C22BA}"/>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2</a:t>
            </a:fld>
            <a:endParaRPr lang="ko-KR" altLang="en-US" sz="900" dirty="0"/>
          </a:p>
        </p:txBody>
      </p:sp>
    </p:spTree>
    <p:extLst>
      <p:ext uri="{BB962C8B-B14F-4D97-AF65-F5344CB8AC3E}">
        <p14:creationId xmlns:p14="http://schemas.microsoft.com/office/powerpoint/2010/main" val="1580783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243E1-5BC6-2C4A-FAA0-1A89955F83C8}"/>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B7F5AFCB-45FB-F98B-99F2-787EBF42F806}"/>
              </a:ext>
            </a:extLst>
          </p:cNvPr>
          <p:cNvSpPr>
            <a:spLocks noGrp="1"/>
          </p:cNvSpPr>
          <p:nvPr>
            <p:ph type="title"/>
          </p:nvPr>
        </p:nvSpPr>
        <p:spPr/>
        <p:txBody>
          <a:bodyPr/>
          <a:lstStyle/>
          <a:p>
            <a:pPr algn="ctr"/>
            <a:r>
              <a:rPr lang="en-US" altLang="ko-KR" dirty="0"/>
              <a:t>02. </a:t>
            </a:r>
            <a:r>
              <a:rPr lang="ko-KR" altLang="en-US" dirty="0"/>
              <a:t>메인</a:t>
            </a:r>
          </a:p>
        </p:txBody>
      </p:sp>
    </p:spTree>
    <p:extLst>
      <p:ext uri="{BB962C8B-B14F-4D97-AF65-F5344CB8AC3E}">
        <p14:creationId xmlns:p14="http://schemas.microsoft.com/office/powerpoint/2010/main" val="2783633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D526C-5BE4-C914-F77F-353EBA3FB6EC}"/>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5C03000C-CFA9-D2DE-68F9-A14431672E88}"/>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6BAA7DF0-E338-8374-8D8E-5E455965DC55}"/>
              </a:ext>
            </a:extLst>
          </p:cNvPr>
          <p:cNvSpPr>
            <a:spLocks noGrp="1"/>
          </p:cNvSpPr>
          <p:nvPr>
            <p:ph type="body" sz="quarter" idx="13"/>
          </p:nvPr>
        </p:nvSpPr>
        <p:spPr/>
        <p:txBody>
          <a:bodyPr/>
          <a:lstStyle/>
          <a:p>
            <a:r>
              <a:rPr lang="ko-KR" altLang="en-US" dirty="0"/>
              <a:t>메인 화면</a:t>
            </a:r>
          </a:p>
        </p:txBody>
      </p:sp>
      <p:sp>
        <p:nvSpPr>
          <p:cNvPr id="10" name="텍스트 개체 틀 9">
            <a:extLst>
              <a:ext uri="{FF2B5EF4-FFF2-40B4-BE49-F238E27FC236}">
                <a16:creationId xmlns:a16="http://schemas.microsoft.com/office/drawing/2014/main" id="{B19A031D-658A-5765-35D3-8386FD14D4C7}"/>
              </a:ext>
            </a:extLst>
          </p:cNvPr>
          <p:cNvSpPr>
            <a:spLocks noGrp="1"/>
          </p:cNvSpPr>
          <p:nvPr>
            <p:ph type="body" sz="quarter" idx="15"/>
          </p:nvPr>
        </p:nvSpPr>
        <p:spPr/>
        <p:txBody>
          <a:bodyPr/>
          <a:lstStyle/>
          <a:p>
            <a:r>
              <a:rPr lang="en-US" altLang="ko-KR" dirty="0"/>
              <a:t>25.04.02</a:t>
            </a:r>
            <a:endParaRPr lang="ko-KR" altLang="en-US" dirty="0"/>
          </a:p>
        </p:txBody>
      </p:sp>
      <p:sp>
        <p:nvSpPr>
          <p:cNvPr id="2" name="텍스트 개체 틀 1">
            <a:extLst>
              <a:ext uri="{FF2B5EF4-FFF2-40B4-BE49-F238E27FC236}">
                <a16:creationId xmlns:a16="http://schemas.microsoft.com/office/drawing/2014/main" id="{DB455854-3D44-1F34-4B4F-6311EF38D5D6}"/>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A0218361-A680-FB8A-0554-9CC79FBBC92B}"/>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E33BFD4A-D63B-0F0C-5FD7-FBD84AF6D43C}"/>
              </a:ext>
            </a:extLst>
          </p:cNvPr>
          <p:cNvGraphicFramePr>
            <a:graphicFrameLocks noGrp="1"/>
          </p:cNvGraphicFramePr>
          <p:nvPr>
            <p:extLst>
              <p:ext uri="{D42A27DB-BD31-4B8C-83A1-F6EECF244321}">
                <p14:modId xmlns:p14="http://schemas.microsoft.com/office/powerpoint/2010/main" val="12981815"/>
              </p:ext>
            </p:extLst>
          </p:nvPr>
        </p:nvGraphicFramePr>
        <p:xfrm>
          <a:off x="8284512" y="755897"/>
          <a:ext cx="3750164" cy="4419882"/>
        </p:xfrm>
        <a:graphic>
          <a:graphicData uri="http://schemas.openxmlformats.org/drawingml/2006/table">
            <a:tbl>
              <a:tblPr firstRow="1" bandRow="1">
                <a:tableStyleId>{5C22544A-7EE6-4342-B048-85BDC9FD1C3A}</a:tableStyleId>
              </a:tblPr>
              <a:tblGrid>
                <a:gridCol w="470646">
                  <a:extLst>
                    <a:ext uri="{9D8B030D-6E8A-4147-A177-3AD203B41FA5}">
                      <a16:colId xmlns:a16="http://schemas.microsoft.com/office/drawing/2014/main" val="3530039664"/>
                    </a:ext>
                  </a:extLst>
                </a:gridCol>
                <a:gridCol w="3279518">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메인 화면</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날씨 위젯 및 환영인사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환영인사와 오늘의 날씨와 온도를 알려줌</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전화 바로가기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주요 연락처와 긴급 전화를 바로 걸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카메라 바로가기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카메라 사진 찍기 어플과 갤러리를 바로 갈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문화센터 바로가기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문화센터 목록과 정보가 뜨는 웹페이지를 바로 갈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0118172"/>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지난이야기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보호자와 시니어가 주고 받은 사진들의 히스토리를 볼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5821933"/>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6</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내 근처 장소 찾기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주변 경로당</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무더위 쉼터 같은 곳들을 표시 해주고 안내 해주는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5265579"/>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7</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키오스크 도움</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키오스크 도움을 주는 유튜브 링크로 연결된다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카테고리 분류</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4563433"/>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64" name="직사각형 63">
            <a:extLst>
              <a:ext uri="{FF2B5EF4-FFF2-40B4-BE49-F238E27FC236}">
                <a16:creationId xmlns:a16="http://schemas.microsoft.com/office/drawing/2014/main" id="{E803123F-C93D-1845-1742-9172586B7A91}"/>
              </a:ext>
            </a:extLst>
          </p:cNvPr>
          <p:cNvSpPr/>
          <p:nvPr/>
        </p:nvSpPr>
        <p:spPr>
          <a:xfrm>
            <a:off x="3770521" y="1477510"/>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5" name="TextBox 64">
            <a:extLst>
              <a:ext uri="{FF2B5EF4-FFF2-40B4-BE49-F238E27FC236}">
                <a16:creationId xmlns:a16="http://schemas.microsoft.com/office/drawing/2014/main" id="{954718DE-4917-C197-505C-ED3A7B6D8427}"/>
              </a:ext>
            </a:extLst>
          </p:cNvPr>
          <p:cNvSpPr txBox="1"/>
          <p:nvPr/>
        </p:nvSpPr>
        <p:spPr>
          <a:xfrm>
            <a:off x="3844424" y="1156998"/>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메인 화면</a:t>
            </a:r>
          </a:p>
        </p:txBody>
      </p:sp>
      <p:sp>
        <p:nvSpPr>
          <p:cNvPr id="66" name="타원 65">
            <a:extLst>
              <a:ext uri="{FF2B5EF4-FFF2-40B4-BE49-F238E27FC236}">
                <a16:creationId xmlns:a16="http://schemas.microsoft.com/office/drawing/2014/main" id="{17D3435D-01C1-F965-1B03-7A511FDF0BCF}"/>
              </a:ext>
            </a:extLst>
          </p:cNvPr>
          <p:cNvSpPr/>
          <p:nvPr/>
        </p:nvSpPr>
        <p:spPr>
          <a:xfrm>
            <a:off x="3328505" y="202554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67" name="TextBox 66">
            <a:extLst>
              <a:ext uri="{FF2B5EF4-FFF2-40B4-BE49-F238E27FC236}">
                <a16:creationId xmlns:a16="http://schemas.microsoft.com/office/drawing/2014/main" id="{ACF8618C-16AA-C5C3-4AA7-7FC9EBC88BAB}"/>
              </a:ext>
            </a:extLst>
          </p:cNvPr>
          <p:cNvSpPr txBox="1"/>
          <p:nvPr/>
        </p:nvSpPr>
        <p:spPr>
          <a:xfrm>
            <a:off x="4516971" y="5571861"/>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68" name="타원 67">
            <a:extLst>
              <a:ext uri="{FF2B5EF4-FFF2-40B4-BE49-F238E27FC236}">
                <a16:creationId xmlns:a16="http://schemas.microsoft.com/office/drawing/2014/main" id="{4019E846-90C4-9E83-D363-50F18974B5D7}"/>
              </a:ext>
            </a:extLst>
          </p:cNvPr>
          <p:cNvSpPr/>
          <p:nvPr/>
        </p:nvSpPr>
        <p:spPr>
          <a:xfrm>
            <a:off x="3346264" y="304573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69" name="타원 68">
            <a:extLst>
              <a:ext uri="{FF2B5EF4-FFF2-40B4-BE49-F238E27FC236}">
                <a16:creationId xmlns:a16="http://schemas.microsoft.com/office/drawing/2014/main" id="{226F503D-B67E-EFC0-9D5F-D9E4EC72AFEF}"/>
              </a:ext>
            </a:extLst>
          </p:cNvPr>
          <p:cNvSpPr/>
          <p:nvPr/>
        </p:nvSpPr>
        <p:spPr>
          <a:xfrm>
            <a:off x="3415040" y="401368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70" name="왼쪽 중괄호 16">
            <a:extLst>
              <a:ext uri="{FF2B5EF4-FFF2-40B4-BE49-F238E27FC236}">
                <a16:creationId xmlns:a16="http://schemas.microsoft.com/office/drawing/2014/main" id="{740B8E6F-2F0E-C048-9DA1-E845D43762BB}"/>
              </a:ext>
            </a:extLst>
          </p:cNvPr>
          <p:cNvSpPr/>
          <p:nvPr/>
        </p:nvSpPr>
        <p:spPr>
          <a:xfrm>
            <a:off x="3547713" y="1702340"/>
            <a:ext cx="313624" cy="85653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71" name="왼쪽 중괄호 36">
            <a:extLst>
              <a:ext uri="{FF2B5EF4-FFF2-40B4-BE49-F238E27FC236}">
                <a16:creationId xmlns:a16="http://schemas.microsoft.com/office/drawing/2014/main" id="{5B05659D-45B6-881D-4D61-20C95840733F}"/>
              </a:ext>
            </a:extLst>
          </p:cNvPr>
          <p:cNvSpPr/>
          <p:nvPr/>
        </p:nvSpPr>
        <p:spPr>
          <a:xfrm>
            <a:off x="3536477" y="2774405"/>
            <a:ext cx="336097" cy="752296"/>
          </a:xfrm>
          <a:prstGeom prst="leftBrace">
            <a:avLst>
              <a:gd name="adj1" fmla="val 21658"/>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72" name="타원 71">
            <a:extLst>
              <a:ext uri="{FF2B5EF4-FFF2-40B4-BE49-F238E27FC236}">
                <a16:creationId xmlns:a16="http://schemas.microsoft.com/office/drawing/2014/main" id="{D1826372-5720-21D4-C5C4-86AB6778563F}"/>
              </a:ext>
            </a:extLst>
          </p:cNvPr>
          <p:cNvSpPr/>
          <p:nvPr/>
        </p:nvSpPr>
        <p:spPr>
          <a:xfrm>
            <a:off x="3406154" y="511495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73" name="타원 72">
            <a:extLst>
              <a:ext uri="{FF2B5EF4-FFF2-40B4-BE49-F238E27FC236}">
                <a16:creationId xmlns:a16="http://schemas.microsoft.com/office/drawing/2014/main" id="{99F4327C-7E44-7F15-88D3-B43309450F93}"/>
              </a:ext>
            </a:extLst>
          </p:cNvPr>
          <p:cNvSpPr/>
          <p:nvPr/>
        </p:nvSpPr>
        <p:spPr>
          <a:xfrm>
            <a:off x="5940266" y="314449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75" name="타원 74">
            <a:extLst>
              <a:ext uri="{FF2B5EF4-FFF2-40B4-BE49-F238E27FC236}">
                <a16:creationId xmlns:a16="http://schemas.microsoft.com/office/drawing/2014/main" id="{74D0E099-4FFA-8298-7591-1BE20139ED02}"/>
              </a:ext>
            </a:extLst>
          </p:cNvPr>
          <p:cNvSpPr/>
          <p:nvPr/>
        </p:nvSpPr>
        <p:spPr>
          <a:xfrm>
            <a:off x="5929979" y="408555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6</a:t>
            </a:r>
            <a:endParaRPr lang="ko-KR" altLang="en-US" sz="900" dirty="0">
              <a:latin typeface="Arial Black" panose="020B0A04020102020204" pitchFamily="34" charset="0"/>
            </a:endParaRPr>
          </a:p>
        </p:txBody>
      </p:sp>
      <p:sp>
        <p:nvSpPr>
          <p:cNvPr id="76" name="타원 75">
            <a:extLst>
              <a:ext uri="{FF2B5EF4-FFF2-40B4-BE49-F238E27FC236}">
                <a16:creationId xmlns:a16="http://schemas.microsoft.com/office/drawing/2014/main" id="{A95632F5-2524-CFB2-93DA-0F87AFCDFF73}"/>
              </a:ext>
            </a:extLst>
          </p:cNvPr>
          <p:cNvSpPr/>
          <p:nvPr/>
        </p:nvSpPr>
        <p:spPr>
          <a:xfrm>
            <a:off x="5940266" y="504767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7</a:t>
            </a:r>
            <a:endParaRPr lang="ko-KR" altLang="en-US" sz="900" dirty="0">
              <a:latin typeface="Arial Black" panose="020B0A04020102020204" pitchFamily="34" charset="0"/>
            </a:endParaRPr>
          </a:p>
        </p:txBody>
      </p:sp>
      <p:pic>
        <p:nvPicPr>
          <p:cNvPr id="77" name="그림 76" descr="텍스트, 스크린샷, 폰트, 번호이(가) 표시된 사진&#10;&#10;AI가 생성한 콘텐츠는 부정확할 수 있습니다.">
            <a:extLst>
              <a:ext uri="{FF2B5EF4-FFF2-40B4-BE49-F238E27FC236}">
                <a16:creationId xmlns:a16="http://schemas.microsoft.com/office/drawing/2014/main" id="{E675C97E-E786-A252-8D3E-C048B95262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2707" y="1466991"/>
            <a:ext cx="1974346" cy="4328045"/>
          </a:xfrm>
          <a:prstGeom prst="rect">
            <a:avLst/>
          </a:prstGeom>
        </p:spPr>
      </p:pic>
      <p:sp>
        <p:nvSpPr>
          <p:cNvPr id="78" name="타원 77">
            <a:extLst>
              <a:ext uri="{FF2B5EF4-FFF2-40B4-BE49-F238E27FC236}">
                <a16:creationId xmlns:a16="http://schemas.microsoft.com/office/drawing/2014/main" id="{2C00EBFF-3D89-A824-0D96-F8DCAE2BF894}"/>
              </a:ext>
            </a:extLst>
          </p:cNvPr>
          <p:cNvSpPr/>
          <p:nvPr/>
        </p:nvSpPr>
        <p:spPr>
          <a:xfrm>
            <a:off x="5889836" y="198716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8</a:t>
            </a:r>
            <a:endParaRPr lang="ko-KR" altLang="en-US" sz="900" dirty="0">
              <a:latin typeface="Arial Black" panose="020B0A04020102020204" pitchFamily="34" charset="0"/>
            </a:endParaRPr>
          </a:p>
        </p:txBody>
      </p:sp>
      <p:sp>
        <p:nvSpPr>
          <p:cNvPr id="79" name="왼쪽 중괄호 36">
            <a:extLst>
              <a:ext uri="{FF2B5EF4-FFF2-40B4-BE49-F238E27FC236}">
                <a16:creationId xmlns:a16="http://schemas.microsoft.com/office/drawing/2014/main" id="{E2925291-99EB-4060-3D15-EB13D25DA31B}"/>
              </a:ext>
            </a:extLst>
          </p:cNvPr>
          <p:cNvSpPr/>
          <p:nvPr/>
        </p:nvSpPr>
        <p:spPr>
          <a:xfrm flipH="1">
            <a:off x="5619239" y="1787386"/>
            <a:ext cx="256230" cy="615827"/>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0" name="왼쪽 중괄호 36">
            <a:extLst>
              <a:ext uri="{FF2B5EF4-FFF2-40B4-BE49-F238E27FC236}">
                <a16:creationId xmlns:a16="http://schemas.microsoft.com/office/drawing/2014/main" id="{9C8CABDC-2C85-AC25-3055-02D6DA1E343B}"/>
              </a:ext>
            </a:extLst>
          </p:cNvPr>
          <p:cNvSpPr/>
          <p:nvPr/>
        </p:nvSpPr>
        <p:spPr>
          <a:xfrm flipH="1">
            <a:off x="5687645" y="2774405"/>
            <a:ext cx="256230" cy="855740"/>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1" name="왼쪽 중괄호 36">
            <a:extLst>
              <a:ext uri="{FF2B5EF4-FFF2-40B4-BE49-F238E27FC236}">
                <a16:creationId xmlns:a16="http://schemas.microsoft.com/office/drawing/2014/main" id="{AF3FD8E2-0ABE-DC60-3049-C280E89EAB7B}"/>
              </a:ext>
            </a:extLst>
          </p:cNvPr>
          <p:cNvSpPr/>
          <p:nvPr/>
        </p:nvSpPr>
        <p:spPr>
          <a:xfrm flipH="1">
            <a:off x="5664999" y="3860404"/>
            <a:ext cx="256230" cy="615827"/>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2" name="왼쪽 중괄호 36">
            <a:extLst>
              <a:ext uri="{FF2B5EF4-FFF2-40B4-BE49-F238E27FC236}">
                <a16:creationId xmlns:a16="http://schemas.microsoft.com/office/drawing/2014/main" id="{824517CD-CFD9-3B4F-95FD-F0C03A02292A}"/>
              </a:ext>
            </a:extLst>
          </p:cNvPr>
          <p:cNvSpPr/>
          <p:nvPr/>
        </p:nvSpPr>
        <p:spPr>
          <a:xfrm flipH="1">
            <a:off x="5664999" y="4847897"/>
            <a:ext cx="256230" cy="615827"/>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3" name="왼쪽 중괄호 36">
            <a:extLst>
              <a:ext uri="{FF2B5EF4-FFF2-40B4-BE49-F238E27FC236}">
                <a16:creationId xmlns:a16="http://schemas.microsoft.com/office/drawing/2014/main" id="{11A10042-EA1E-09EF-A9A3-069761D2A301}"/>
              </a:ext>
            </a:extLst>
          </p:cNvPr>
          <p:cNvSpPr/>
          <p:nvPr/>
        </p:nvSpPr>
        <p:spPr>
          <a:xfrm>
            <a:off x="3618820" y="4762552"/>
            <a:ext cx="235984" cy="807819"/>
          </a:xfrm>
          <a:prstGeom prst="leftBrace">
            <a:avLst>
              <a:gd name="adj1" fmla="val 21658"/>
              <a:gd name="adj2" fmla="val 54913"/>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4" name="왼쪽 중괄호 36">
            <a:extLst>
              <a:ext uri="{FF2B5EF4-FFF2-40B4-BE49-F238E27FC236}">
                <a16:creationId xmlns:a16="http://schemas.microsoft.com/office/drawing/2014/main" id="{75CF7CF6-885D-602D-5CE5-16199B8DD1D2}"/>
              </a:ext>
            </a:extLst>
          </p:cNvPr>
          <p:cNvSpPr/>
          <p:nvPr/>
        </p:nvSpPr>
        <p:spPr>
          <a:xfrm>
            <a:off x="3618668" y="3765848"/>
            <a:ext cx="256230" cy="679643"/>
          </a:xfrm>
          <a:prstGeom prst="leftBrace">
            <a:avLst>
              <a:gd name="adj1" fmla="val 21658"/>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5" name="TextBox 84">
            <a:extLst>
              <a:ext uri="{FF2B5EF4-FFF2-40B4-BE49-F238E27FC236}">
                <a16:creationId xmlns:a16="http://schemas.microsoft.com/office/drawing/2014/main" id="{60C268C2-CC2A-C009-FEDA-65FE84A9AFE0}"/>
              </a:ext>
            </a:extLst>
          </p:cNvPr>
          <p:cNvSpPr txBox="1"/>
          <p:nvPr/>
        </p:nvSpPr>
        <p:spPr>
          <a:xfrm>
            <a:off x="2920285" y="1980769"/>
            <a:ext cx="1188010" cy="276999"/>
          </a:xfrm>
          <a:prstGeom prst="rect">
            <a:avLst/>
          </a:prstGeom>
          <a:noFill/>
        </p:spPr>
        <p:txBody>
          <a:bodyPr wrap="square" rtlCol="0">
            <a:spAutoFit/>
          </a:bodyPr>
          <a:lstStyle/>
          <a:p>
            <a:r>
              <a:rPr kumimoji="1" lang="en-US" altLang="ko-KR" sz="1200" dirty="0"/>
              <a:t>Text</a:t>
            </a:r>
            <a:endParaRPr kumimoji="1" lang="ko-KR" altLang="en-US" sz="1200" dirty="0"/>
          </a:p>
        </p:txBody>
      </p:sp>
      <p:sp>
        <p:nvSpPr>
          <p:cNvPr id="86" name="TextBox 85">
            <a:extLst>
              <a:ext uri="{FF2B5EF4-FFF2-40B4-BE49-F238E27FC236}">
                <a16:creationId xmlns:a16="http://schemas.microsoft.com/office/drawing/2014/main" id="{24E86759-9A04-09E3-E0EA-8254AB62C893}"/>
              </a:ext>
            </a:extLst>
          </p:cNvPr>
          <p:cNvSpPr txBox="1"/>
          <p:nvPr/>
        </p:nvSpPr>
        <p:spPr>
          <a:xfrm>
            <a:off x="2962991" y="3021410"/>
            <a:ext cx="1188010" cy="276999"/>
          </a:xfrm>
          <a:prstGeom prst="rect">
            <a:avLst/>
          </a:prstGeom>
          <a:noFill/>
        </p:spPr>
        <p:txBody>
          <a:bodyPr wrap="square" rtlCol="0">
            <a:spAutoFit/>
          </a:bodyPr>
          <a:lstStyle/>
          <a:p>
            <a:r>
              <a:rPr kumimoji="1" lang="en-US" altLang="ko-KR" sz="1200" dirty="0"/>
              <a:t>Dial</a:t>
            </a:r>
            <a:endParaRPr kumimoji="1" lang="ko-KR" altLang="en-US" sz="1200" dirty="0"/>
          </a:p>
        </p:txBody>
      </p:sp>
      <p:sp>
        <p:nvSpPr>
          <p:cNvPr id="87" name="TextBox 86">
            <a:extLst>
              <a:ext uri="{FF2B5EF4-FFF2-40B4-BE49-F238E27FC236}">
                <a16:creationId xmlns:a16="http://schemas.microsoft.com/office/drawing/2014/main" id="{3A920C5D-EFE4-D63B-2184-ABBFC99CD84E}"/>
              </a:ext>
            </a:extLst>
          </p:cNvPr>
          <p:cNvSpPr txBox="1"/>
          <p:nvPr/>
        </p:nvSpPr>
        <p:spPr>
          <a:xfrm>
            <a:off x="2790451" y="3983323"/>
            <a:ext cx="1188010" cy="276999"/>
          </a:xfrm>
          <a:prstGeom prst="rect">
            <a:avLst/>
          </a:prstGeom>
          <a:noFill/>
        </p:spPr>
        <p:txBody>
          <a:bodyPr wrap="square" rtlCol="0">
            <a:spAutoFit/>
          </a:bodyPr>
          <a:lstStyle/>
          <a:p>
            <a:r>
              <a:rPr kumimoji="1" lang="en-US" altLang="ko-KR" sz="1200" dirty="0"/>
              <a:t>Camera</a:t>
            </a:r>
            <a:endParaRPr kumimoji="1" lang="ko-KR" altLang="en-US" sz="1200" dirty="0"/>
          </a:p>
        </p:txBody>
      </p:sp>
      <p:sp>
        <p:nvSpPr>
          <p:cNvPr id="88" name="TextBox 87">
            <a:extLst>
              <a:ext uri="{FF2B5EF4-FFF2-40B4-BE49-F238E27FC236}">
                <a16:creationId xmlns:a16="http://schemas.microsoft.com/office/drawing/2014/main" id="{6E14E9D9-7C77-53F4-B711-D4595D920F1A}"/>
              </a:ext>
            </a:extLst>
          </p:cNvPr>
          <p:cNvSpPr txBox="1"/>
          <p:nvPr/>
        </p:nvSpPr>
        <p:spPr>
          <a:xfrm>
            <a:off x="1869153" y="5071011"/>
            <a:ext cx="2102263" cy="276999"/>
          </a:xfrm>
          <a:prstGeom prst="rect">
            <a:avLst/>
          </a:prstGeom>
          <a:noFill/>
        </p:spPr>
        <p:txBody>
          <a:bodyPr wrap="square" rtlCol="0">
            <a:spAutoFit/>
          </a:bodyPr>
          <a:lstStyle/>
          <a:p>
            <a:r>
              <a:rPr kumimoji="1" lang="en-US" altLang="ko-KR" sz="1200" dirty="0"/>
              <a:t>Cultural Center Page</a:t>
            </a:r>
            <a:endParaRPr kumimoji="1" lang="ko-KR" altLang="en-US" sz="1200" dirty="0"/>
          </a:p>
        </p:txBody>
      </p:sp>
      <p:sp>
        <p:nvSpPr>
          <p:cNvPr id="89" name="TextBox 88">
            <a:extLst>
              <a:ext uri="{FF2B5EF4-FFF2-40B4-BE49-F238E27FC236}">
                <a16:creationId xmlns:a16="http://schemas.microsoft.com/office/drawing/2014/main" id="{8492A211-2152-ABF8-B34C-E2F4AD5A7514}"/>
              </a:ext>
            </a:extLst>
          </p:cNvPr>
          <p:cNvSpPr txBox="1"/>
          <p:nvPr/>
        </p:nvSpPr>
        <p:spPr>
          <a:xfrm>
            <a:off x="6065966" y="1956798"/>
            <a:ext cx="1188010" cy="276999"/>
          </a:xfrm>
          <a:prstGeom prst="rect">
            <a:avLst/>
          </a:prstGeom>
          <a:noFill/>
        </p:spPr>
        <p:txBody>
          <a:bodyPr wrap="square" rtlCol="0">
            <a:spAutoFit/>
          </a:bodyPr>
          <a:lstStyle/>
          <a:p>
            <a:r>
              <a:rPr kumimoji="1" lang="en-US" altLang="ko-KR" sz="1200" dirty="0"/>
              <a:t>Weather</a:t>
            </a:r>
            <a:endParaRPr kumimoji="1" lang="ko-KR" altLang="en-US" sz="1200" dirty="0"/>
          </a:p>
        </p:txBody>
      </p:sp>
      <p:sp>
        <p:nvSpPr>
          <p:cNvPr id="90" name="TextBox 89">
            <a:extLst>
              <a:ext uri="{FF2B5EF4-FFF2-40B4-BE49-F238E27FC236}">
                <a16:creationId xmlns:a16="http://schemas.microsoft.com/office/drawing/2014/main" id="{C61B1ABD-8D0A-E71A-C9D1-1559A76FF009}"/>
              </a:ext>
            </a:extLst>
          </p:cNvPr>
          <p:cNvSpPr txBox="1"/>
          <p:nvPr/>
        </p:nvSpPr>
        <p:spPr>
          <a:xfrm>
            <a:off x="6108861" y="3114130"/>
            <a:ext cx="1188010" cy="276999"/>
          </a:xfrm>
          <a:prstGeom prst="rect">
            <a:avLst/>
          </a:prstGeom>
          <a:noFill/>
        </p:spPr>
        <p:txBody>
          <a:bodyPr wrap="square" rtlCol="0">
            <a:spAutoFit/>
          </a:bodyPr>
          <a:lstStyle/>
          <a:p>
            <a:r>
              <a:rPr kumimoji="1" lang="en-US" altLang="ko-KR" sz="1200" dirty="0"/>
              <a:t>History</a:t>
            </a:r>
            <a:endParaRPr kumimoji="1" lang="ko-KR" altLang="en-US" sz="1200" dirty="0"/>
          </a:p>
        </p:txBody>
      </p:sp>
      <p:sp>
        <p:nvSpPr>
          <p:cNvPr id="91" name="TextBox 90">
            <a:extLst>
              <a:ext uri="{FF2B5EF4-FFF2-40B4-BE49-F238E27FC236}">
                <a16:creationId xmlns:a16="http://schemas.microsoft.com/office/drawing/2014/main" id="{BFCE12CD-0C63-8DB6-2F66-38898DE007DE}"/>
              </a:ext>
            </a:extLst>
          </p:cNvPr>
          <p:cNvSpPr txBox="1"/>
          <p:nvPr/>
        </p:nvSpPr>
        <p:spPr>
          <a:xfrm>
            <a:off x="6108861" y="4055189"/>
            <a:ext cx="1188010" cy="276999"/>
          </a:xfrm>
          <a:prstGeom prst="rect">
            <a:avLst/>
          </a:prstGeom>
          <a:noFill/>
        </p:spPr>
        <p:txBody>
          <a:bodyPr wrap="square" rtlCol="0">
            <a:spAutoFit/>
          </a:bodyPr>
          <a:lstStyle/>
          <a:p>
            <a:r>
              <a:rPr kumimoji="1" lang="en-US" altLang="ko-KR" sz="1200" dirty="0"/>
              <a:t>Map</a:t>
            </a:r>
            <a:endParaRPr kumimoji="1" lang="ko-KR" altLang="en-US" sz="1200" dirty="0"/>
          </a:p>
        </p:txBody>
      </p:sp>
      <p:sp>
        <p:nvSpPr>
          <p:cNvPr id="92" name="TextBox 91">
            <a:extLst>
              <a:ext uri="{FF2B5EF4-FFF2-40B4-BE49-F238E27FC236}">
                <a16:creationId xmlns:a16="http://schemas.microsoft.com/office/drawing/2014/main" id="{449F5B7E-DABE-0385-1A4C-3AA5129745B8}"/>
              </a:ext>
            </a:extLst>
          </p:cNvPr>
          <p:cNvSpPr txBox="1"/>
          <p:nvPr/>
        </p:nvSpPr>
        <p:spPr>
          <a:xfrm>
            <a:off x="6162485" y="5017309"/>
            <a:ext cx="1188010" cy="461665"/>
          </a:xfrm>
          <a:prstGeom prst="rect">
            <a:avLst/>
          </a:prstGeom>
          <a:noFill/>
        </p:spPr>
        <p:txBody>
          <a:bodyPr wrap="square" rtlCol="0">
            <a:spAutoFit/>
          </a:bodyPr>
          <a:lstStyle/>
          <a:p>
            <a:r>
              <a:rPr kumimoji="1" lang="en-US" altLang="ko-KR" sz="1200" dirty="0"/>
              <a:t>Kiosk</a:t>
            </a:r>
            <a:r>
              <a:rPr kumimoji="1" lang="ko-KR" altLang="en-US" sz="1200" dirty="0"/>
              <a:t> </a:t>
            </a:r>
            <a:r>
              <a:rPr kumimoji="1" lang="en" altLang="ko-KR" sz="1200" dirty="0"/>
              <a:t>explanation</a:t>
            </a:r>
            <a:endParaRPr kumimoji="1" lang="ko-KR" altLang="en-US" sz="1200" dirty="0"/>
          </a:p>
        </p:txBody>
      </p:sp>
    </p:spTree>
    <p:extLst>
      <p:ext uri="{BB962C8B-B14F-4D97-AF65-F5344CB8AC3E}">
        <p14:creationId xmlns:p14="http://schemas.microsoft.com/office/powerpoint/2010/main" val="3342027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F0B09-D339-8641-062C-E336EBCBD9D7}"/>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F1C0DCDF-E327-0818-0344-C0DBC6DBA899}"/>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F25C7455-1B3B-DB3A-E58D-71D08C41C265}"/>
              </a:ext>
            </a:extLst>
          </p:cNvPr>
          <p:cNvSpPr>
            <a:spLocks noGrp="1"/>
          </p:cNvSpPr>
          <p:nvPr>
            <p:ph type="body" sz="quarter" idx="13"/>
          </p:nvPr>
        </p:nvSpPr>
        <p:spPr/>
        <p:txBody>
          <a:bodyPr/>
          <a:lstStyle/>
          <a:p>
            <a:r>
              <a:rPr lang="ko-KR" altLang="en-US" dirty="0"/>
              <a:t>바로 전화</a:t>
            </a:r>
          </a:p>
        </p:txBody>
      </p:sp>
      <p:sp>
        <p:nvSpPr>
          <p:cNvPr id="6" name="텍스트 개체 틀 5">
            <a:extLst>
              <a:ext uri="{FF2B5EF4-FFF2-40B4-BE49-F238E27FC236}">
                <a16:creationId xmlns:a16="http://schemas.microsoft.com/office/drawing/2014/main" id="{49789CB0-A416-6728-1BA5-491A2FA2B75A}"/>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6E6F15B1-F230-F0A9-5ECB-74279E9781A3}"/>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2258A865-CF4D-BD99-02CB-48F417B727D5}"/>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9EFACFBF-5E95-51F7-4105-2600689CE843}"/>
              </a:ext>
            </a:extLst>
          </p:cNvPr>
          <p:cNvGraphicFramePr>
            <a:graphicFrameLocks noGrp="1"/>
          </p:cNvGraphicFramePr>
          <p:nvPr>
            <p:extLst>
              <p:ext uri="{D42A27DB-BD31-4B8C-83A1-F6EECF244321}">
                <p14:modId xmlns:p14="http://schemas.microsoft.com/office/powerpoint/2010/main" val="346027359"/>
              </p:ext>
            </p:extLst>
          </p:nvPr>
        </p:nvGraphicFramePr>
        <p:xfrm>
          <a:off x="8303434" y="755897"/>
          <a:ext cx="3731242" cy="1948232"/>
        </p:xfrm>
        <a:graphic>
          <a:graphicData uri="http://schemas.openxmlformats.org/drawingml/2006/table">
            <a:tbl>
              <a:tblPr firstRow="1" bandRow="1">
                <a:tableStyleId>{5C22544A-7EE6-4342-B048-85BDC9FD1C3A}</a:tableStyleId>
              </a:tblPr>
              <a:tblGrid>
                <a:gridCol w="468271">
                  <a:extLst>
                    <a:ext uri="{9D8B030D-6E8A-4147-A177-3AD203B41FA5}">
                      <a16:colId xmlns:a16="http://schemas.microsoft.com/office/drawing/2014/main" val="3530039664"/>
                    </a:ext>
                  </a:extLst>
                </a:gridCol>
                <a:gridCol w="3262971">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바로 전화</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보호자</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보호자 이름을 클릭 하면 자동으로 연결 되는 버튼</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긴급전화</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긴급 상황에 클릭으로 </a:t>
                      </a:r>
                      <a:r>
                        <a:rPr lang="en-US" altLang="ko-KR" sz="700" b="0" spc="0" baseline="0" dirty="0">
                          <a:solidFill>
                            <a:schemeClr val="tx1"/>
                          </a:solidFill>
                          <a:latin typeface="나눔고딕" panose="020D0604000000000000" pitchFamily="50" charset="-127"/>
                          <a:ea typeface="나눔고딕" panose="020D0604000000000000" pitchFamily="50" charset="-127"/>
                        </a:rPr>
                        <a:t>119,112</a:t>
                      </a:r>
                      <a:r>
                        <a:rPr lang="ko-KR" altLang="en-US" sz="700" b="0" spc="0" baseline="0" dirty="0">
                          <a:solidFill>
                            <a:schemeClr val="tx1"/>
                          </a:solidFill>
                          <a:latin typeface="나눔고딕" panose="020D0604000000000000" pitchFamily="50" charset="-127"/>
                          <a:ea typeface="나눔고딕" panose="020D0604000000000000" pitchFamily="50" charset="-127"/>
                        </a:rPr>
                        <a:t> 자동연결 가능한 버튼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55223439"/>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5" name="직사각형 24">
            <a:extLst>
              <a:ext uri="{FF2B5EF4-FFF2-40B4-BE49-F238E27FC236}">
                <a16:creationId xmlns:a16="http://schemas.microsoft.com/office/drawing/2014/main" id="{EB3A1E94-7A99-260F-3945-0275F0041C62}"/>
              </a:ext>
            </a:extLst>
          </p:cNvPr>
          <p:cNvSpPr/>
          <p:nvPr/>
        </p:nvSpPr>
        <p:spPr>
          <a:xfrm>
            <a:off x="3493732" y="1204620"/>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a:extLst>
              <a:ext uri="{FF2B5EF4-FFF2-40B4-BE49-F238E27FC236}">
                <a16:creationId xmlns:a16="http://schemas.microsoft.com/office/drawing/2014/main" id="{1DBEF35E-3524-986F-BCC5-3E3D1BB9A91C}"/>
              </a:ext>
            </a:extLst>
          </p:cNvPr>
          <p:cNvSpPr/>
          <p:nvPr/>
        </p:nvSpPr>
        <p:spPr>
          <a:xfrm>
            <a:off x="3069900" y="309079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7" name="TextBox 26">
            <a:extLst>
              <a:ext uri="{FF2B5EF4-FFF2-40B4-BE49-F238E27FC236}">
                <a16:creationId xmlns:a16="http://schemas.microsoft.com/office/drawing/2014/main" id="{F57AF2CA-028E-5882-2D1D-0FB408E16DAE}"/>
              </a:ext>
            </a:extLst>
          </p:cNvPr>
          <p:cNvSpPr txBox="1"/>
          <p:nvPr/>
        </p:nvSpPr>
        <p:spPr>
          <a:xfrm>
            <a:off x="4240182" y="5298971"/>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29" name="왼쪽 중괄호 34">
            <a:extLst>
              <a:ext uri="{FF2B5EF4-FFF2-40B4-BE49-F238E27FC236}">
                <a16:creationId xmlns:a16="http://schemas.microsoft.com/office/drawing/2014/main" id="{E0CE2B72-ECB2-4229-6A7E-962D8606899B}"/>
              </a:ext>
            </a:extLst>
          </p:cNvPr>
          <p:cNvSpPr/>
          <p:nvPr/>
        </p:nvSpPr>
        <p:spPr>
          <a:xfrm rot="5400000">
            <a:off x="4357916" y="2640899"/>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30" name="그림 29">
            <a:extLst>
              <a:ext uri="{FF2B5EF4-FFF2-40B4-BE49-F238E27FC236}">
                <a16:creationId xmlns:a16="http://schemas.microsoft.com/office/drawing/2014/main" id="{E7F50325-4314-C054-21BB-A0D23DC672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1473" y="1204619"/>
            <a:ext cx="1998791" cy="4448765"/>
          </a:xfrm>
          <a:prstGeom prst="rect">
            <a:avLst/>
          </a:prstGeom>
        </p:spPr>
      </p:pic>
      <p:sp>
        <p:nvSpPr>
          <p:cNvPr id="31" name="왼쪽 중괄호 16">
            <a:extLst>
              <a:ext uri="{FF2B5EF4-FFF2-40B4-BE49-F238E27FC236}">
                <a16:creationId xmlns:a16="http://schemas.microsoft.com/office/drawing/2014/main" id="{806AD4EE-6E72-ED79-0EE2-3B9151A02ACA}"/>
              </a:ext>
            </a:extLst>
          </p:cNvPr>
          <p:cNvSpPr/>
          <p:nvPr/>
        </p:nvSpPr>
        <p:spPr>
          <a:xfrm flipH="1">
            <a:off x="5374144" y="4661816"/>
            <a:ext cx="216273" cy="837210"/>
          </a:xfrm>
          <a:prstGeom prst="leftBrace">
            <a:avLst>
              <a:gd name="adj1" fmla="val 49697"/>
              <a:gd name="adj2" fmla="val 52511"/>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2" name="타원 31">
            <a:extLst>
              <a:ext uri="{FF2B5EF4-FFF2-40B4-BE49-F238E27FC236}">
                <a16:creationId xmlns:a16="http://schemas.microsoft.com/office/drawing/2014/main" id="{B87ED335-24DC-EA7A-B970-314EB76D8383}"/>
              </a:ext>
            </a:extLst>
          </p:cNvPr>
          <p:cNvSpPr/>
          <p:nvPr/>
        </p:nvSpPr>
        <p:spPr>
          <a:xfrm>
            <a:off x="5482280" y="497697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pic>
        <p:nvPicPr>
          <p:cNvPr id="33" name="그림 32" descr="텍스트, 스크린샷, 폰트, 디자인이(가) 표시된 사진&#10;&#10;AI가 생성한 콘텐츠는 부정확할 수 있습니다.">
            <a:extLst>
              <a:ext uri="{FF2B5EF4-FFF2-40B4-BE49-F238E27FC236}">
                <a16:creationId xmlns:a16="http://schemas.microsoft.com/office/drawing/2014/main" id="{9728D9DC-28FB-F531-E55F-AF37771D58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3732" y="1204618"/>
            <a:ext cx="1996532" cy="4448764"/>
          </a:xfrm>
          <a:prstGeom prst="rect">
            <a:avLst/>
          </a:prstGeom>
        </p:spPr>
      </p:pic>
      <p:sp>
        <p:nvSpPr>
          <p:cNvPr id="34" name="왼쪽 중괄호 16">
            <a:extLst>
              <a:ext uri="{FF2B5EF4-FFF2-40B4-BE49-F238E27FC236}">
                <a16:creationId xmlns:a16="http://schemas.microsoft.com/office/drawing/2014/main" id="{B0D65CE9-5FF2-D3D8-BC2D-D077C8E89AD7}"/>
              </a:ext>
            </a:extLst>
          </p:cNvPr>
          <p:cNvSpPr/>
          <p:nvPr/>
        </p:nvSpPr>
        <p:spPr>
          <a:xfrm>
            <a:off x="3287303" y="1920362"/>
            <a:ext cx="313624" cy="256743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6" name="왼쪽 중괄호 16">
            <a:extLst>
              <a:ext uri="{FF2B5EF4-FFF2-40B4-BE49-F238E27FC236}">
                <a16:creationId xmlns:a16="http://schemas.microsoft.com/office/drawing/2014/main" id="{3DCAFFF5-2173-5EA2-AC82-F8E69EB38322}"/>
              </a:ext>
            </a:extLst>
          </p:cNvPr>
          <p:cNvSpPr/>
          <p:nvPr/>
        </p:nvSpPr>
        <p:spPr>
          <a:xfrm flipH="1">
            <a:off x="5374143" y="4722969"/>
            <a:ext cx="196642" cy="699545"/>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7" name="TextBox 36">
            <a:extLst>
              <a:ext uri="{FF2B5EF4-FFF2-40B4-BE49-F238E27FC236}">
                <a16:creationId xmlns:a16="http://schemas.microsoft.com/office/drawing/2014/main" id="{DBC31BEB-BD71-2E7D-1A78-80469E05AB7F}"/>
              </a:ext>
            </a:extLst>
          </p:cNvPr>
          <p:cNvSpPr txBox="1"/>
          <p:nvPr/>
        </p:nvSpPr>
        <p:spPr>
          <a:xfrm>
            <a:off x="2475895" y="3060431"/>
            <a:ext cx="1188010" cy="276999"/>
          </a:xfrm>
          <a:prstGeom prst="rect">
            <a:avLst/>
          </a:prstGeom>
          <a:noFill/>
        </p:spPr>
        <p:txBody>
          <a:bodyPr wrap="square" rtlCol="0">
            <a:spAutoFit/>
          </a:bodyPr>
          <a:lstStyle/>
          <a:p>
            <a:r>
              <a:rPr kumimoji="1" lang="en-US" altLang="ko-KR" sz="1200" dirty="0"/>
              <a:t>Button</a:t>
            </a:r>
            <a:endParaRPr kumimoji="1" lang="ko-KR" altLang="en-US" sz="1200" dirty="0"/>
          </a:p>
        </p:txBody>
      </p:sp>
      <p:sp>
        <p:nvSpPr>
          <p:cNvPr id="38" name="TextBox 37">
            <a:extLst>
              <a:ext uri="{FF2B5EF4-FFF2-40B4-BE49-F238E27FC236}">
                <a16:creationId xmlns:a16="http://schemas.microsoft.com/office/drawing/2014/main" id="{BAA0EBA9-0793-2685-F1BC-E3F61329B49F}"/>
              </a:ext>
            </a:extLst>
          </p:cNvPr>
          <p:cNvSpPr txBox="1"/>
          <p:nvPr/>
        </p:nvSpPr>
        <p:spPr>
          <a:xfrm>
            <a:off x="5634725" y="4941921"/>
            <a:ext cx="1188010" cy="276999"/>
          </a:xfrm>
          <a:prstGeom prst="rect">
            <a:avLst/>
          </a:prstGeom>
          <a:noFill/>
        </p:spPr>
        <p:txBody>
          <a:bodyPr wrap="square" rtlCol="0">
            <a:spAutoFit/>
          </a:bodyPr>
          <a:lstStyle/>
          <a:p>
            <a:r>
              <a:rPr kumimoji="1" lang="en-US" altLang="ko-KR" sz="1200" dirty="0"/>
              <a:t>Button</a:t>
            </a:r>
            <a:endParaRPr kumimoji="1" lang="ko-KR" altLang="en-US" sz="1200" dirty="0"/>
          </a:p>
        </p:txBody>
      </p:sp>
    </p:spTree>
    <p:extLst>
      <p:ext uri="{BB962C8B-B14F-4D97-AF65-F5344CB8AC3E}">
        <p14:creationId xmlns:p14="http://schemas.microsoft.com/office/powerpoint/2010/main" val="3099278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FDDAE-8146-B815-A5A2-763C054D6776}"/>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880CEDD8-69E3-22AD-D270-635B12A640A1}"/>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FE14DA37-794A-4B0D-CEA0-D3E13AB624D8}"/>
              </a:ext>
            </a:extLst>
          </p:cNvPr>
          <p:cNvSpPr>
            <a:spLocks noGrp="1"/>
          </p:cNvSpPr>
          <p:nvPr>
            <p:ph type="body" sz="quarter" idx="13"/>
          </p:nvPr>
        </p:nvSpPr>
        <p:spPr/>
        <p:txBody>
          <a:bodyPr/>
          <a:lstStyle/>
          <a:p>
            <a:r>
              <a:rPr lang="ko-KR" altLang="en-US" dirty="0" err="1"/>
              <a:t>재접속</a:t>
            </a:r>
            <a:r>
              <a:rPr lang="ko-KR" altLang="en-US" dirty="0"/>
              <a:t> 팝업</a:t>
            </a:r>
          </a:p>
        </p:txBody>
      </p:sp>
      <p:sp>
        <p:nvSpPr>
          <p:cNvPr id="4" name="텍스트 개체 틀 3">
            <a:extLst>
              <a:ext uri="{FF2B5EF4-FFF2-40B4-BE49-F238E27FC236}">
                <a16:creationId xmlns:a16="http://schemas.microsoft.com/office/drawing/2014/main" id="{83CDB675-7D69-8018-DC47-72EFF72212D4}"/>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15998939-A0FD-DFCB-96DA-0D7A7282EF7A}"/>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46B27DE7-673D-50CC-2C38-2E6DBF62231F}"/>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1BD5B066-FB02-60D4-1F39-A46C3DEDBFD0}"/>
              </a:ext>
            </a:extLst>
          </p:cNvPr>
          <p:cNvGraphicFramePr>
            <a:graphicFrameLocks noGrp="1"/>
          </p:cNvGraphicFramePr>
          <p:nvPr>
            <p:extLst>
              <p:ext uri="{D42A27DB-BD31-4B8C-83A1-F6EECF244321}">
                <p14:modId xmlns:p14="http://schemas.microsoft.com/office/powerpoint/2010/main" val="4174528089"/>
              </p:ext>
            </p:extLst>
          </p:nvPr>
        </p:nvGraphicFramePr>
        <p:xfrm>
          <a:off x="8275036" y="755897"/>
          <a:ext cx="3759640" cy="2532440"/>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재접속</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팝업</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err="1">
                          <a:solidFill>
                            <a:schemeClr val="tx1"/>
                          </a:solidFill>
                          <a:latin typeface="나눔고딕" panose="020D0604000000000000" pitchFamily="50" charset="-127"/>
                          <a:ea typeface="나눔고딕" panose="020D0604000000000000" pitchFamily="50" charset="-127"/>
                        </a:rPr>
                        <a:t>재접속</a:t>
                      </a:r>
                      <a:r>
                        <a:rPr lang="ko-KR" altLang="en-US" sz="700" b="1" spc="0" baseline="0" dirty="0">
                          <a:solidFill>
                            <a:schemeClr val="tx1"/>
                          </a:solidFill>
                          <a:latin typeface="나눔고딕" panose="020D0604000000000000" pitchFamily="50" charset="-127"/>
                          <a:ea typeface="나눔고딕" panose="020D0604000000000000" pitchFamily="50" charset="-127"/>
                        </a:rPr>
                        <a:t> 시 </a:t>
                      </a:r>
                      <a:r>
                        <a:rPr lang="ko-KR" altLang="en-US" sz="700" b="1" spc="0" baseline="0" dirty="0" err="1">
                          <a:solidFill>
                            <a:schemeClr val="tx1"/>
                          </a:solidFill>
                          <a:latin typeface="나눔고딕" panose="020D0604000000000000" pitchFamily="50" charset="-127"/>
                          <a:ea typeface="나눔고딕" panose="020D0604000000000000" pitchFamily="50" charset="-127"/>
                        </a:rPr>
                        <a:t>팝업창</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재접속</a:t>
                      </a:r>
                      <a:r>
                        <a:rPr lang="ko-KR" altLang="en-US" sz="700" b="0" spc="0" baseline="0" dirty="0">
                          <a:solidFill>
                            <a:schemeClr val="tx1"/>
                          </a:solidFill>
                          <a:latin typeface="나눔고딕" panose="020D0604000000000000" pitchFamily="50" charset="-127"/>
                          <a:ea typeface="나눔고딕" panose="020D0604000000000000" pitchFamily="50" charset="-127"/>
                        </a:rPr>
                        <a:t> 시에 이전에 찍었던 사진이 팝업창에 뜬다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응</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버튼을 눌렀을 때</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보호자에게 사진을 보낸다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아니</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버튼을 눌렀을 때</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창이 닫힌다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1347388"/>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6" name="직사각형 25">
            <a:extLst>
              <a:ext uri="{FF2B5EF4-FFF2-40B4-BE49-F238E27FC236}">
                <a16:creationId xmlns:a16="http://schemas.microsoft.com/office/drawing/2014/main" id="{092370E4-A9B3-56A7-7B6A-756CC43905D6}"/>
              </a:ext>
            </a:extLst>
          </p:cNvPr>
          <p:cNvSpPr/>
          <p:nvPr/>
        </p:nvSpPr>
        <p:spPr>
          <a:xfrm>
            <a:off x="3224591" y="1387842"/>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TextBox 26">
            <a:extLst>
              <a:ext uri="{FF2B5EF4-FFF2-40B4-BE49-F238E27FC236}">
                <a16:creationId xmlns:a16="http://schemas.microsoft.com/office/drawing/2014/main" id="{E2D06B6E-F708-C2DF-D446-DAE8431FF37D}"/>
              </a:ext>
            </a:extLst>
          </p:cNvPr>
          <p:cNvSpPr txBox="1"/>
          <p:nvPr/>
        </p:nvSpPr>
        <p:spPr>
          <a:xfrm>
            <a:off x="3298350" y="966287"/>
            <a:ext cx="1851944" cy="246221"/>
          </a:xfrm>
          <a:prstGeom prst="rect">
            <a:avLst/>
          </a:prstGeom>
          <a:solidFill>
            <a:schemeClr val="tx1"/>
          </a:solidFill>
        </p:spPr>
        <p:txBody>
          <a:bodyPr wrap="square" rtlCol="0">
            <a:spAutoFit/>
          </a:bodyPr>
          <a:lstStyle/>
          <a:p>
            <a:pPr algn="ctr"/>
            <a:r>
              <a:rPr lang="ko-KR" altLang="en-US" sz="1000" dirty="0" err="1">
                <a:solidFill>
                  <a:schemeClr val="bg1"/>
                </a:solidFill>
              </a:rPr>
              <a:t>재접속</a:t>
            </a:r>
            <a:r>
              <a:rPr lang="ko-KR" altLang="en-US" sz="1000" dirty="0">
                <a:solidFill>
                  <a:schemeClr val="bg1"/>
                </a:solidFill>
              </a:rPr>
              <a:t> 팝업</a:t>
            </a:r>
          </a:p>
        </p:txBody>
      </p:sp>
      <p:sp>
        <p:nvSpPr>
          <p:cNvPr id="29" name="타원 28">
            <a:extLst>
              <a:ext uri="{FF2B5EF4-FFF2-40B4-BE49-F238E27FC236}">
                <a16:creationId xmlns:a16="http://schemas.microsoft.com/office/drawing/2014/main" id="{8E5D9515-A5B8-3EA7-7C74-F2492D5A6FA1}"/>
              </a:ext>
            </a:extLst>
          </p:cNvPr>
          <p:cNvSpPr/>
          <p:nvPr/>
        </p:nvSpPr>
        <p:spPr>
          <a:xfrm>
            <a:off x="2651588" y="346190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0" name="TextBox 29">
            <a:extLst>
              <a:ext uri="{FF2B5EF4-FFF2-40B4-BE49-F238E27FC236}">
                <a16:creationId xmlns:a16="http://schemas.microsoft.com/office/drawing/2014/main" id="{D0C16768-85AF-29DF-0EDE-CB153005E3C3}"/>
              </a:ext>
            </a:extLst>
          </p:cNvPr>
          <p:cNvSpPr txBox="1"/>
          <p:nvPr/>
        </p:nvSpPr>
        <p:spPr>
          <a:xfrm>
            <a:off x="3971041" y="5482193"/>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1" name="왼쪽 중괄호 34">
            <a:extLst>
              <a:ext uri="{FF2B5EF4-FFF2-40B4-BE49-F238E27FC236}">
                <a16:creationId xmlns:a16="http://schemas.microsoft.com/office/drawing/2014/main" id="{29A3D96A-D1C6-F2CA-4E53-AC31688FE0AD}"/>
              </a:ext>
            </a:extLst>
          </p:cNvPr>
          <p:cNvSpPr/>
          <p:nvPr/>
        </p:nvSpPr>
        <p:spPr>
          <a:xfrm rot="5400000">
            <a:off x="4088775" y="2824121"/>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2" name="왼쪽 중괄호 16">
            <a:extLst>
              <a:ext uri="{FF2B5EF4-FFF2-40B4-BE49-F238E27FC236}">
                <a16:creationId xmlns:a16="http://schemas.microsoft.com/office/drawing/2014/main" id="{E8588E16-9343-3352-4129-0FDA745660A4}"/>
              </a:ext>
            </a:extLst>
          </p:cNvPr>
          <p:cNvSpPr/>
          <p:nvPr/>
        </p:nvSpPr>
        <p:spPr>
          <a:xfrm>
            <a:off x="2890453" y="1414613"/>
            <a:ext cx="313624" cy="4317526"/>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33" name="그림 32">
            <a:extLst>
              <a:ext uri="{FF2B5EF4-FFF2-40B4-BE49-F238E27FC236}">
                <a16:creationId xmlns:a16="http://schemas.microsoft.com/office/drawing/2014/main" id="{1D30CB38-6EC3-AB06-7631-542448F02C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4076" y="1387842"/>
            <a:ext cx="2040495" cy="4364405"/>
          </a:xfrm>
          <a:prstGeom prst="rect">
            <a:avLst/>
          </a:prstGeom>
        </p:spPr>
      </p:pic>
      <p:sp>
        <p:nvSpPr>
          <p:cNvPr id="34" name="타원 33">
            <a:extLst>
              <a:ext uri="{FF2B5EF4-FFF2-40B4-BE49-F238E27FC236}">
                <a16:creationId xmlns:a16="http://schemas.microsoft.com/office/drawing/2014/main" id="{9194B809-A6E8-ADD9-1D34-0B2EB07DA0E5}"/>
              </a:ext>
            </a:extLst>
          </p:cNvPr>
          <p:cNvSpPr/>
          <p:nvPr/>
        </p:nvSpPr>
        <p:spPr>
          <a:xfrm>
            <a:off x="2879665" y="508368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36" name="타원 35">
            <a:extLst>
              <a:ext uri="{FF2B5EF4-FFF2-40B4-BE49-F238E27FC236}">
                <a16:creationId xmlns:a16="http://schemas.microsoft.com/office/drawing/2014/main" id="{4351F8ED-958C-20DE-4239-0FC633DD4DEE}"/>
              </a:ext>
            </a:extLst>
          </p:cNvPr>
          <p:cNvSpPr/>
          <p:nvPr/>
        </p:nvSpPr>
        <p:spPr>
          <a:xfrm>
            <a:off x="5362430" y="514349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pic>
        <p:nvPicPr>
          <p:cNvPr id="37" name="그림 36" descr="텍스트, 만화 영화, 인간의 얼굴이(가) 표시된 사진&#10;&#10;AI가 생성한 콘텐츠는 부정확할 수 있습니다.">
            <a:extLst>
              <a:ext uri="{FF2B5EF4-FFF2-40B4-BE49-F238E27FC236}">
                <a16:creationId xmlns:a16="http://schemas.microsoft.com/office/drawing/2014/main" id="{A54B7587-D8CE-21AB-820A-4B7D58332B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3297" y="1393508"/>
            <a:ext cx="2040495" cy="4358739"/>
          </a:xfrm>
          <a:prstGeom prst="rect">
            <a:avLst/>
          </a:prstGeom>
        </p:spPr>
      </p:pic>
      <p:sp>
        <p:nvSpPr>
          <p:cNvPr id="39" name="왼쪽 중괄호 16">
            <a:extLst>
              <a:ext uri="{FF2B5EF4-FFF2-40B4-BE49-F238E27FC236}">
                <a16:creationId xmlns:a16="http://schemas.microsoft.com/office/drawing/2014/main" id="{A3424C7F-10AD-4F12-4B7A-CDC0BF142478}"/>
              </a:ext>
            </a:extLst>
          </p:cNvPr>
          <p:cNvSpPr/>
          <p:nvPr/>
        </p:nvSpPr>
        <p:spPr>
          <a:xfrm>
            <a:off x="3091021" y="4969578"/>
            <a:ext cx="244552" cy="44449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0" name="왼쪽 중괄호 36">
            <a:extLst>
              <a:ext uri="{FF2B5EF4-FFF2-40B4-BE49-F238E27FC236}">
                <a16:creationId xmlns:a16="http://schemas.microsoft.com/office/drawing/2014/main" id="{7CBDB320-30DA-7F87-E6D7-4CB9E047688B}"/>
              </a:ext>
            </a:extLst>
          </p:cNvPr>
          <p:cNvSpPr/>
          <p:nvPr/>
        </p:nvSpPr>
        <p:spPr>
          <a:xfrm flipH="1">
            <a:off x="5106200" y="5024223"/>
            <a:ext cx="256230" cy="454808"/>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1" name="TextBox 40">
            <a:extLst>
              <a:ext uri="{FF2B5EF4-FFF2-40B4-BE49-F238E27FC236}">
                <a16:creationId xmlns:a16="http://schemas.microsoft.com/office/drawing/2014/main" id="{96F779FB-4840-1DA9-9D25-5F791E4B81B2}"/>
              </a:ext>
            </a:extLst>
          </p:cNvPr>
          <p:cNvSpPr txBox="1"/>
          <p:nvPr/>
        </p:nvSpPr>
        <p:spPr>
          <a:xfrm>
            <a:off x="2057583" y="3433679"/>
            <a:ext cx="1188010" cy="276999"/>
          </a:xfrm>
          <a:prstGeom prst="rect">
            <a:avLst/>
          </a:prstGeom>
          <a:noFill/>
        </p:spPr>
        <p:txBody>
          <a:bodyPr wrap="square" rtlCol="0">
            <a:spAutoFit/>
          </a:bodyPr>
          <a:lstStyle/>
          <a:p>
            <a:r>
              <a:rPr kumimoji="1" lang="en-US" altLang="ko-KR" sz="1200" dirty="0"/>
              <a:t>Popup</a:t>
            </a:r>
            <a:endParaRPr kumimoji="1" lang="ko-KR" altLang="en-US" sz="1200" dirty="0"/>
          </a:p>
        </p:txBody>
      </p:sp>
      <p:sp>
        <p:nvSpPr>
          <p:cNvPr id="42" name="TextBox 41">
            <a:extLst>
              <a:ext uri="{FF2B5EF4-FFF2-40B4-BE49-F238E27FC236}">
                <a16:creationId xmlns:a16="http://schemas.microsoft.com/office/drawing/2014/main" id="{624E586F-ACD9-1BDA-0486-EFF5527D21AD}"/>
              </a:ext>
            </a:extLst>
          </p:cNvPr>
          <p:cNvSpPr txBox="1"/>
          <p:nvPr/>
        </p:nvSpPr>
        <p:spPr>
          <a:xfrm>
            <a:off x="5510739" y="5113126"/>
            <a:ext cx="1188010" cy="276999"/>
          </a:xfrm>
          <a:prstGeom prst="rect">
            <a:avLst/>
          </a:prstGeom>
          <a:noFill/>
        </p:spPr>
        <p:txBody>
          <a:bodyPr wrap="square" rtlCol="0">
            <a:spAutoFit/>
          </a:bodyPr>
          <a:lstStyle/>
          <a:p>
            <a:r>
              <a:rPr kumimoji="1" lang="en-US" altLang="ko-KR" sz="1200" dirty="0"/>
              <a:t>Button</a:t>
            </a:r>
            <a:endParaRPr kumimoji="1" lang="ko-KR" altLang="en-US" sz="1200" dirty="0"/>
          </a:p>
        </p:txBody>
      </p:sp>
      <p:sp>
        <p:nvSpPr>
          <p:cNvPr id="43" name="TextBox 42">
            <a:extLst>
              <a:ext uri="{FF2B5EF4-FFF2-40B4-BE49-F238E27FC236}">
                <a16:creationId xmlns:a16="http://schemas.microsoft.com/office/drawing/2014/main" id="{2C968597-1FB2-8AEB-0E68-51F732279006}"/>
              </a:ext>
            </a:extLst>
          </p:cNvPr>
          <p:cNvSpPr txBox="1"/>
          <p:nvPr/>
        </p:nvSpPr>
        <p:spPr>
          <a:xfrm>
            <a:off x="2296448" y="5053324"/>
            <a:ext cx="1188010" cy="276999"/>
          </a:xfrm>
          <a:prstGeom prst="rect">
            <a:avLst/>
          </a:prstGeom>
          <a:noFill/>
        </p:spPr>
        <p:txBody>
          <a:bodyPr wrap="square" rtlCol="0">
            <a:spAutoFit/>
          </a:bodyPr>
          <a:lstStyle/>
          <a:p>
            <a:r>
              <a:rPr kumimoji="1" lang="en-US" altLang="ko-KR" sz="1200" dirty="0"/>
              <a:t>Button</a:t>
            </a:r>
            <a:endParaRPr kumimoji="1" lang="ko-KR" altLang="en-US" sz="1200" dirty="0"/>
          </a:p>
        </p:txBody>
      </p:sp>
    </p:spTree>
    <p:extLst>
      <p:ext uri="{BB962C8B-B14F-4D97-AF65-F5344CB8AC3E}">
        <p14:creationId xmlns:p14="http://schemas.microsoft.com/office/powerpoint/2010/main" val="628256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D55A5-ACA0-0DA9-36E2-AD989E3978D1}"/>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BACB01F2-2850-A685-64AB-BA3E3256230A}"/>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E428B5C9-46D8-002F-59A2-5F53C0FBC8B7}"/>
              </a:ext>
            </a:extLst>
          </p:cNvPr>
          <p:cNvSpPr>
            <a:spLocks noGrp="1"/>
          </p:cNvSpPr>
          <p:nvPr>
            <p:ph type="body" sz="quarter" idx="13"/>
          </p:nvPr>
        </p:nvSpPr>
        <p:spPr/>
        <p:txBody>
          <a:bodyPr/>
          <a:lstStyle/>
          <a:p>
            <a:r>
              <a:rPr lang="ko-KR" altLang="en-US" dirty="0"/>
              <a:t>지난 이야기</a:t>
            </a:r>
          </a:p>
        </p:txBody>
      </p:sp>
      <p:sp>
        <p:nvSpPr>
          <p:cNvPr id="6" name="텍스트 개체 틀 5">
            <a:extLst>
              <a:ext uri="{FF2B5EF4-FFF2-40B4-BE49-F238E27FC236}">
                <a16:creationId xmlns:a16="http://schemas.microsoft.com/office/drawing/2014/main" id="{6F0D6F55-2026-0451-CDED-677B336EF843}"/>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CC0FEA28-4B12-6CE8-6074-67A74B972C86}"/>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FF603E50-5BDD-3DA0-09E1-15AACFF1556E}"/>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D57CA9CB-7EC2-6D41-D12B-4F1397C2CF73}"/>
              </a:ext>
            </a:extLst>
          </p:cNvPr>
          <p:cNvGraphicFramePr>
            <a:graphicFrameLocks noGrp="1"/>
          </p:cNvGraphicFramePr>
          <p:nvPr>
            <p:extLst>
              <p:ext uri="{D42A27DB-BD31-4B8C-83A1-F6EECF244321}">
                <p14:modId xmlns:p14="http://schemas.microsoft.com/office/powerpoint/2010/main" val="733949179"/>
              </p:ext>
            </p:extLst>
          </p:nvPr>
        </p:nvGraphicFramePr>
        <p:xfrm>
          <a:off x="8292075" y="755897"/>
          <a:ext cx="3742601" cy="1948232"/>
        </p:xfrm>
        <a:graphic>
          <a:graphicData uri="http://schemas.openxmlformats.org/drawingml/2006/table">
            <a:tbl>
              <a:tblPr firstRow="1" bandRow="1">
                <a:tableStyleId>{5C22544A-7EE6-4342-B048-85BDC9FD1C3A}</a:tableStyleId>
              </a:tblPr>
              <a:tblGrid>
                <a:gridCol w="469696">
                  <a:extLst>
                    <a:ext uri="{9D8B030D-6E8A-4147-A177-3AD203B41FA5}">
                      <a16:colId xmlns:a16="http://schemas.microsoft.com/office/drawing/2014/main" val="3530039664"/>
                    </a:ext>
                  </a:extLst>
                </a:gridCol>
                <a:gridCol w="32729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지난 이야기</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지난 이야기</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보호자</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보호자가 시니어에게 지난 날 보냈던 사진을 보여준다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지난 이야기</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시니어</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시니어가 보호자에게 지난 날 보냈던 사진을 보여준다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8" name="직사각형 7">
            <a:extLst>
              <a:ext uri="{FF2B5EF4-FFF2-40B4-BE49-F238E27FC236}">
                <a16:creationId xmlns:a16="http://schemas.microsoft.com/office/drawing/2014/main" id="{5C86180A-6732-829C-3398-6B4C73B1B6BC}"/>
              </a:ext>
            </a:extLst>
          </p:cNvPr>
          <p:cNvSpPr/>
          <p:nvPr/>
        </p:nvSpPr>
        <p:spPr>
          <a:xfrm>
            <a:off x="3494248" y="1403340"/>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a:extLst>
              <a:ext uri="{FF2B5EF4-FFF2-40B4-BE49-F238E27FC236}">
                <a16:creationId xmlns:a16="http://schemas.microsoft.com/office/drawing/2014/main" id="{9397ABAC-FE9A-B8E8-ACA3-3590B4B04424}"/>
              </a:ext>
            </a:extLst>
          </p:cNvPr>
          <p:cNvSpPr txBox="1"/>
          <p:nvPr/>
        </p:nvSpPr>
        <p:spPr>
          <a:xfrm>
            <a:off x="3568151" y="1082828"/>
            <a:ext cx="1851944" cy="246221"/>
          </a:xfrm>
          <a:prstGeom prst="rect">
            <a:avLst/>
          </a:prstGeom>
          <a:solidFill>
            <a:schemeClr val="tx1"/>
          </a:solidFill>
        </p:spPr>
        <p:txBody>
          <a:bodyPr wrap="square" rtlCol="0">
            <a:spAutoFit/>
          </a:bodyPr>
          <a:lstStyle/>
          <a:p>
            <a:pPr algn="ctr"/>
            <a:r>
              <a:rPr lang="ko-KR" altLang="en-US" sz="1000" dirty="0" err="1">
                <a:solidFill>
                  <a:schemeClr val="bg1"/>
                </a:solidFill>
              </a:rPr>
              <a:t>재접속</a:t>
            </a:r>
            <a:r>
              <a:rPr lang="ko-KR" altLang="en-US" sz="1000" dirty="0">
                <a:solidFill>
                  <a:schemeClr val="bg1"/>
                </a:solidFill>
              </a:rPr>
              <a:t> 팝업</a:t>
            </a:r>
          </a:p>
        </p:txBody>
      </p:sp>
      <p:sp>
        <p:nvSpPr>
          <p:cNvPr id="11" name="타원 10">
            <a:extLst>
              <a:ext uri="{FF2B5EF4-FFF2-40B4-BE49-F238E27FC236}">
                <a16:creationId xmlns:a16="http://schemas.microsoft.com/office/drawing/2014/main" id="{972DC6A9-1CE2-0AAE-131F-F206DFFEA216}"/>
              </a:ext>
            </a:extLst>
          </p:cNvPr>
          <p:cNvSpPr/>
          <p:nvPr/>
        </p:nvSpPr>
        <p:spPr>
          <a:xfrm>
            <a:off x="2932349" y="243977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2" name="TextBox 11">
            <a:extLst>
              <a:ext uri="{FF2B5EF4-FFF2-40B4-BE49-F238E27FC236}">
                <a16:creationId xmlns:a16="http://schemas.microsoft.com/office/drawing/2014/main" id="{73D907FF-A719-898D-7818-1D319ECEC0F8}"/>
              </a:ext>
            </a:extLst>
          </p:cNvPr>
          <p:cNvSpPr txBox="1"/>
          <p:nvPr/>
        </p:nvSpPr>
        <p:spPr>
          <a:xfrm>
            <a:off x="4240698" y="5497691"/>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14" name="왼쪽 중괄호 34">
            <a:extLst>
              <a:ext uri="{FF2B5EF4-FFF2-40B4-BE49-F238E27FC236}">
                <a16:creationId xmlns:a16="http://schemas.microsoft.com/office/drawing/2014/main" id="{2BD864DD-F6A4-9A6D-10CF-31659437EDCC}"/>
              </a:ext>
            </a:extLst>
          </p:cNvPr>
          <p:cNvSpPr/>
          <p:nvPr/>
        </p:nvSpPr>
        <p:spPr>
          <a:xfrm rot="5400000">
            <a:off x="4358432" y="2839619"/>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9" name="왼쪽 중괄호 16">
            <a:extLst>
              <a:ext uri="{FF2B5EF4-FFF2-40B4-BE49-F238E27FC236}">
                <a16:creationId xmlns:a16="http://schemas.microsoft.com/office/drawing/2014/main" id="{61547B30-C891-6718-E410-1BB2362FF0E0}"/>
              </a:ext>
            </a:extLst>
          </p:cNvPr>
          <p:cNvSpPr/>
          <p:nvPr/>
        </p:nvSpPr>
        <p:spPr>
          <a:xfrm>
            <a:off x="3164385" y="2103217"/>
            <a:ext cx="313624" cy="889381"/>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20" name="그림 19">
            <a:extLst>
              <a:ext uri="{FF2B5EF4-FFF2-40B4-BE49-F238E27FC236}">
                <a16:creationId xmlns:a16="http://schemas.microsoft.com/office/drawing/2014/main" id="{9764030B-E9A7-07CA-6580-B1CEB6EAEE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0834" y="1403340"/>
            <a:ext cx="1999466" cy="4344298"/>
          </a:xfrm>
          <a:prstGeom prst="rect">
            <a:avLst/>
          </a:prstGeom>
        </p:spPr>
      </p:pic>
      <p:sp>
        <p:nvSpPr>
          <p:cNvPr id="21" name="타원 20">
            <a:extLst>
              <a:ext uri="{FF2B5EF4-FFF2-40B4-BE49-F238E27FC236}">
                <a16:creationId xmlns:a16="http://schemas.microsoft.com/office/drawing/2014/main" id="{A4AD1149-C137-B8D0-4A1F-BBCF22A65125}"/>
              </a:ext>
            </a:extLst>
          </p:cNvPr>
          <p:cNvSpPr/>
          <p:nvPr/>
        </p:nvSpPr>
        <p:spPr>
          <a:xfrm>
            <a:off x="5718642" y="38036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sp>
        <p:nvSpPr>
          <p:cNvPr id="22" name="왼쪽 중괄호 16">
            <a:extLst>
              <a:ext uri="{FF2B5EF4-FFF2-40B4-BE49-F238E27FC236}">
                <a16:creationId xmlns:a16="http://schemas.microsoft.com/office/drawing/2014/main" id="{52455FDB-C49E-1495-F340-4C136C0186D0}"/>
              </a:ext>
            </a:extLst>
          </p:cNvPr>
          <p:cNvSpPr/>
          <p:nvPr/>
        </p:nvSpPr>
        <p:spPr>
          <a:xfrm flipH="1">
            <a:off x="5423467" y="3148851"/>
            <a:ext cx="302284" cy="1462339"/>
          </a:xfrm>
          <a:prstGeom prst="leftBrace">
            <a:avLst>
              <a:gd name="adj1" fmla="val 49697"/>
              <a:gd name="adj2" fmla="val 51345"/>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23" name="그림 22" descr="스크린샷, 사람이(가) 표시된 사진&#10;&#10;AI가 생성한 콘텐츠는 부정확할 수 있습니다.">
            <a:extLst>
              <a:ext uri="{FF2B5EF4-FFF2-40B4-BE49-F238E27FC236}">
                <a16:creationId xmlns:a16="http://schemas.microsoft.com/office/drawing/2014/main" id="{537938AC-77C1-BDE3-03C2-C0CB18994E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5632" y="1403340"/>
            <a:ext cx="1994668" cy="4439588"/>
          </a:xfrm>
          <a:prstGeom prst="rect">
            <a:avLst/>
          </a:prstGeom>
        </p:spPr>
      </p:pic>
      <p:sp>
        <p:nvSpPr>
          <p:cNvPr id="24" name="TextBox 23">
            <a:extLst>
              <a:ext uri="{FF2B5EF4-FFF2-40B4-BE49-F238E27FC236}">
                <a16:creationId xmlns:a16="http://schemas.microsoft.com/office/drawing/2014/main" id="{E77A41A5-FCD1-C248-2C0D-F545557B74F3}"/>
              </a:ext>
            </a:extLst>
          </p:cNvPr>
          <p:cNvSpPr txBox="1"/>
          <p:nvPr/>
        </p:nvSpPr>
        <p:spPr>
          <a:xfrm>
            <a:off x="2002365" y="2409406"/>
            <a:ext cx="1188010" cy="276999"/>
          </a:xfrm>
          <a:prstGeom prst="rect">
            <a:avLst/>
          </a:prstGeom>
          <a:noFill/>
        </p:spPr>
        <p:txBody>
          <a:bodyPr wrap="square" rtlCol="0">
            <a:spAutoFit/>
          </a:bodyPr>
          <a:lstStyle/>
          <a:p>
            <a:r>
              <a:rPr kumimoji="1" lang="en-US" altLang="ko-KR" sz="1200" dirty="0"/>
              <a:t>Image view</a:t>
            </a:r>
            <a:endParaRPr kumimoji="1" lang="ko-KR" altLang="en-US" sz="1200" dirty="0"/>
          </a:p>
        </p:txBody>
      </p:sp>
      <p:sp>
        <p:nvSpPr>
          <p:cNvPr id="25" name="TextBox 24">
            <a:extLst>
              <a:ext uri="{FF2B5EF4-FFF2-40B4-BE49-F238E27FC236}">
                <a16:creationId xmlns:a16="http://schemas.microsoft.com/office/drawing/2014/main" id="{C29D5678-E947-AF6D-4276-623D105A45E4}"/>
              </a:ext>
            </a:extLst>
          </p:cNvPr>
          <p:cNvSpPr txBox="1"/>
          <p:nvPr/>
        </p:nvSpPr>
        <p:spPr>
          <a:xfrm>
            <a:off x="5886290" y="3773262"/>
            <a:ext cx="1188010" cy="276999"/>
          </a:xfrm>
          <a:prstGeom prst="rect">
            <a:avLst/>
          </a:prstGeom>
          <a:noFill/>
        </p:spPr>
        <p:txBody>
          <a:bodyPr wrap="square" rtlCol="0">
            <a:spAutoFit/>
          </a:bodyPr>
          <a:lstStyle/>
          <a:p>
            <a:r>
              <a:rPr kumimoji="1" lang="en-US" altLang="ko-KR" sz="1200" dirty="0"/>
              <a:t>Image view</a:t>
            </a:r>
            <a:endParaRPr kumimoji="1" lang="ko-KR" altLang="en-US" sz="1200" dirty="0"/>
          </a:p>
        </p:txBody>
      </p:sp>
    </p:spTree>
    <p:extLst>
      <p:ext uri="{BB962C8B-B14F-4D97-AF65-F5344CB8AC3E}">
        <p14:creationId xmlns:p14="http://schemas.microsoft.com/office/powerpoint/2010/main" val="1561692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D39A3-7C8D-A071-D15D-68982BC28A16}"/>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4C8AF6FE-F973-055F-789D-4768F4F86426}"/>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5358C499-7295-9A50-24FE-54994E332A0C}"/>
              </a:ext>
            </a:extLst>
          </p:cNvPr>
          <p:cNvSpPr>
            <a:spLocks noGrp="1"/>
          </p:cNvSpPr>
          <p:nvPr>
            <p:ph type="body" sz="quarter" idx="13"/>
          </p:nvPr>
        </p:nvSpPr>
        <p:spPr/>
        <p:txBody>
          <a:bodyPr/>
          <a:lstStyle/>
          <a:p>
            <a:r>
              <a:rPr lang="ko-KR" altLang="en-US" dirty="0"/>
              <a:t>사진</a:t>
            </a:r>
          </a:p>
        </p:txBody>
      </p:sp>
      <p:sp>
        <p:nvSpPr>
          <p:cNvPr id="4" name="텍스트 개체 틀 3">
            <a:extLst>
              <a:ext uri="{FF2B5EF4-FFF2-40B4-BE49-F238E27FC236}">
                <a16:creationId xmlns:a16="http://schemas.microsoft.com/office/drawing/2014/main" id="{8DDE2E51-AF8D-5A98-1051-7C5621FF2B23}"/>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752C3B77-61FC-A544-4560-956C47487DDA}"/>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9B0852C1-AB27-1AF0-5E01-B023B24C42B5}"/>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D06DD4B7-4436-3074-527B-E9C65F930C33}"/>
              </a:ext>
            </a:extLst>
          </p:cNvPr>
          <p:cNvGraphicFramePr>
            <a:graphicFrameLocks noGrp="1"/>
          </p:cNvGraphicFramePr>
          <p:nvPr>
            <p:extLst>
              <p:ext uri="{D42A27DB-BD31-4B8C-83A1-F6EECF244321}">
                <p14:modId xmlns:p14="http://schemas.microsoft.com/office/powerpoint/2010/main" val="2569806248"/>
              </p:ext>
            </p:extLst>
          </p:nvPr>
        </p:nvGraphicFramePr>
        <p:xfrm>
          <a:off x="8292075" y="755897"/>
          <a:ext cx="3742601" cy="1948232"/>
        </p:xfrm>
        <a:graphic>
          <a:graphicData uri="http://schemas.openxmlformats.org/drawingml/2006/table">
            <a:tbl>
              <a:tblPr firstRow="1" bandRow="1">
                <a:tableStyleId>{5C22544A-7EE6-4342-B048-85BDC9FD1C3A}</a:tableStyleId>
              </a:tblPr>
              <a:tblGrid>
                <a:gridCol w="469696">
                  <a:extLst>
                    <a:ext uri="{9D8B030D-6E8A-4147-A177-3AD203B41FA5}">
                      <a16:colId xmlns:a16="http://schemas.microsoft.com/office/drawing/2014/main" val="3530039664"/>
                    </a:ext>
                  </a:extLst>
                </a:gridCol>
                <a:gridCol w="32729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사진</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사진 어플</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사진 찍기 어플로 갈 수 있는 버튼</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갤러리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갤러리 어플로 갈 수 있는 버튼</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6" name="직사각형 5">
            <a:extLst>
              <a:ext uri="{FF2B5EF4-FFF2-40B4-BE49-F238E27FC236}">
                <a16:creationId xmlns:a16="http://schemas.microsoft.com/office/drawing/2014/main" id="{F1F183F0-15C5-A378-9ABE-FF2270298895}"/>
              </a:ext>
            </a:extLst>
          </p:cNvPr>
          <p:cNvSpPr/>
          <p:nvPr/>
        </p:nvSpPr>
        <p:spPr>
          <a:xfrm>
            <a:off x="981265" y="1511294"/>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a:extLst>
              <a:ext uri="{FF2B5EF4-FFF2-40B4-BE49-F238E27FC236}">
                <a16:creationId xmlns:a16="http://schemas.microsoft.com/office/drawing/2014/main" id="{C600187D-DD3E-03AE-3C36-D405751C3159}"/>
              </a:ext>
            </a:extLst>
          </p:cNvPr>
          <p:cNvSpPr txBox="1"/>
          <p:nvPr/>
        </p:nvSpPr>
        <p:spPr>
          <a:xfrm>
            <a:off x="1055168" y="1190782"/>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사진</a:t>
            </a:r>
          </a:p>
        </p:txBody>
      </p:sp>
      <p:sp>
        <p:nvSpPr>
          <p:cNvPr id="10" name="타원 9">
            <a:extLst>
              <a:ext uri="{FF2B5EF4-FFF2-40B4-BE49-F238E27FC236}">
                <a16:creationId xmlns:a16="http://schemas.microsoft.com/office/drawing/2014/main" id="{77A56555-B79F-B85B-3043-76D56B8C2C42}"/>
              </a:ext>
            </a:extLst>
          </p:cNvPr>
          <p:cNvSpPr/>
          <p:nvPr/>
        </p:nvSpPr>
        <p:spPr>
          <a:xfrm>
            <a:off x="566342" y="289837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1" name="TextBox 10">
            <a:extLst>
              <a:ext uri="{FF2B5EF4-FFF2-40B4-BE49-F238E27FC236}">
                <a16:creationId xmlns:a16="http://schemas.microsoft.com/office/drawing/2014/main" id="{6B22B372-FF62-1089-5109-3F68E771BF6C}"/>
              </a:ext>
            </a:extLst>
          </p:cNvPr>
          <p:cNvSpPr txBox="1"/>
          <p:nvPr/>
        </p:nvSpPr>
        <p:spPr>
          <a:xfrm>
            <a:off x="1727715" y="5605645"/>
            <a:ext cx="495649" cy="200055"/>
          </a:xfrm>
          <a:prstGeom prst="rect">
            <a:avLst/>
          </a:prstGeom>
          <a:noFill/>
        </p:spPr>
        <p:txBody>
          <a:bodyPr wrap="square" rtlCol="0">
            <a:spAutoFit/>
          </a:bodyPr>
          <a:lstStyle/>
          <a:p>
            <a:r>
              <a:rPr lang="en-US" altLang="ko-KR" sz="700" b="1" dirty="0"/>
              <a:t>Ver_1.0</a:t>
            </a:r>
            <a:endParaRPr lang="ko-KR" altLang="en-US" sz="700" b="1" dirty="0"/>
          </a:p>
        </p:txBody>
      </p:sp>
      <p:sp>
        <p:nvSpPr>
          <p:cNvPr id="14" name="왼쪽 중괄호 34">
            <a:extLst>
              <a:ext uri="{FF2B5EF4-FFF2-40B4-BE49-F238E27FC236}">
                <a16:creationId xmlns:a16="http://schemas.microsoft.com/office/drawing/2014/main" id="{29DBFBAF-AC9B-F958-544F-73D65A7DADF3}"/>
              </a:ext>
            </a:extLst>
          </p:cNvPr>
          <p:cNvSpPr/>
          <p:nvPr/>
        </p:nvSpPr>
        <p:spPr>
          <a:xfrm rot="5400000">
            <a:off x="1845449" y="2947573"/>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3E897115-B646-6D4F-4FD1-ECB3BA34AE15}"/>
              </a:ext>
            </a:extLst>
          </p:cNvPr>
          <p:cNvSpPr/>
          <p:nvPr/>
        </p:nvSpPr>
        <p:spPr>
          <a:xfrm>
            <a:off x="3164528" y="461273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pic>
        <p:nvPicPr>
          <p:cNvPr id="24" name="그림 23">
            <a:extLst>
              <a:ext uri="{FF2B5EF4-FFF2-40B4-BE49-F238E27FC236}">
                <a16:creationId xmlns:a16="http://schemas.microsoft.com/office/drawing/2014/main" id="{FE0F7758-14D5-11D4-A26B-884FB6C71F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9301" y="1511294"/>
            <a:ext cx="2027194" cy="4317527"/>
          </a:xfrm>
          <a:prstGeom prst="rect">
            <a:avLst/>
          </a:prstGeom>
        </p:spPr>
      </p:pic>
      <p:pic>
        <p:nvPicPr>
          <p:cNvPr id="25" name="그림 24">
            <a:extLst>
              <a:ext uri="{FF2B5EF4-FFF2-40B4-BE49-F238E27FC236}">
                <a16:creationId xmlns:a16="http://schemas.microsoft.com/office/drawing/2014/main" id="{63DF4A76-1A2E-2D2B-F3F1-F8DD20C5F0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3579" y="1437003"/>
            <a:ext cx="1774524" cy="3949606"/>
          </a:xfrm>
          <a:prstGeom prst="rect">
            <a:avLst/>
          </a:prstGeom>
        </p:spPr>
      </p:pic>
      <p:pic>
        <p:nvPicPr>
          <p:cNvPr id="27" name="그림 26">
            <a:extLst>
              <a:ext uri="{FF2B5EF4-FFF2-40B4-BE49-F238E27FC236}">
                <a16:creationId xmlns:a16="http://schemas.microsoft.com/office/drawing/2014/main" id="{8EA225B4-2F36-6E9F-E8A0-95380D27F0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20862" y="1454197"/>
            <a:ext cx="2089852" cy="3949606"/>
          </a:xfrm>
          <a:prstGeom prst="rect">
            <a:avLst/>
          </a:prstGeom>
        </p:spPr>
      </p:pic>
      <p:pic>
        <p:nvPicPr>
          <p:cNvPr id="30" name="그림 29" descr="스크린샷, 직사각형, 도표, 화이트이(가) 표시된 사진&#10;&#10;AI가 생성한 콘텐츠는 부정확할 수 있습니다.">
            <a:extLst>
              <a:ext uri="{FF2B5EF4-FFF2-40B4-BE49-F238E27FC236}">
                <a16:creationId xmlns:a16="http://schemas.microsoft.com/office/drawing/2014/main" id="{91E4DE05-74DF-3607-A11C-FE71B09333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9057" y="1511294"/>
            <a:ext cx="2017438" cy="4294406"/>
          </a:xfrm>
          <a:prstGeom prst="rect">
            <a:avLst/>
          </a:prstGeom>
        </p:spPr>
      </p:pic>
      <p:sp>
        <p:nvSpPr>
          <p:cNvPr id="31" name="왼쪽 중괄호 16">
            <a:extLst>
              <a:ext uri="{FF2B5EF4-FFF2-40B4-BE49-F238E27FC236}">
                <a16:creationId xmlns:a16="http://schemas.microsoft.com/office/drawing/2014/main" id="{85E49E93-C57E-2596-68AD-07CF1552C649}"/>
              </a:ext>
            </a:extLst>
          </p:cNvPr>
          <p:cNvSpPr/>
          <p:nvPr/>
        </p:nvSpPr>
        <p:spPr>
          <a:xfrm>
            <a:off x="758040" y="2225267"/>
            <a:ext cx="313624" cy="15624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2" name="왼쪽 중괄호 16">
            <a:extLst>
              <a:ext uri="{FF2B5EF4-FFF2-40B4-BE49-F238E27FC236}">
                <a16:creationId xmlns:a16="http://schemas.microsoft.com/office/drawing/2014/main" id="{E9815BEC-8D29-F353-49AE-DB550326BF65}"/>
              </a:ext>
            </a:extLst>
          </p:cNvPr>
          <p:cNvSpPr/>
          <p:nvPr/>
        </p:nvSpPr>
        <p:spPr>
          <a:xfrm flipH="1">
            <a:off x="2844326" y="3911580"/>
            <a:ext cx="302284" cy="1618593"/>
          </a:xfrm>
          <a:prstGeom prst="leftBrace">
            <a:avLst>
              <a:gd name="adj1" fmla="val 49697"/>
              <a:gd name="adj2" fmla="val 51345"/>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3" name="TextBox 32">
            <a:extLst>
              <a:ext uri="{FF2B5EF4-FFF2-40B4-BE49-F238E27FC236}">
                <a16:creationId xmlns:a16="http://schemas.microsoft.com/office/drawing/2014/main" id="{F012771F-252F-746F-6DFB-C8EE307A0460}"/>
              </a:ext>
            </a:extLst>
          </p:cNvPr>
          <p:cNvSpPr txBox="1"/>
          <p:nvPr/>
        </p:nvSpPr>
        <p:spPr>
          <a:xfrm>
            <a:off x="-21225" y="2868009"/>
            <a:ext cx="1188010" cy="276999"/>
          </a:xfrm>
          <a:prstGeom prst="rect">
            <a:avLst/>
          </a:prstGeom>
          <a:noFill/>
        </p:spPr>
        <p:txBody>
          <a:bodyPr wrap="square" rtlCol="0">
            <a:spAutoFit/>
          </a:bodyPr>
          <a:lstStyle/>
          <a:p>
            <a:r>
              <a:rPr kumimoji="1" lang="en-US" altLang="ko-KR" sz="1200" dirty="0"/>
              <a:t>Button</a:t>
            </a:r>
            <a:endParaRPr kumimoji="1" lang="ko-KR" altLang="en-US" sz="1200" dirty="0"/>
          </a:p>
        </p:txBody>
      </p:sp>
      <p:sp>
        <p:nvSpPr>
          <p:cNvPr id="34" name="TextBox 33">
            <a:extLst>
              <a:ext uri="{FF2B5EF4-FFF2-40B4-BE49-F238E27FC236}">
                <a16:creationId xmlns:a16="http://schemas.microsoft.com/office/drawing/2014/main" id="{E17AA6A9-B0DA-C732-340B-6D1C12E02E23}"/>
              </a:ext>
            </a:extLst>
          </p:cNvPr>
          <p:cNvSpPr txBox="1"/>
          <p:nvPr/>
        </p:nvSpPr>
        <p:spPr>
          <a:xfrm>
            <a:off x="3310880" y="4582375"/>
            <a:ext cx="1188010" cy="276999"/>
          </a:xfrm>
          <a:prstGeom prst="rect">
            <a:avLst/>
          </a:prstGeom>
          <a:noFill/>
        </p:spPr>
        <p:txBody>
          <a:bodyPr wrap="square" rtlCol="0">
            <a:spAutoFit/>
          </a:bodyPr>
          <a:lstStyle/>
          <a:p>
            <a:r>
              <a:rPr kumimoji="1" lang="en-US" altLang="ko-KR" sz="1200" dirty="0"/>
              <a:t>Button</a:t>
            </a:r>
            <a:endParaRPr kumimoji="1" lang="ko-KR" altLang="en-US" sz="1200" dirty="0"/>
          </a:p>
        </p:txBody>
      </p:sp>
      <p:sp>
        <p:nvSpPr>
          <p:cNvPr id="38" name="타원 37">
            <a:extLst>
              <a:ext uri="{FF2B5EF4-FFF2-40B4-BE49-F238E27FC236}">
                <a16:creationId xmlns:a16="http://schemas.microsoft.com/office/drawing/2014/main" id="{18AABD06-E208-D130-EA9D-DC07F6879EA7}"/>
              </a:ext>
            </a:extLst>
          </p:cNvPr>
          <p:cNvSpPr/>
          <p:nvPr/>
        </p:nvSpPr>
        <p:spPr>
          <a:xfrm>
            <a:off x="5712724" y="132886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sp>
        <p:nvSpPr>
          <p:cNvPr id="40" name="타원 39">
            <a:extLst>
              <a:ext uri="{FF2B5EF4-FFF2-40B4-BE49-F238E27FC236}">
                <a16:creationId xmlns:a16="http://schemas.microsoft.com/office/drawing/2014/main" id="{E1866976-75A1-1DC7-01F2-8D98BC96D973}"/>
              </a:ext>
            </a:extLst>
          </p:cNvPr>
          <p:cNvSpPr/>
          <p:nvPr/>
        </p:nvSpPr>
        <p:spPr>
          <a:xfrm>
            <a:off x="3822235" y="13288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p>
        </p:txBody>
      </p:sp>
    </p:spTree>
    <p:extLst>
      <p:ext uri="{BB962C8B-B14F-4D97-AF65-F5344CB8AC3E}">
        <p14:creationId xmlns:p14="http://schemas.microsoft.com/office/powerpoint/2010/main" val="85243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95180-8AB6-A5BF-FEA7-CA4D0B598FB0}"/>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30E441F9-1BE4-4663-170E-5DCE5CC8DF29}"/>
              </a:ext>
            </a:extLst>
          </p:cNvPr>
          <p:cNvSpPr/>
          <p:nvPr/>
        </p:nvSpPr>
        <p:spPr>
          <a:xfrm>
            <a:off x="1002490" y="1511294"/>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제목 6">
            <a:extLst>
              <a:ext uri="{FF2B5EF4-FFF2-40B4-BE49-F238E27FC236}">
                <a16:creationId xmlns:a16="http://schemas.microsoft.com/office/drawing/2014/main" id="{86C86325-AD8A-A00D-BCEA-72D85731381B}"/>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3C674E37-FD2B-4FC0-E4D7-C0865058652E}"/>
              </a:ext>
            </a:extLst>
          </p:cNvPr>
          <p:cNvSpPr>
            <a:spLocks noGrp="1"/>
          </p:cNvSpPr>
          <p:nvPr>
            <p:ph type="body" sz="quarter" idx="13"/>
          </p:nvPr>
        </p:nvSpPr>
        <p:spPr/>
        <p:txBody>
          <a:bodyPr/>
          <a:lstStyle/>
          <a:p>
            <a:r>
              <a:rPr lang="ko-KR" altLang="en-US" dirty="0"/>
              <a:t>키오스크 영상</a:t>
            </a:r>
          </a:p>
        </p:txBody>
      </p:sp>
      <p:sp>
        <p:nvSpPr>
          <p:cNvPr id="9" name="텍스트 개체 틀 8">
            <a:extLst>
              <a:ext uri="{FF2B5EF4-FFF2-40B4-BE49-F238E27FC236}">
                <a16:creationId xmlns:a16="http://schemas.microsoft.com/office/drawing/2014/main" id="{5372DB36-11D2-DB1A-8732-97837A5F1F9F}"/>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6975524A-E694-D742-AAB7-CF17A9CD0A3B}"/>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8A53008C-36E9-8EE5-24E7-1566AF6F3B58}"/>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8A13C345-82EC-29E9-8A33-F8307AAC5814}"/>
              </a:ext>
            </a:extLst>
          </p:cNvPr>
          <p:cNvSpPr txBox="1"/>
          <p:nvPr/>
        </p:nvSpPr>
        <p:spPr>
          <a:xfrm>
            <a:off x="1076393" y="1190782"/>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키오스크 영상</a:t>
            </a:r>
          </a:p>
        </p:txBody>
      </p:sp>
      <p:graphicFrame>
        <p:nvGraphicFramePr>
          <p:cNvPr id="13" name="표 12">
            <a:extLst>
              <a:ext uri="{FF2B5EF4-FFF2-40B4-BE49-F238E27FC236}">
                <a16:creationId xmlns:a16="http://schemas.microsoft.com/office/drawing/2014/main" id="{06AEE996-B347-6A86-9814-3B8B101CB21B}"/>
              </a:ext>
            </a:extLst>
          </p:cNvPr>
          <p:cNvGraphicFramePr>
            <a:graphicFrameLocks noGrp="1"/>
          </p:cNvGraphicFramePr>
          <p:nvPr>
            <p:extLst>
              <p:ext uri="{D42A27DB-BD31-4B8C-83A1-F6EECF244321}">
                <p14:modId xmlns:p14="http://schemas.microsoft.com/office/powerpoint/2010/main" val="2039390476"/>
              </p:ext>
            </p:extLst>
          </p:nvPr>
        </p:nvGraphicFramePr>
        <p:xfrm>
          <a:off x="8257998" y="755896"/>
          <a:ext cx="3776677" cy="2205017"/>
        </p:xfrm>
        <a:graphic>
          <a:graphicData uri="http://schemas.openxmlformats.org/drawingml/2006/table">
            <a:tbl>
              <a:tblPr firstRow="1" bandRow="1">
                <a:tableStyleId>{5C22544A-7EE6-4342-B048-85BDC9FD1C3A}</a:tableStyleId>
              </a:tblPr>
              <a:tblGrid>
                <a:gridCol w="473973">
                  <a:extLst>
                    <a:ext uri="{9D8B030D-6E8A-4147-A177-3AD203B41FA5}">
                      <a16:colId xmlns:a16="http://schemas.microsoft.com/office/drawing/2014/main" val="3530039664"/>
                    </a:ext>
                  </a:extLst>
                </a:gridCol>
                <a:gridCol w="3302704">
                  <a:extLst>
                    <a:ext uri="{9D8B030D-6E8A-4147-A177-3AD203B41FA5}">
                      <a16:colId xmlns:a16="http://schemas.microsoft.com/office/drawing/2014/main" val="2911310704"/>
                    </a:ext>
                  </a:extLst>
                </a:gridCol>
              </a:tblGrid>
              <a:tr h="48193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사진</a:t>
                      </a:r>
                      <a:endParaRPr kumimoji="0" lang="en-US" altLang="ko-KR" sz="10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30944">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키오스크 영상</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10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카테고리 별 키오스크 영상 설명 이동</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631342">
                <a:tc>
                  <a:txBody>
                    <a:bodyPr/>
                    <a:lstStyle/>
                    <a:p>
                      <a:pPr algn="ctr" latinLnBrk="1"/>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360799">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F7087656-BAE2-7416-FD37-5F37688C95EA}"/>
              </a:ext>
            </a:extLst>
          </p:cNvPr>
          <p:cNvSpPr/>
          <p:nvPr/>
        </p:nvSpPr>
        <p:spPr>
          <a:xfrm>
            <a:off x="570906" y="381525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5" name="TextBox 14">
            <a:extLst>
              <a:ext uri="{FF2B5EF4-FFF2-40B4-BE49-F238E27FC236}">
                <a16:creationId xmlns:a16="http://schemas.microsoft.com/office/drawing/2014/main" id="{CCA1BC04-30C9-FA1C-1398-228E9DC46B89}"/>
              </a:ext>
            </a:extLst>
          </p:cNvPr>
          <p:cNvSpPr txBox="1"/>
          <p:nvPr/>
        </p:nvSpPr>
        <p:spPr>
          <a:xfrm>
            <a:off x="1748940" y="5605645"/>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C61219BB-CEE7-762B-F010-AFA080138C2C}"/>
              </a:ext>
            </a:extLst>
          </p:cNvPr>
          <p:cNvSpPr/>
          <p:nvPr/>
        </p:nvSpPr>
        <p:spPr>
          <a:xfrm rot="5400000">
            <a:off x="1866674" y="2947573"/>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12" name="그림 11">
            <a:extLst>
              <a:ext uri="{FF2B5EF4-FFF2-40B4-BE49-F238E27FC236}">
                <a16:creationId xmlns:a16="http://schemas.microsoft.com/office/drawing/2014/main" id="{DCE3A6B9-D7AE-6566-249C-6ECDA29705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526" y="1511294"/>
            <a:ext cx="2027194" cy="4317527"/>
          </a:xfrm>
          <a:prstGeom prst="rect">
            <a:avLst/>
          </a:prstGeom>
        </p:spPr>
      </p:pic>
      <p:pic>
        <p:nvPicPr>
          <p:cNvPr id="4" name="그림 3" descr="텍스트, 인간의 얼굴, 스크린샷, 웹사이트이(가) 표시된 사진&#10;&#10;AI가 생성한 콘텐츠는 부정확할 수 있습니다.">
            <a:extLst>
              <a:ext uri="{FF2B5EF4-FFF2-40B4-BE49-F238E27FC236}">
                <a16:creationId xmlns:a16="http://schemas.microsoft.com/office/drawing/2014/main" id="{25482A51-9DE8-C40A-394E-A236FA2186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08428" y="1316892"/>
            <a:ext cx="2027170" cy="4511929"/>
          </a:xfrm>
          <a:prstGeom prst="rect">
            <a:avLst/>
          </a:prstGeom>
        </p:spPr>
      </p:pic>
      <p:sp>
        <p:nvSpPr>
          <p:cNvPr id="20" name="타원 19">
            <a:extLst>
              <a:ext uri="{FF2B5EF4-FFF2-40B4-BE49-F238E27FC236}">
                <a16:creationId xmlns:a16="http://schemas.microsoft.com/office/drawing/2014/main" id="{FE0E8E61-D2CC-493C-36F2-A7F4715DCCFB}"/>
              </a:ext>
            </a:extLst>
          </p:cNvPr>
          <p:cNvSpPr/>
          <p:nvPr/>
        </p:nvSpPr>
        <p:spPr>
          <a:xfrm>
            <a:off x="4000291" y="120875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pic>
        <p:nvPicPr>
          <p:cNvPr id="11" name="그림 10" descr="텍스트, 스크린샷, 폰트, 화이트이(가) 표시된 사진&#10;&#10;AI가 생성한 콘텐츠는 부정확할 수 있습니다.">
            <a:extLst>
              <a:ext uri="{FF2B5EF4-FFF2-40B4-BE49-F238E27FC236}">
                <a16:creationId xmlns:a16="http://schemas.microsoft.com/office/drawing/2014/main" id="{9AA456B3-0473-AFD4-647D-67BE7C3A52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0767" y="1511292"/>
            <a:ext cx="2016954" cy="4294408"/>
          </a:xfrm>
          <a:prstGeom prst="rect">
            <a:avLst/>
          </a:prstGeom>
        </p:spPr>
      </p:pic>
      <p:sp>
        <p:nvSpPr>
          <p:cNvPr id="17" name="왼쪽 중괄호 16">
            <a:extLst>
              <a:ext uri="{FF2B5EF4-FFF2-40B4-BE49-F238E27FC236}">
                <a16:creationId xmlns:a16="http://schemas.microsoft.com/office/drawing/2014/main" id="{731343BD-071D-75D4-F9F2-9B476C628B86}"/>
              </a:ext>
            </a:extLst>
          </p:cNvPr>
          <p:cNvSpPr/>
          <p:nvPr/>
        </p:nvSpPr>
        <p:spPr>
          <a:xfrm>
            <a:off x="799309" y="2225268"/>
            <a:ext cx="313624" cy="3380378"/>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 name="TextBox 2">
            <a:extLst>
              <a:ext uri="{FF2B5EF4-FFF2-40B4-BE49-F238E27FC236}">
                <a16:creationId xmlns:a16="http://schemas.microsoft.com/office/drawing/2014/main" id="{FC963431-7FBF-1DB1-70EC-AD7DA118D7CD}"/>
              </a:ext>
            </a:extLst>
          </p:cNvPr>
          <p:cNvSpPr txBox="1"/>
          <p:nvPr/>
        </p:nvSpPr>
        <p:spPr>
          <a:xfrm>
            <a:off x="0" y="3767257"/>
            <a:ext cx="1188010" cy="276999"/>
          </a:xfrm>
          <a:prstGeom prst="rect">
            <a:avLst/>
          </a:prstGeom>
          <a:noFill/>
        </p:spPr>
        <p:txBody>
          <a:bodyPr wrap="square" rtlCol="0">
            <a:spAutoFit/>
          </a:bodyPr>
          <a:lstStyle/>
          <a:p>
            <a:r>
              <a:rPr kumimoji="1" lang="en-US" altLang="ko-KR" sz="1200" dirty="0"/>
              <a:t>Button</a:t>
            </a:r>
            <a:endParaRPr kumimoji="1" lang="ko-KR" altLang="en-US" sz="1200" dirty="0"/>
          </a:p>
        </p:txBody>
      </p:sp>
      <p:sp>
        <p:nvSpPr>
          <p:cNvPr id="6" name="TextBox 5">
            <a:extLst>
              <a:ext uri="{FF2B5EF4-FFF2-40B4-BE49-F238E27FC236}">
                <a16:creationId xmlns:a16="http://schemas.microsoft.com/office/drawing/2014/main" id="{2DBF061D-4A50-796E-048D-9DA7EA07657F}"/>
              </a:ext>
            </a:extLst>
          </p:cNvPr>
          <p:cNvSpPr txBox="1"/>
          <p:nvPr/>
        </p:nvSpPr>
        <p:spPr>
          <a:xfrm>
            <a:off x="3934003" y="980991"/>
            <a:ext cx="1188010" cy="276999"/>
          </a:xfrm>
          <a:prstGeom prst="rect">
            <a:avLst/>
          </a:prstGeom>
          <a:noFill/>
        </p:spPr>
        <p:txBody>
          <a:bodyPr wrap="square" rtlCol="0">
            <a:spAutoFit/>
          </a:bodyPr>
          <a:lstStyle/>
          <a:p>
            <a:r>
              <a:rPr kumimoji="1" lang="en-US" altLang="ko-KR" sz="1200" dirty="0"/>
              <a:t>Kiosk page</a:t>
            </a:r>
            <a:endParaRPr kumimoji="1" lang="ko-KR" altLang="en-US" sz="1200" dirty="0"/>
          </a:p>
        </p:txBody>
      </p:sp>
    </p:spTree>
    <p:extLst>
      <p:ext uri="{BB962C8B-B14F-4D97-AF65-F5344CB8AC3E}">
        <p14:creationId xmlns:p14="http://schemas.microsoft.com/office/powerpoint/2010/main" val="4227968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그림 25">
            <a:extLst>
              <a:ext uri="{FF2B5EF4-FFF2-40B4-BE49-F238E27FC236}">
                <a16:creationId xmlns:a16="http://schemas.microsoft.com/office/drawing/2014/main" id="{AE8E65BA-F854-71A7-686E-D196862C13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4356" y="1160417"/>
            <a:ext cx="2579964" cy="5124683"/>
          </a:xfrm>
          <a:prstGeom prst="rect">
            <a:avLst/>
          </a:prstGeom>
          <a:ln>
            <a:solidFill>
              <a:schemeClr val="tx1"/>
            </a:solidFill>
          </a:ln>
        </p:spPr>
      </p:pic>
      <p:sp>
        <p:nvSpPr>
          <p:cNvPr id="3" name="제목 2">
            <a:extLst>
              <a:ext uri="{FF2B5EF4-FFF2-40B4-BE49-F238E27FC236}">
                <a16:creationId xmlns:a16="http://schemas.microsoft.com/office/drawing/2014/main" id="{A7FE2A37-A5F2-8010-2A01-84154BC19A2B}"/>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a:t>근처 찾기</a:t>
            </a:r>
            <a:endParaRPr lang="ko-KR" altLang="en-US" dirty="0"/>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4" name="텍스트 개체 틀 3">
            <a:extLst>
              <a:ext uri="{FF2B5EF4-FFF2-40B4-BE49-F238E27FC236}">
                <a16:creationId xmlns:a16="http://schemas.microsoft.com/office/drawing/2014/main" id="{CB241259-D235-6E73-E424-933C3F58CDA7}"/>
              </a:ext>
            </a:extLst>
          </p:cNvPr>
          <p:cNvSpPr>
            <a:spLocks noGrp="1"/>
          </p:cNvSpPr>
          <p:nvPr>
            <p:ph type="body" sz="quarter" idx="16"/>
          </p:nvPr>
        </p:nvSpPr>
        <p:spPr/>
        <p:txBody>
          <a:bodyPr/>
          <a:lstStyle/>
          <a:p>
            <a:endParaRPr lang="ko-KR" altLang="en-US"/>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1431837844"/>
              </p:ext>
            </p:extLst>
          </p:nvPr>
        </p:nvGraphicFramePr>
        <p:xfrm>
          <a:off x="8297755" y="755897"/>
          <a:ext cx="3740110" cy="2442562"/>
        </p:xfrm>
        <a:graphic>
          <a:graphicData uri="http://schemas.openxmlformats.org/drawingml/2006/table">
            <a:tbl>
              <a:tblPr firstRow="1" bandRow="1">
                <a:tableStyleId>{5C22544A-7EE6-4342-B048-85BDC9FD1C3A}</a:tableStyleId>
              </a:tblPr>
              <a:tblGrid>
                <a:gridCol w="469384">
                  <a:extLst>
                    <a:ext uri="{9D8B030D-6E8A-4147-A177-3AD203B41FA5}">
                      <a16:colId xmlns:a16="http://schemas.microsoft.com/office/drawing/2014/main" val="3530039664"/>
                    </a:ext>
                  </a:extLst>
                </a:gridCol>
                <a:gridCol w="3270726">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주변 찾기의 첫 페이지</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a:solidFill>
                            <a:schemeClr val="tx1"/>
                          </a:solidFill>
                          <a:latin typeface="나눔고딕" panose="020D0604000000000000" pitchFamily="50" charset="-127"/>
                          <a:ea typeface="나눔고딕" panose="020D0604000000000000" pitchFamily="50" charset="-127"/>
                        </a:rPr>
                        <a:t>장소 카테고리</a:t>
                      </a:r>
                      <a:endParaRPr lang="en-US" altLang="ko-KR" sz="700" b="1"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병원</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경로당</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쉼터 선택 가능하다</a:t>
                      </a:r>
                      <a:r>
                        <a:rPr lang="en-US" altLang="ko-KR" sz="700" b="0" spc="0" baseline="0">
                          <a:solidFill>
                            <a:schemeClr val="tx1"/>
                          </a:solidFill>
                          <a:latin typeface="나눔고딕" panose="020D0604000000000000" pitchFamily="50" charset="-127"/>
                          <a:ea typeface="나눔고딕" panose="020D0604000000000000" pitchFamily="50" charset="-127"/>
                        </a:rPr>
                        <a:t>.</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35" name="왼쪽 중괄호 34">
            <a:extLst>
              <a:ext uri="{FF2B5EF4-FFF2-40B4-BE49-F238E27FC236}">
                <a16:creationId xmlns:a16="http://schemas.microsoft.com/office/drawing/2014/main" id="{E58AE4C6-6F33-FB6E-FC28-8923809B7252}"/>
              </a:ext>
            </a:extLst>
          </p:cNvPr>
          <p:cNvSpPr/>
          <p:nvPr/>
        </p:nvSpPr>
        <p:spPr>
          <a:xfrm rot="16200000">
            <a:off x="5210795" y="892789"/>
            <a:ext cx="293249" cy="2249326"/>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6" name="타원 15">
            <a:extLst>
              <a:ext uri="{FF2B5EF4-FFF2-40B4-BE49-F238E27FC236}">
                <a16:creationId xmlns:a16="http://schemas.microsoft.com/office/drawing/2014/main" id="{1BD7F0F3-6AB9-2E97-A1D9-E1740BAB0E77}"/>
              </a:ext>
            </a:extLst>
          </p:cNvPr>
          <p:cNvSpPr/>
          <p:nvPr/>
        </p:nvSpPr>
        <p:spPr>
          <a:xfrm>
            <a:off x="5254888" y="221337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560247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1DBC26B9-9116-73FD-5361-40342771D9C0}"/>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5469C861-4659-50FA-A60F-6798C767E4CE}"/>
              </a:ext>
            </a:extLst>
          </p:cNvPr>
          <p:cNvSpPr>
            <a:spLocks noGrp="1"/>
          </p:cNvSpPr>
          <p:nvPr>
            <p:ph type="body" sz="quarter" idx="13"/>
          </p:nvPr>
        </p:nvSpPr>
        <p:spPr/>
        <p:txBody>
          <a:bodyPr/>
          <a:lstStyle/>
          <a:p>
            <a:r>
              <a:rPr lang="ko-KR" altLang="en-US"/>
              <a:t>주변 찾기</a:t>
            </a:r>
            <a:r>
              <a:rPr lang="en-US" altLang="ko-KR"/>
              <a:t>-</a:t>
            </a:r>
            <a:r>
              <a:rPr lang="ko-KR" altLang="en-US"/>
              <a:t>병원 버튼 클릭</a:t>
            </a:r>
          </a:p>
        </p:txBody>
      </p:sp>
      <p:sp>
        <p:nvSpPr>
          <p:cNvPr id="11" name="텍스트 개체 틀 10">
            <a:extLst>
              <a:ext uri="{FF2B5EF4-FFF2-40B4-BE49-F238E27FC236}">
                <a16:creationId xmlns:a16="http://schemas.microsoft.com/office/drawing/2014/main" id="{3FC74AAD-A613-9B94-A9F7-2C3FE1C693EC}"/>
              </a:ext>
            </a:extLst>
          </p:cNvPr>
          <p:cNvSpPr>
            <a:spLocks noGrp="1"/>
          </p:cNvSpPr>
          <p:nvPr>
            <p:ph type="body" sz="quarter" idx="15"/>
          </p:nvPr>
        </p:nvSpPr>
        <p:spPr/>
        <p:txBody>
          <a:bodyPr/>
          <a:lstStyle/>
          <a:p>
            <a:endParaRPr lang="ko-KR" altLang="en-US"/>
          </a:p>
        </p:txBody>
      </p:sp>
      <p:sp>
        <p:nvSpPr>
          <p:cNvPr id="12" name="텍스트 개체 틀 11">
            <a:extLst>
              <a:ext uri="{FF2B5EF4-FFF2-40B4-BE49-F238E27FC236}">
                <a16:creationId xmlns:a16="http://schemas.microsoft.com/office/drawing/2014/main" id="{C5DACFF2-F2FC-9D39-3412-52BD3C4E37F1}"/>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5D1123D9-4CA4-D463-6151-13FB0FCDB0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2900" y="1180147"/>
            <a:ext cx="2537371" cy="5040078"/>
          </a:xfrm>
          <a:prstGeom prst="rect">
            <a:avLst/>
          </a:prstGeom>
          <a:ln>
            <a:solidFill>
              <a:schemeClr val="tx1"/>
            </a:solidFill>
          </a:ln>
        </p:spPr>
      </p:pic>
      <p:graphicFrame>
        <p:nvGraphicFramePr>
          <p:cNvPr id="8" name="표 7">
            <a:extLst>
              <a:ext uri="{FF2B5EF4-FFF2-40B4-BE49-F238E27FC236}">
                <a16:creationId xmlns:a16="http://schemas.microsoft.com/office/drawing/2014/main" id="{74E2E9AD-6834-0887-4B4C-F68F9261542B}"/>
              </a:ext>
            </a:extLst>
          </p:cNvPr>
          <p:cNvGraphicFramePr>
            <a:graphicFrameLocks noGrp="1"/>
          </p:cNvGraphicFramePr>
          <p:nvPr>
            <p:extLst>
              <p:ext uri="{D42A27DB-BD31-4B8C-83A1-F6EECF244321}">
                <p14:modId xmlns:p14="http://schemas.microsoft.com/office/powerpoint/2010/main" val="4056963242"/>
              </p:ext>
            </p:extLst>
          </p:nvPr>
        </p:nvGraphicFramePr>
        <p:xfrm>
          <a:off x="8280717" y="755897"/>
          <a:ext cx="3757148" cy="1364024"/>
        </p:xfrm>
        <a:graphic>
          <a:graphicData uri="http://schemas.openxmlformats.org/drawingml/2006/table">
            <a:tbl>
              <a:tblPr firstRow="1" bandRow="1">
                <a:tableStyleId>{5C22544A-7EE6-4342-B048-85BDC9FD1C3A}</a:tableStyleId>
              </a:tblPr>
              <a:tblGrid>
                <a:gridCol w="471522">
                  <a:extLst>
                    <a:ext uri="{9D8B030D-6E8A-4147-A177-3AD203B41FA5}">
                      <a16:colId xmlns:a16="http://schemas.microsoft.com/office/drawing/2014/main" val="3530039664"/>
                    </a:ext>
                  </a:extLst>
                </a:gridCol>
                <a:gridCol w="3285626">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카테고리 중 하나 선택했을 때 버튼의 배경색이 변경된다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indent="0" algn="l" latinLnBrk="1">
                        <a:lnSpc>
                          <a:spcPct val="100000"/>
                        </a:lnSpc>
                        <a:buFont typeface="Arial" panose="020B0604020202020204" pitchFamily="34" charset="0"/>
                        <a:buNone/>
                      </a:pP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병원 선택 시</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병원 버튼 배경 색상 변경</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장소들을 지도에 나타낸다</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지도에 병원들이 핀으로 생성</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9" name="왼쪽 중괄호 8">
            <a:extLst>
              <a:ext uri="{FF2B5EF4-FFF2-40B4-BE49-F238E27FC236}">
                <a16:creationId xmlns:a16="http://schemas.microsoft.com/office/drawing/2014/main" id="{DD51DC3C-4BA0-8F9F-29D4-FFC9BC6B55CB}"/>
              </a:ext>
            </a:extLst>
          </p:cNvPr>
          <p:cNvSpPr/>
          <p:nvPr/>
        </p:nvSpPr>
        <p:spPr>
          <a:xfrm rot="10800000">
            <a:off x="6574924" y="2134581"/>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타원 9">
            <a:extLst>
              <a:ext uri="{FF2B5EF4-FFF2-40B4-BE49-F238E27FC236}">
                <a16:creationId xmlns:a16="http://schemas.microsoft.com/office/drawing/2014/main" id="{C64866E1-05D9-02F9-4EBC-28839E8C9778}"/>
              </a:ext>
            </a:extLst>
          </p:cNvPr>
          <p:cNvSpPr/>
          <p:nvPr/>
        </p:nvSpPr>
        <p:spPr>
          <a:xfrm>
            <a:off x="6857226" y="286662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738098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그림 22">
            <a:extLst>
              <a:ext uri="{FF2B5EF4-FFF2-40B4-BE49-F238E27FC236}">
                <a16:creationId xmlns:a16="http://schemas.microsoft.com/office/drawing/2014/main" id="{48742242-01A0-D40A-D913-E8E3F6843C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8434" y="1144830"/>
            <a:ext cx="2506303" cy="4978367"/>
          </a:xfrm>
          <a:prstGeom prst="rect">
            <a:avLst/>
          </a:prstGeom>
          <a:ln>
            <a:solidFill>
              <a:schemeClr val="tx1"/>
            </a:solidFill>
          </a:ln>
        </p:spPr>
      </p:pic>
      <p:sp>
        <p:nvSpPr>
          <p:cNvPr id="6" name="제목 5">
            <a:extLst>
              <a:ext uri="{FF2B5EF4-FFF2-40B4-BE49-F238E27FC236}">
                <a16:creationId xmlns:a16="http://schemas.microsoft.com/office/drawing/2014/main" id="{BB541B84-1F53-4C2D-4EC7-9F5669589176}"/>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7E7E07DC-70CB-1817-25C2-3CC7DE795CA3}"/>
              </a:ext>
            </a:extLst>
          </p:cNvPr>
          <p:cNvSpPr>
            <a:spLocks noGrp="1"/>
          </p:cNvSpPr>
          <p:nvPr>
            <p:ph type="body" sz="quarter" idx="13"/>
          </p:nvPr>
        </p:nvSpPr>
        <p:spPr/>
        <p:txBody>
          <a:bodyPr/>
          <a:lstStyle/>
          <a:p>
            <a:r>
              <a:rPr lang="ko-KR" altLang="en-US"/>
              <a:t>주변찾기</a:t>
            </a:r>
            <a:r>
              <a:rPr lang="en-US" altLang="ko-KR"/>
              <a:t>-</a:t>
            </a:r>
            <a:r>
              <a:rPr lang="ko-KR" altLang="en-US"/>
              <a:t>장소 선택</a:t>
            </a:r>
          </a:p>
        </p:txBody>
      </p:sp>
      <p:sp>
        <p:nvSpPr>
          <p:cNvPr id="7" name="텍스트 개체 틀 6">
            <a:extLst>
              <a:ext uri="{FF2B5EF4-FFF2-40B4-BE49-F238E27FC236}">
                <a16:creationId xmlns:a16="http://schemas.microsoft.com/office/drawing/2014/main" id="{E44DDFF9-8C3E-929A-E89B-85F0D6B575D1}"/>
              </a:ext>
            </a:extLst>
          </p:cNvPr>
          <p:cNvSpPr>
            <a:spLocks noGrp="1"/>
          </p:cNvSpPr>
          <p:nvPr>
            <p:ph type="body" sz="quarter" idx="15"/>
          </p:nvPr>
        </p:nvSpPr>
        <p:spPr/>
        <p:txBody>
          <a:bodyPr/>
          <a:lstStyle/>
          <a:p>
            <a:endParaRPr lang="ko-KR" altLang="en-US"/>
          </a:p>
        </p:txBody>
      </p:sp>
      <p:sp>
        <p:nvSpPr>
          <p:cNvPr id="8" name="텍스트 개체 틀 7">
            <a:extLst>
              <a:ext uri="{FF2B5EF4-FFF2-40B4-BE49-F238E27FC236}">
                <a16:creationId xmlns:a16="http://schemas.microsoft.com/office/drawing/2014/main" id="{FC81D033-CDB5-B5AA-0CB0-34E2480F7EAB}"/>
              </a:ext>
            </a:extLst>
          </p:cNvPr>
          <p:cNvSpPr>
            <a:spLocks noGrp="1"/>
          </p:cNvSpPr>
          <p:nvPr>
            <p:ph type="body" sz="quarter" idx="16"/>
          </p:nvPr>
        </p:nvSpPr>
        <p:spPr/>
        <p:txBody>
          <a:bodyPr/>
          <a:lstStyle/>
          <a:p>
            <a:endParaRPr lang="ko-KR" altLang="en-US"/>
          </a:p>
        </p:txBody>
      </p:sp>
      <p:graphicFrame>
        <p:nvGraphicFramePr>
          <p:cNvPr id="14" name="표 13">
            <a:extLst>
              <a:ext uri="{FF2B5EF4-FFF2-40B4-BE49-F238E27FC236}">
                <a16:creationId xmlns:a16="http://schemas.microsoft.com/office/drawing/2014/main" id="{A4030592-9EFF-E201-F4CE-313888397D76}"/>
              </a:ext>
            </a:extLst>
          </p:cNvPr>
          <p:cNvGraphicFramePr>
            <a:graphicFrameLocks noGrp="1"/>
          </p:cNvGraphicFramePr>
          <p:nvPr>
            <p:extLst>
              <p:ext uri="{D42A27DB-BD31-4B8C-83A1-F6EECF244321}">
                <p14:modId xmlns:p14="http://schemas.microsoft.com/office/powerpoint/2010/main" val="523202513"/>
              </p:ext>
            </p:extLst>
          </p:nvPr>
        </p:nvGraphicFramePr>
        <p:xfrm>
          <a:off x="8275037" y="755897"/>
          <a:ext cx="3762828" cy="2936892"/>
        </p:xfrm>
        <a:graphic>
          <a:graphicData uri="http://schemas.openxmlformats.org/drawingml/2006/table">
            <a:tbl>
              <a:tblPr firstRow="1" bandRow="1">
                <a:tableStyleId>{5C22544A-7EE6-4342-B048-85BDC9FD1C3A}</a:tableStyleId>
              </a:tblPr>
              <a:tblGrid>
                <a:gridCol w="472235">
                  <a:extLst>
                    <a:ext uri="{9D8B030D-6E8A-4147-A177-3AD203B41FA5}">
                      <a16:colId xmlns:a16="http://schemas.microsoft.com/office/drawing/2014/main" val="3530039664"/>
                    </a:ext>
                  </a:extLst>
                </a:gridCol>
                <a:gridCol w="329059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700" b="0" spc="0" baseline="0">
                          <a:solidFill>
                            <a:schemeClr val="tx1"/>
                          </a:solidFill>
                          <a:latin typeface="나눔고딕" panose="020D0604000000000000" pitchFamily="50" charset="-127"/>
                          <a:ea typeface="나눔고딕" panose="020D0604000000000000" pitchFamily="50" charset="-127"/>
                        </a:rPr>
                        <a:t>해당 장소를 선택하면 </a:t>
                      </a:r>
                      <a:r>
                        <a:rPr lang="en-US" altLang="ko-KR" sz="700" b="0" spc="0" baseline="0">
                          <a:solidFill>
                            <a:schemeClr val="tx1"/>
                          </a:solidFill>
                          <a:latin typeface="나눔고딕" panose="020D0604000000000000" pitchFamily="50" charset="-127"/>
                          <a:ea typeface="나눔고딕" panose="020D0604000000000000" pitchFamily="50" charset="-127"/>
                        </a:rPr>
                        <a:t>pin</a:t>
                      </a:r>
                      <a:r>
                        <a:rPr lang="ko-KR" altLang="en-US" sz="700" b="0" spc="0" baseline="0">
                          <a:solidFill>
                            <a:schemeClr val="tx1"/>
                          </a:solidFill>
                          <a:latin typeface="나눔고딕" panose="020D0604000000000000" pitchFamily="50" charset="-127"/>
                          <a:ea typeface="나눔고딕" panose="020D0604000000000000" pitchFamily="50" charset="-127"/>
                        </a:rPr>
                        <a:t>의 크기가 커진다</a:t>
                      </a:r>
                      <a:r>
                        <a:rPr lang="en-US" altLang="ko-KR" sz="700" b="0" spc="0" baseline="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장고 중 하나를 클릭하면 장소에 관련된 정보가 나타난다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a:solidFill>
                            <a:schemeClr val="tx1"/>
                          </a:solidFill>
                          <a:latin typeface="나눔고딕" panose="020D0604000000000000" pitchFamily="50" charset="-127"/>
                          <a:ea typeface="나눔고딕" panose="020D0604000000000000" pitchFamily="50" charset="-127"/>
                        </a:rPr>
                        <a:t>선택한 장소의 정보를 보여준다</a:t>
                      </a:r>
                      <a:r>
                        <a:rPr lang="en-US" altLang="ko-KR" sz="700" b="0" spc="0" baseline="0">
                          <a:solidFill>
                            <a:schemeClr val="tx1"/>
                          </a:solidFill>
                          <a:latin typeface="나눔고딕" panose="020D0604000000000000" pitchFamily="50" charset="-127"/>
                          <a:ea typeface="나눔고딕" panose="020D0604000000000000" pitchFamily="50" charset="-127"/>
                        </a:rPr>
                        <a:t>.</a:t>
                      </a: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영업시간</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전화번호 등</a:t>
                      </a:r>
                      <a:endParaRPr lang="en-US" altLang="ko-KR" sz="700" b="0" spc="0" baseline="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0" spc="0" baseline="0">
                          <a:solidFill>
                            <a:schemeClr val="tx1"/>
                          </a:solidFill>
                          <a:latin typeface="나눔고딕" panose="020D0604000000000000" pitchFamily="50" charset="-127"/>
                          <a:ea typeface="나눔고딕" panose="020D0604000000000000" pitchFamily="50" charset="-127"/>
                        </a:rPr>
                        <a:t>해당 장소의 길찾기 안내 버튼</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버튼 클릭 시 길안내가 시작된다</a:t>
                      </a:r>
                      <a:r>
                        <a:rPr lang="en-US" altLang="ko-KR" sz="700" b="0" spc="0" baseline="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9433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0" spc="0" baseline="0">
                          <a:solidFill>
                            <a:schemeClr val="tx1"/>
                          </a:solidFill>
                          <a:latin typeface="나눔고딕" panose="020D0604000000000000" pitchFamily="50" charset="-127"/>
                          <a:ea typeface="나눔고딕" panose="020D0604000000000000" pitchFamily="50" charset="-127"/>
                        </a:rPr>
                        <a:t>해당 장소에 전화 할 수 있는 버튼</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버튼 클릭 시 전화 어플로 연결된다</a:t>
                      </a:r>
                      <a:r>
                        <a:rPr lang="en-US" altLang="ko-KR" sz="700" b="0" spc="0" baseline="0">
                          <a:solidFill>
                            <a:schemeClr val="tx1"/>
                          </a:solidFill>
                          <a:latin typeface="나눔고딕" panose="020D0604000000000000" pitchFamily="50" charset="-127"/>
                          <a:ea typeface="나눔고딕" panose="020D0604000000000000" pitchFamily="50" charset="-127"/>
                        </a:rPr>
                        <a:t>.</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5826149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5" name="왼쪽 중괄호 14">
            <a:extLst>
              <a:ext uri="{FF2B5EF4-FFF2-40B4-BE49-F238E27FC236}">
                <a16:creationId xmlns:a16="http://schemas.microsoft.com/office/drawing/2014/main" id="{C385192A-765D-D908-11DA-46407AAD2738}"/>
              </a:ext>
            </a:extLst>
          </p:cNvPr>
          <p:cNvSpPr/>
          <p:nvPr/>
        </p:nvSpPr>
        <p:spPr>
          <a:xfrm rot="10800000">
            <a:off x="6574924" y="4515596"/>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6" name="타원 15">
            <a:extLst>
              <a:ext uri="{FF2B5EF4-FFF2-40B4-BE49-F238E27FC236}">
                <a16:creationId xmlns:a16="http://schemas.microsoft.com/office/drawing/2014/main" id="{E50DB00F-F60B-9100-9DB3-01C7F9103B57}"/>
              </a:ext>
            </a:extLst>
          </p:cNvPr>
          <p:cNvSpPr/>
          <p:nvPr/>
        </p:nvSpPr>
        <p:spPr>
          <a:xfrm>
            <a:off x="6857226" y="524764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7" name="왼쪽 중괄호 16">
            <a:extLst>
              <a:ext uri="{FF2B5EF4-FFF2-40B4-BE49-F238E27FC236}">
                <a16:creationId xmlns:a16="http://schemas.microsoft.com/office/drawing/2014/main" id="{32D94FEA-36DA-EA8A-47E5-19AC8FD11C01}"/>
              </a:ext>
            </a:extLst>
          </p:cNvPr>
          <p:cNvSpPr/>
          <p:nvPr/>
        </p:nvSpPr>
        <p:spPr>
          <a:xfrm rot="16200000">
            <a:off x="4538688" y="5355481"/>
            <a:ext cx="231884" cy="1016525"/>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8" name="타원 17">
            <a:extLst>
              <a:ext uri="{FF2B5EF4-FFF2-40B4-BE49-F238E27FC236}">
                <a16:creationId xmlns:a16="http://schemas.microsoft.com/office/drawing/2014/main" id="{5695FB15-3860-DADD-03AA-9A487BCCDFF0}"/>
              </a:ext>
            </a:extLst>
          </p:cNvPr>
          <p:cNvSpPr/>
          <p:nvPr/>
        </p:nvSpPr>
        <p:spPr>
          <a:xfrm>
            <a:off x="4546493" y="601506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
        <p:nvSpPr>
          <p:cNvPr id="20" name="왼쪽 중괄호 19">
            <a:extLst>
              <a:ext uri="{FF2B5EF4-FFF2-40B4-BE49-F238E27FC236}">
                <a16:creationId xmlns:a16="http://schemas.microsoft.com/office/drawing/2014/main" id="{FE3128FE-4786-F819-3C3B-3D26EA8BBDE7}"/>
              </a:ext>
            </a:extLst>
          </p:cNvPr>
          <p:cNvSpPr/>
          <p:nvPr/>
        </p:nvSpPr>
        <p:spPr>
          <a:xfrm rot="16200000">
            <a:off x="5731945" y="5355481"/>
            <a:ext cx="231884" cy="1016525"/>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319E84A2-3AA7-E02B-6ADC-D9458438DC73}"/>
              </a:ext>
            </a:extLst>
          </p:cNvPr>
          <p:cNvSpPr/>
          <p:nvPr/>
        </p:nvSpPr>
        <p:spPr>
          <a:xfrm>
            <a:off x="5739750" y="599799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dirty="0">
              <a:latin typeface="Arial Black" panose="020B0A04020102020204" pitchFamily="34" charset="0"/>
            </a:endParaRPr>
          </a:p>
        </p:txBody>
      </p:sp>
      <p:sp>
        <p:nvSpPr>
          <p:cNvPr id="24" name="왼쪽 중괄호 23">
            <a:extLst>
              <a:ext uri="{FF2B5EF4-FFF2-40B4-BE49-F238E27FC236}">
                <a16:creationId xmlns:a16="http://schemas.microsoft.com/office/drawing/2014/main" id="{333A962D-2CD6-A40E-FC97-285724E15A77}"/>
              </a:ext>
            </a:extLst>
          </p:cNvPr>
          <p:cNvSpPr/>
          <p:nvPr/>
        </p:nvSpPr>
        <p:spPr>
          <a:xfrm rot="10800000">
            <a:off x="6574924" y="2270236"/>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5" name="타원 24">
            <a:extLst>
              <a:ext uri="{FF2B5EF4-FFF2-40B4-BE49-F238E27FC236}">
                <a16:creationId xmlns:a16="http://schemas.microsoft.com/office/drawing/2014/main" id="{5A4402AF-246A-6432-C918-2ECBBF768057}"/>
              </a:ext>
            </a:extLst>
          </p:cNvPr>
          <p:cNvSpPr/>
          <p:nvPr/>
        </p:nvSpPr>
        <p:spPr>
          <a:xfrm>
            <a:off x="6857226" y="300228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378944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98E00797-753F-BA53-BF7E-703DF1CC27FF}"/>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657F4C5C-C55C-5981-0008-855D9273E175}"/>
              </a:ext>
            </a:extLst>
          </p:cNvPr>
          <p:cNvSpPr>
            <a:spLocks noGrp="1"/>
          </p:cNvSpPr>
          <p:nvPr>
            <p:ph type="body" sz="quarter" idx="13"/>
          </p:nvPr>
        </p:nvSpPr>
        <p:spPr/>
        <p:txBody>
          <a:bodyPr/>
          <a:lstStyle/>
          <a:p>
            <a:r>
              <a:rPr lang="ko-KR" altLang="en-US"/>
              <a:t>장소 선택 </a:t>
            </a:r>
            <a:r>
              <a:rPr lang="en-US" altLang="ko-KR"/>
              <a:t>- </a:t>
            </a:r>
            <a:r>
              <a:rPr lang="ko-KR" altLang="en-US"/>
              <a:t>전화하기</a:t>
            </a:r>
          </a:p>
        </p:txBody>
      </p:sp>
      <p:sp>
        <p:nvSpPr>
          <p:cNvPr id="7" name="텍스트 개체 틀 6">
            <a:extLst>
              <a:ext uri="{FF2B5EF4-FFF2-40B4-BE49-F238E27FC236}">
                <a16:creationId xmlns:a16="http://schemas.microsoft.com/office/drawing/2014/main" id="{F0855D3D-9D3E-1070-E1C1-8A673E4F3A82}"/>
              </a:ext>
            </a:extLst>
          </p:cNvPr>
          <p:cNvSpPr>
            <a:spLocks noGrp="1"/>
          </p:cNvSpPr>
          <p:nvPr>
            <p:ph type="body" sz="quarter" idx="15"/>
          </p:nvPr>
        </p:nvSpPr>
        <p:spPr/>
        <p:txBody>
          <a:bodyPr/>
          <a:lstStyle/>
          <a:p>
            <a:endParaRPr lang="ko-KR" altLang="en-US"/>
          </a:p>
        </p:txBody>
      </p:sp>
      <p:sp>
        <p:nvSpPr>
          <p:cNvPr id="8" name="텍스트 개체 틀 7">
            <a:extLst>
              <a:ext uri="{FF2B5EF4-FFF2-40B4-BE49-F238E27FC236}">
                <a16:creationId xmlns:a16="http://schemas.microsoft.com/office/drawing/2014/main" id="{39F428E9-FA07-072A-8888-8E7F7B109636}"/>
              </a:ext>
            </a:extLst>
          </p:cNvPr>
          <p:cNvSpPr>
            <a:spLocks noGrp="1"/>
          </p:cNvSpPr>
          <p:nvPr>
            <p:ph type="body" sz="quarter" idx="16"/>
          </p:nvPr>
        </p:nvSpPr>
        <p:spPr/>
        <p:txBody>
          <a:bodyPr/>
          <a:lstStyle/>
          <a:p>
            <a:endParaRPr lang="ko-KR" altLang="en-US"/>
          </a:p>
        </p:txBody>
      </p:sp>
      <p:pic>
        <p:nvPicPr>
          <p:cNvPr id="9" name="그림 8">
            <a:extLst>
              <a:ext uri="{FF2B5EF4-FFF2-40B4-BE49-F238E27FC236}">
                <a16:creationId xmlns:a16="http://schemas.microsoft.com/office/drawing/2014/main" id="{4C46078E-9246-FCD4-2B90-782EC5C0B8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4429" y="1116080"/>
            <a:ext cx="2471280" cy="4908800"/>
          </a:xfrm>
          <a:prstGeom prst="rect">
            <a:avLst/>
          </a:prstGeom>
          <a:ln>
            <a:solidFill>
              <a:schemeClr val="tx1"/>
            </a:solidFill>
          </a:ln>
        </p:spPr>
      </p:pic>
      <p:graphicFrame>
        <p:nvGraphicFramePr>
          <p:cNvPr id="12" name="표 11">
            <a:extLst>
              <a:ext uri="{FF2B5EF4-FFF2-40B4-BE49-F238E27FC236}">
                <a16:creationId xmlns:a16="http://schemas.microsoft.com/office/drawing/2014/main" id="{82FF758C-4C2F-12AB-48A8-7550667A0064}"/>
              </a:ext>
            </a:extLst>
          </p:cNvPr>
          <p:cNvGraphicFramePr>
            <a:graphicFrameLocks noGrp="1"/>
          </p:cNvGraphicFramePr>
          <p:nvPr>
            <p:extLst>
              <p:ext uri="{D42A27DB-BD31-4B8C-83A1-F6EECF244321}">
                <p14:modId xmlns:p14="http://schemas.microsoft.com/office/powerpoint/2010/main" val="2751707002"/>
              </p:ext>
            </p:extLst>
          </p:nvPr>
        </p:nvGraphicFramePr>
        <p:xfrm>
          <a:off x="8292075" y="755897"/>
          <a:ext cx="3745789" cy="779816"/>
        </p:xfrm>
        <a:graphic>
          <a:graphicData uri="http://schemas.openxmlformats.org/drawingml/2006/table">
            <a:tbl>
              <a:tblPr firstRow="1" bandRow="1">
                <a:tableStyleId>{5C22544A-7EE6-4342-B048-85BDC9FD1C3A}</a:tableStyleId>
              </a:tblPr>
              <a:tblGrid>
                <a:gridCol w="470096">
                  <a:extLst>
                    <a:ext uri="{9D8B030D-6E8A-4147-A177-3AD203B41FA5}">
                      <a16:colId xmlns:a16="http://schemas.microsoft.com/office/drawing/2014/main" val="3530039664"/>
                    </a:ext>
                  </a:extLst>
                </a:gridCol>
                <a:gridCol w="327569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전화하기 버튼 클릭 시 전화 어플에 전화번호를 띄워준다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30064867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8805D7A-952B-4755-E37F-DB4AA897BEDD}"/>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C9D6A7B3-A47B-BD47-012C-D7B3303A5A96}"/>
              </a:ext>
            </a:extLst>
          </p:cNvPr>
          <p:cNvSpPr>
            <a:spLocks noGrp="1"/>
          </p:cNvSpPr>
          <p:nvPr>
            <p:ph type="body" sz="quarter" idx="13"/>
          </p:nvPr>
        </p:nvSpPr>
        <p:spPr/>
        <p:txBody>
          <a:bodyPr/>
          <a:lstStyle/>
          <a:p>
            <a:r>
              <a:rPr lang="ko-KR" altLang="en-US"/>
              <a:t>장소 선택 </a:t>
            </a:r>
            <a:r>
              <a:rPr lang="en-US" altLang="ko-KR"/>
              <a:t>- </a:t>
            </a:r>
            <a:r>
              <a:rPr lang="ko-KR" altLang="en-US"/>
              <a:t>길찾기</a:t>
            </a:r>
          </a:p>
        </p:txBody>
      </p:sp>
      <p:sp>
        <p:nvSpPr>
          <p:cNvPr id="6" name="텍스트 개체 틀 5">
            <a:extLst>
              <a:ext uri="{FF2B5EF4-FFF2-40B4-BE49-F238E27FC236}">
                <a16:creationId xmlns:a16="http://schemas.microsoft.com/office/drawing/2014/main" id="{589B1C6C-2861-1CCB-F8F4-04BF3CA95F77}"/>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31B191B4-264D-E764-0382-9E6381F3C8D4}"/>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60EA7787-CA51-708E-49FA-196D43C571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3610" y="1192883"/>
            <a:ext cx="2499109" cy="4964077"/>
          </a:xfrm>
          <a:prstGeom prst="rect">
            <a:avLst/>
          </a:prstGeom>
          <a:ln>
            <a:solidFill>
              <a:schemeClr val="tx1"/>
            </a:solidFill>
          </a:ln>
        </p:spPr>
      </p:pic>
      <p:graphicFrame>
        <p:nvGraphicFramePr>
          <p:cNvPr id="8" name="표 7">
            <a:extLst>
              <a:ext uri="{FF2B5EF4-FFF2-40B4-BE49-F238E27FC236}">
                <a16:creationId xmlns:a16="http://schemas.microsoft.com/office/drawing/2014/main" id="{609B2827-9FF1-2446-80D9-A20B9047D970}"/>
              </a:ext>
            </a:extLst>
          </p:cNvPr>
          <p:cNvGraphicFramePr>
            <a:graphicFrameLocks noGrp="1"/>
          </p:cNvGraphicFramePr>
          <p:nvPr>
            <p:extLst>
              <p:ext uri="{D42A27DB-BD31-4B8C-83A1-F6EECF244321}">
                <p14:modId xmlns:p14="http://schemas.microsoft.com/office/powerpoint/2010/main" val="3003057112"/>
              </p:ext>
            </p:extLst>
          </p:nvPr>
        </p:nvGraphicFramePr>
        <p:xfrm>
          <a:off x="8292075" y="755897"/>
          <a:ext cx="3745789" cy="779816"/>
        </p:xfrm>
        <a:graphic>
          <a:graphicData uri="http://schemas.openxmlformats.org/drawingml/2006/table">
            <a:tbl>
              <a:tblPr firstRow="1" bandRow="1">
                <a:tableStyleId>{5C22544A-7EE6-4342-B048-85BDC9FD1C3A}</a:tableStyleId>
              </a:tblPr>
              <a:tblGrid>
                <a:gridCol w="470096">
                  <a:extLst>
                    <a:ext uri="{9D8B030D-6E8A-4147-A177-3AD203B41FA5}">
                      <a16:colId xmlns:a16="http://schemas.microsoft.com/office/drawing/2014/main" val="3530039664"/>
                    </a:ext>
                  </a:extLst>
                </a:gridCol>
                <a:gridCol w="327569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길찾기</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클릭하면 길 안내를 시작한다</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4150339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A6D7AEA9-5D7F-4ADF-9BCC-DB59C5E9CD18}"/>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022B5199-0893-3981-D925-DBE17F2BA755}"/>
              </a:ext>
            </a:extLst>
          </p:cNvPr>
          <p:cNvSpPr>
            <a:spLocks noGrp="1"/>
          </p:cNvSpPr>
          <p:nvPr>
            <p:ph type="body" sz="quarter" idx="13"/>
          </p:nvPr>
        </p:nvSpPr>
        <p:spPr/>
        <p:txBody>
          <a:bodyPr/>
          <a:lstStyle/>
          <a:p>
            <a:r>
              <a:rPr lang="ko-KR" altLang="en-US"/>
              <a:t>메인페이지</a:t>
            </a:r>
          </a:p>
        </p:txBody>
      </p:sp>
      <p:sp>
        <p:nvSpPr>
          <p:cNvPr id="8" name="텍스트 개체 틀 7">
            <a:extLst>
              <a:ext uri="{FF2B5EF4-FFF2-40B4-BE49-F238E27FC236}">
                <a16:creationId xmlns:a16="http://schemas.microsoft.com/office/drawing/2014/main" id="{BA96DDA8-D38A-1B3A-52E3-3DE78F6B88E3}"/>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B6556965-8B03-BBE6-D10B-EF6273CA5501}"/>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C49A9E40-C1CD-F828-9D0B-CA1AC4A4B80A}"/>
              </a:ext>
            </a:extLst>
          </p:cNvPr>
          <p:cNvPicPr>
            <a:picLocks noChangeAspect="1"/>
          </p:cNvPicPr>
          <p:nvPr/>
        </p:nvPicPr>
        <p:blipFill>
          <a:blip r:embed="rId2"/>
          <a:srcRect t="1094" b="1313"/>
          <a:stretch/>
        </p:blipFill>
        <p:spPr>
          <a:xfrm>
            <a:off x="4082121" y="1116126"/>
            <a:ext cx="2379639" cy="5274514"/>
          </a:xfrm>
          <a:prstGeom prst="rect">
            <a:avLst/>
          </a:prstGeom>
          <a:ln>
            <a:solidFill>
              <a:schemeClr val="tx1"/>
            </a:solidFill>
          </a:ln>
        </p:spPr>
      </p:pic>
      <p:pic>
        <p:nvPicPr>
          <p:cNvPr id="10" name="그래픽 9" descr="오른쪽을 가리키는 검지">
            <a:extLst>
              <a:ext uri="{FF2B5EF4-FFF2-40B4-BE49-F238E27FC236}">
                <a16:creationId xmlns:a16="http://schemas.microsoft.com/office/drawing/2014/main" id="{33F91E75-DC69-20E3-7D63-0679BC13D43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84281" y="5085080"/>
            <a:ext cx="764199" cy="764199"/>
          </a:xfrm>
          <a:prstGeom prst="rect">
            <a:avLst/>
          </a:prstGeom>
        </p:spPr>
      </p:pic>
      <p:sp>
        <p:nvSpPr>
          <p:cNvPr id="11" name="직사각형 10">
            <a:extLst>
              <a:ext uri="{FF2B5EF4-FFF2-40B4-BE49-F238E27FC236}">
                <a16:creationId xmlns:a16="http://schemas.microsoft.com/office/drawing/2014/main" id="{0D70A5A5-901A-26CE-E804-8BEF6506A5B2}"/>
              </a:ext>
            </a:extLst>
          </p:cNvPr>
          <p:cNvSpPr/>
          <p:nvPr/>
        </p:nvSpPr>
        <p:spPr>
          <a:xfrm>
            <a:off x="4165600" y="5222240"/>
            <a:ext cx="965200" cy="103632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TextBox 11">
            <a:extLst>
              <a:ext uri="{FF2B5EF4-FFF2-40B4-BE49-F238E27FC236}">
                <a16:creationId xmlns:a16="http://schemas.microsoft.com/office/drawing/2014/main" id="{AA905CEB-5DA9-271E-2C1D-485AE80B3BAB}"/>
              </a:ext>
            </a:extLst>
          </p:cNvPr>
          <p:cNvSpPr txBox="1"/>
          <p:nvPr/>
        </p:nvSpPr>
        <p:spPr>
          <a:xfrm>
            <a:off x="2455183" y="5332695"/>
            <a:ext cx="1298281" cy="369332"/>
          </a:xfrm>
          <a:prstGeom prst="rect">
            <a:avLst/>
          </a:prstGeom>
          <a:noFill/>
        </p:spPr>
        <p:txBody>
          <a:bodyPr wrap="square" rtlCol="0">
            <a:spAutoFit/>
          </a:bodyPr>
          <a:lstStyle/>
          <a:p>
            <a:r>
              <a:rPr lang="ko-KR" altLang="en-US">
                <a:solidFill>
                  <a:srgbClr val="FF0000"/>
                </a:solidFill>
              </a:rPr>
              <a:t>버튼 클릭</a:t>
            </a:r>
          </a:p>
        </p:txBody>
      </p:sp>
      <p:graphicFrame>
        <p:nvGraphicFramePr>
          <p:cNvPr id="13" name="표 12">
            <a:extLst>
              <a:ext uri="{FF2B5EF4-FFF2-40B4-BE49-F238E27FC236}">
                <a16:creationId xmlns:a16="http://schemas.microsoft.com/office/drawing/2014/main" id="{55FC8669-5C4E-FD8C-D6DD-DE40938E760C}"/>
              </a:ext>
            </a:extLst>
          </p:cNvPr>
          <p:cNvGraphicFramePr>
            <a:graphicFrameLocks noGrp="1"/>
          </p:cNvGraphicFramePr>
          <p:nvPr>
            <p:extLst>
              <p:ext uri="{D42A27DB-BD31-4B8C-83A1-F6EECF244321}">
                <p14:modId xmlns:p14="http://schemas.microsoft.com/office/powerpoint/2010/main" val="3551605048"/>
              </p:ext>
            </p:extLst>
          </p:nvPr>
        </p:nvGraphicFramePr>
        <p:xfrm>
          <a:off x="8280717" y="755897"/>
          <a:ext cx="3757148" cy="779816"/>
        </p:xfrm>
        <a:graphic>
          <a:graphicData uri="http://schemas.openxmlformats.org/drawingml/2006/table">
            <a:tbl>
              <a:tblPr firstRow="1" bandRow="1">
                <a:tableStyleId>{5C22544A-7EE6-4342-B048-85BDC9FD1C3A}</a:tableStyleId>
              </a:tblPr>
              <a:tblGrid>
                <a:gridCol w="471522">
                  <a:extLst>
                    <a:ext uri="{9D8B030D-6E8A-4147-A177-3AD203B41FA5}">
                      <a16:colId xmlns:a16="http://schemas.microsoft.com/office/drawing/2014/main" val="3530039664"/>
                    </a:ext>
                  </a:extLst>
                </a:gridCol>
                <a:gridCol w="3285626">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메인페이지에서 문화센터 버튼을 클릭한다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4019350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F208BFC7-573E-2FAE-A4B7-370EC41D9A26}"/>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C9CCF5DF-8A17-BAB4-7D13-0C086960FDB2}"/>
              </a:ext>
            </a:extLst>
          </p:cNvPr>
          <p:cNvSpPr>
            <a:spLocks noGrp="1"/>
          </p:cNvSpPr>
          <p:nvPr>
            <p:ph type="body" sz="quarter" idx="13"/>
          </p:nvPr>
        </p:nvSpPr>
        <p:spPr/>
        <p:txBody>
          <a:bodyPr/>
          <a:lstStyle/>
          <a:p>
            <a:r>
              <a:rPr lang="ko-KR" altLang="en-US"/>
              <a:t>메인페이지 </a:t>
            </a:r>
            <a:r>
              <a:rPr lang="en-US" altLang="ko-KR"/>
              <a:t>– </a:t>
            </a:r>
            <a:r>
              <a:rPr lang="ko-KR" altLang="en-US"/>
              <a:t>문화센터 활동 사이트</a:t>
            </a:r>
          </a:p>
        </p:txBody>
      </p:sp>
      <p:sp>
        <p:nvSpPr>
          <p:cNvPr id="7" name="텍스트 개체 틀 6">
            <a:extLst>
              <a:ext uri="{FF2B5EF4-FFF2-40B4-BE49-F238E27FC236}">
                <a16:creationId xmlns:a16="http://schemas.microsoft.com/office/drawing/2014/main" id="{78571A38-9B0E-40D6-78BA-7004DB8BCDAD}"/>
              </a:ext>
            </a:extLst>
          </p:cNvPr>
          <p:cNvSpPr>
            <a:spLocks noGrp="1"/>
          </p:cNvSpPr>
          <p:nvPr>
            <p:ph type="body" sz="quarter" idx="15"/>
          </p:nvPr>
        </p:nvSpPr>
        <p:spPr/>
        <p:txBody>
          <a:bodyPr/>
          <a:lstStyle/>
          <a:p>
            <a:endParaRPr lang="ko-KR" altLang="en-US"/>
          </a:p>
        </p:txBody>
      </p:sp>
      <p:sp>
        <p:nvSpPr>
          <p:cNvPr id="8" name="텍스트 개체 틀 7">
            <a:extLst>
              <a:ext uri="{FF2B5EF4-FFF2-40B4-BE49-F238E27FC236}">
                <a16:creationId xmlns:a16="http://schemas.microsoft.com/office/drawing/2014/main" id="{4D26E79B-26FC-0BC6-E44D-262447672A5B}"/>
              </a:ext>
            </a:extLst>
          </p:cNvPr>
          <p:cNvSpPr>
            <a:spLocks noGrp="1"/>
          </p:cNvSpPr>
          <p:nvPr>
            <p:ph type="body" sz="quarter" idx="16"/>
          </p:nvPr>
        </p:nvSpPr>
        <p:spPr/>
        <p:txBody>
          <a:bodyPr/>
          <a:lstStyle/>
          <a:p>
            <a:endParaRPr lang="ko-KR" altLang="en-US"/>
          </a:p>
        </p:txBody>
      </p:sp>
      <p:pic>
        <p:nvPicPr>
          <p:cNvPr id="11" name="그림 10">
            <a:extLst>
              <a:ext uri="{FF2B5EF4-FFF2-40B4-BE49-F238E27FC236}">
                <a16:creationId xmlns:a16="http://schemas.microsoft.com/office/drawing/2014/main" id="{425E9F98-C4AB-058E-BFCF-08650ECA07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4985" y="1044747"/>
            <a:ext cx="2591684" cy="5147963"/>
          </a:xfrm>
          <a:prstGeom prst="rect">
            <a:avLst/>
          </a:prstGeom>
          <a:ln>
            <a:solidFill>
              <a:schemeClr val="tx1"/>
            </a:solidFill>
          </a:ln>
        </p:spPr>
      </p:pic>
      <p:graphicFrame>
        <p:nvGraphicFramePr>
          <p:cNvPr id="12" name="표 11">
            <a:extLst>
              <a:ext uri="{FF2B5EF4-FFF2-40B4-BE49-F238E27FC236}">
                <a16:creationId xmlns:a16="http://schemas.microsoft.com/office/drawing/2014/main" id="{B32C9190-67EC-E1AF-BEC3-3E03553EAA14}"/>
              </a:ext>
            </a:extLst>
          </p:cNvPr>
          <p:cNvGraphicFramePr>
            <a:graphicFrameLocks noGrp="1"/>
          </p:cNvGraphicFramePr>
          <p:nvPr>
            <p:extLst>
              <p:ext uri="{D42A27DB-BD31-4B8C-83A1-F6EECF244321}">
                <p14:modId xmlns:p14="http://schemas.microsoft.com/office/powerpoint/2010/main" val="1810026082"/>
              </p:ext>
            </p:extLst>
          </p:nvPr>
        </p:nvGraphicFramePr>
        <p:xfrm>
          <a:off x="8280717" y="755897"/>
          <a:ext cx="3757148" cy="779816"/>
        </p:xfrm>
        <a:graphic>
          <a:graphicData uri="http://schemas.openxmlformats.org/drawingml/2006/table">
            <a:tbl>
              <a:tblPr firstRow="1" bandRow="1">
                <a:tableStyleId>{5C22544A-7EE6-4342-B048-85BDC9FD1C3A}</a:tableStyleId>
              </a:tblPr>
              <a:tblGrid>
                <a:gridCol w="471522">
                  <a:extLst>
                    <a:ext uri="{9D8B030D-6E8A-4147-A177-3AD203B41FA5}">
                      <a16:colId xmlns:a16="http://schemas.microsoft.com/office/drawing/2014/main" val="3530039664"/>
                    </a:ext>
                  </a:extLst>
                </a:gridCol>
                <a:gridCol w="3285626">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메인페이지에서</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문화센터 버튼 클릭 시 문화센터 홈페이지로 이동한다</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2542276941"/>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FF0000"/>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25883</TotalTime>
  <Words>614</Words>
  <Application>Microsoft Office PowerPoint</Application>
  <PresentationFormat>와이드스크린</PresentationFormat>
  <Paragraphs>228</Paragraphs>
  <Slides>16</Slides>
  <Notes>0</Notes>
  <HiddenSlides>0</HiddenSlides>
  <MMClips>0</MMClips>
  <ScaleCrop>false</ScaleCrop>
  <HeadingPairs>
    <vt:vector size="6" baseType="variant">
      <vt:variant>
        <vt:lpstr>사용한 글꼴</vt:lpstr>
      </vt:variant>
      <vt:variant>
        <vt:i4>8</vt:i4>
      </vt:variant>
      <vt:variant>
        <vt:lpstr>테마</vt:lpstr>
      </vt:variant>
      <vt:variant>
        <vt:i4>2</vt:i4>
      </vt:variant>
      <vt:variant>
        <vt:lpstr>슬라이드 제목</vt:lpstr>
      </vt:variant>
      <vt:variant>
        <vt:i4>16</vt:i4>
      </vt:variant>
    </vt:vector>
  </HeadingPairs>
  <TitlesOfParts>
    <vt:vector size="26" baseType="lpstr">
      <vt:lpstr>돋움</vt:lpstr>
      <vt:lpstr>HY헤드라인M</vt:lpstr>
      <vt:lpstr>나눔고딕</vt:lpstr>
      <vt:lpstr>나눔명조</vt:lpstr>
      <vt:lpstr>Arial</vt:lpstr>
      <vt:lpstr>굴림</vt:lpstr>
      <vt:lpstr>맑은 고딕</vt:lpstr>
      <vt:lpstr>Arial Black</vt:lpstr>
      <vt:lpstr>Office 테마</vt:lpstr>
      <vt:lpstr>디자인 사용자 지정</vt:lpstr>
      <vt:lpstr>든든하이! 스토리보드 v0.2 </vt:lpstr>
      <vt:lpstr>History</vt:lpstr>
      <vt:lpstr>02. 메인</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스마트관광 APP 화면 설계서</dc:title>
  <dc:creator>pixels-meeting</dc:creator>
  <cp:lastModifiedBy>박소은</cp:lastModifiedBy>
  <cp:revision>1488</cp:revision>
  <dcterms:created xsi:type="dcterms:W3CDTF">2022-08-18T05:53:56Z</dcterms:created>
  <dcterms:modified xsi:type="dcterms:W3CDTF">2025-04-09T07:38:11Z</dcterms:modified>
</cp:coreProperties>
</file>