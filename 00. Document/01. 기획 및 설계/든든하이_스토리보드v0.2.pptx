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2"/>
  </p:sldMasterIdLst>
  <p:notesMasterIdLst>
    <p:notesMasterId r:id="rId52"/>
  </p:notesMasterIdLst>
  <p:handoutMasterIdLst>
    <p:handoutMasterId r:id="rId53"/>
  </p:handoutMasterIdLst>
  <p:sldIdLst>
    <p:sldId id="902" r:id="rId3"/>
    <p:sldId id="265" r:id="rId4"/>
    <p:sldId id="1008" r:id="rId5"/>
    <p:sldId id="613" r:id="rId6"/>
    <p:sldId id="855" r:id="rId7"/>
    <p:sldId id="997" r:id="rId8"/>
    <p:sldId id="1004" r:id="rId9"/>
    <p:sldId id="999" r:id="rId10"/>
    <p:sldId id="1000" r:id="rId11"/>
    <p:sldId id="1001" r:id="rId12"/>
    <p:sldId id="1003" r:id="rId13"/>
    <p:sldId id="1009" r:id="rId14"/>
    <p:sldId id="847" r:id="rId15"/>
    <p:sldId id="848" r:id="rId16"/>
    <p:sldId id="849" r:id="rId17"/>
    <p:sldId id="850" r:id="rId18"/>
    <p:sldId id="998" r:id="rId19"/>
    <p:sldId id="301" r:id="rId20"/>
    <p:sldId id="986" r:id="rId21"/>
    <p:sldId id="987" r:id="rId22"/>
    <p:sldId id="988" r:id="rId23"/>
    <p:sldId id="989" r:id="rId24"/>
    <p:sldId id="851" r:id="rId25"/>
    <p:sldId id="994" r:id="rId26"/>
    <p:sldId id="852" r:id="rId27"/>
    <p:sldId id="1005" r:id="rId28"/>
    <p:sldId id="1006" r:id="rId29"/>
    <p:sldId id="854" r:id="rId30"/>
    <p:sldId id="1007" r:id="rId31"/>
    <p:sldId id="992" r:id="rId32"/>
    <p:sldId id="995" r:id="rId33"/>
    <p:sldId id="821" r:id="rId34"/>
    <p:sldId id="996" r:id="rId35"/>
    <p:sldId id="951" r:id="rId36"/>
    <p:sldId id="970" r:id="rId37"/>
    <p:sldId id="974" r:id="rId38"/>
    <p:sldId id="973" r:id="rId39"/>
    <p:sldId id="971" r:id="rId40"/>
    <p:sldId id="975" r:id="rId41"/>
    <p:sldId id="976" r:id="rId42"/>
    <p:sldId id="977" r:id="rId43"/>
    <p:sldId id="978" r:id="rId44"/>
    <p:sldId id="979" r:id="rId45"/>
    <p:sldId id="980" r:id="rId46"/>
    <p:sldId id="981" r:id="rId47"/>
    <p:sldId id="982" r:id="rId48"/>
    <p:sldId id="983" r:id="rId49"/>
    <p:sldId id="984" r:id="rId50"/>
    <p:sldId id="985" r:id="rId51"/>
  </p:sldIdLst>
  <p:sldSz cx="12192000" cy="6858000"/>
  <p:notesSz cx="6858000" cy="9144000"/>
  <p:embeddedFontLst>
    <p:embeddedFont>
      <p:font typeface="나눔명조" panose="020B0600000101010101" charset="-127"/>
      <p:regular r:id="rId54"/>
      <p:bold r:id="rId55"/>
    </p:embeddedFont>
    <p:embeddedFont>
      <p:font typeface="Arial Black" panose="020B0A04020102020204" pitchFamily="34" charset="0"/>
      <p:bold r:id="rId56"/>
    </p:embeddedFont>
    <p:embeddedFont>
      <p:font typeface="HY헤드라인M" panose="02030600000101010101" pitchFamily="18" charset="-127"/>
      <p:regular r:id="rId57"/>
    </p:embeddedFont>
    <p:embeddedFont>
      <p:font typeface="나눔고딕" panose="020D0604000000000000" pitchFamily="50" charset="-127"/>
      <p:regular r:id="rId58"/>
      <p:bold r:id="rId59"/>
    </p:embeddedFont>
    <p:embeddedFont>
      <p:font typeface="맑은 고딕" panose="020B0503020000020004" pitchFamily="50" charset="-127"/>
      <p:regular r:id="rId60"/>
      <p:bold r:id="rId61"/>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E5CC33FD-8DC1-4E66-BD73-AFFF2FE65632}">
          <p14:sldIdLst>
            <p14:sldId id="902"/>
            <p14:sldId id="265"/>
            <p14:sldId id="1008"/>
          </p14:sldIdLst>
        </p14:section>
        <p14:section name="로그인, 회원가입" id="{5FF33FC8-95C8-4362-95C0-D6A76B03EF99}">
          <p14:sldIdLst>
            <p14:sldId id="613"/>
            <p14:sldId id="855"/>
            <p14:sldId id="997"/>
            <p14:sldId id="1004"/>
            <p14:sldId id="999"/>
            <p14:sldId id="1000"/>
            <p14:sldId id="1001"/>
            <p14:sldId id="1003"/>
          </p14:sldIdLst>
        </p14:section>
        <p14:section name="메인" id="{46338D4A-F240-432C-9CCF-411850A711F6}">
          <p14:sldIdLst>
            <p14:sldId id="1009"/>
            <p14:sldId id="847"/>
            <p14:sldId id="848"/>
            <p14:sldId id="849"/>
            <p14:sldId id="850"/>
            <p14:sldId id="998"/>
            <p14:sldId id="301"/>
            <p14:sldId id="986"/>
            <p14:sldId id="987"/>
            <p14:sldId id="988"/>
            <p14:sldId id="989"/>
            <p14:sldId id="851"/>
          </p14:sldIdLst>
        </p14:section>
        <p14:section name="내정보" id="{CB451E39-320C-4389-B2A5-14CB40BE65C3}">
          <p14:sldIdLst>
            <p14:sldId id="994"/>
            <p14:sldId id="852"/>
            <p14:sldId id="1005"/>
            <p14:sldId id="1006"/>
            <p14:sldId id="854"/>
            <p14:sldId id="1007"/>
            <p14:sldId id="992"/>
          </p14:sldIdLst>
        </p14:section>
        <p14:section name="관리사이트_WEB" id="{457D9A56-DF8D-4B3D-BC0A-821285F6A7A2}">
          <p14:sldIdLst>
            <p14:sldId id="995"/>
            <p14:sldId id="821"/>
            <p14:sldId id="996"/>
            <p14:sldId id="951"/>
            <p14:sldId id="970"/>
            <p14:sldId id="974"/>
            <p14:sldId id="973"/>
            <p14:sldId id="971"/>
            <p14:sldId id="975"/>
            <p14:sldId id="976"/>
            <p14:sldId id="977"/>
            <p14:sldId id="978"/>
            <p14:sldId id="979"/>
            <p14:sldId id="980"/>
            <p14:sldId id="981"/>
            <p14:sldId id="982"/>
            <p14:sldId id="983"/>
            <p14:sldId id="984"/>
            <p14:sldId id="98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ixels-103" initials="p" lastIdx="4" clrIdx="0">
    <p:extLst>
      <p:ext uri="{19B8F6BF-5375-455C-9EA6-DF929625EA0E}">
        <p15:presenceInfo xmlns:p15="http://schemas.microsoft.com/office/powerpoint/2012/main" userId="pixels-103"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6EFD"/>
    <a:srgbClr val="2A3F54"/>
    <a:srgbClr val="2BBBAD"/>
    <a:srgbClr val="FFFFFF"/>
    <a:srgbClr val="F9FBFC"/>
    <a:srgbClr val="F5FAD4"/>
    <a:srgbClr val="DEEBF7"/>
    <a:srgbClr val="DAE3F3"/>
    <a:srgbClr val="FFC1C1"/>
    <a:srgbClr val="DFC5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2DE63D5-997A-4646-A377-4702673A728D}" styleName="밝은 스타일 2 - 강조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98" autoAdjust="0"/>
    <p:restoredTop sz="97473" autoAdjust="0"/>
  </p:normalViewPr>
  <p:slideViewPr>
    <p:cSldViewPr snapToGrid="0">
      <p:cViewPr varScale="1">
        <p:scale>
          <a:sx n="66" d="100"/>
          <a:sy n="66" d="100"/>
        </p:scale>
        <p:origin x="303" y="48"/>
      </p:cViewPr>
      <p:guideLst/>
    </p:cSldViewPr>
  </p:slideViewPr>
  <p:outlineViewPr>
    <p:cViewPr>
      <p:scale>
        <a:sx n="33" d="100"/>
        <a:sy n="33" d="100"/>
      </p:scale>
      <p:origin x="0" y="-27936"/>
    </p:cViewPr>
  </p:outlineViewPr>
  <p:notesTextViewPr>
    <p:cViewPr>
      <p:scale>
        <a:sx n="1" d="1"/>
        <a:sy n="1" d="1"/>
      </p:scale>
      <p:origin x="0" y="0"/>
    </p:cViewPr>
  </p:notesTextViewPr>
  <p:sorterViewPr>
    <p:cViewPr>
      <p:scale>
        <a:sx n="100" d="100"/>
        <a:sy n="100" d="100"/>
      </p:scale>
      <p:origin x="0" y="-2424"/>
    </p:cViewPr>
  </p:sorterViewPr>
  <p:notesViewPr>
    <p:cSldViewPr snapToGrid="0">
      <p:cViewPr varScale="1">
        <p:scale>
          <a:sx n="66" d="100"/>
          <a:sy n="66" d="100"/>
        </p:scale>
        <p:origin x="2028" y="63"/>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font" Target="fonts/font2.fntdata"/><Relationship Id="rId63"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handoutMaster" Target="handoutMasters/handoutMaster1.xml"/><Relationship Id="rId58" Type="http://schemas.openxmlformats.org/officeDocument/2006/relationships/font" Target="fonts/font5.fntdata"/><Relationship Id="rId66"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font" Target="fonts/font8.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3.fntdata"/><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6.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1.fntdata"/><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4.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 Id="rId60" Type="http://schemas.openxmlformats.org/officeDocument/2006/relationships/font" Target="fonts/font7.fntdata"/><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D78E16CB-E131-8D1C-7660-55715EB7E02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BFAD0D6E-90D1-7CAD-9211-734EFDCEE7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EE9F8D-4C14-4B26-80A7-14DC4769A9FA}" type="datetimeFigureOut">
              <a:rPr lang="ko-KR" altLang="en-US" smtClean="0"/>
              <a:t>2025-04-10</a:t>
            </a:fld>
            <a:endParaRPr lang="ko-KR" altLang="en-US"/>
          </a:p>
        </p:txBody>
      </p:sp>
      <p:sp>
        <p:nvSpPr>
          <p:cNvPr id="4" name="바닥글 개체 틀 3">
            <a:extLst>
              <a:ext uri="{FF2B5EF4-FFF2-40B4-BE49-F238E27FC236}">
                <a16:creationId xmlns:a16="http://schemas.microsoft.com/office/drawing/2014/main" id="{0B3791F2-20B0-6584-97C8-297FC3729B0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C5CD674D-AF32-B6C4-1208-F170DE0B83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9D0FA0-A0BD-40C7-8CF5-E729DBEFED33}" type="slidenum">
              <a:rPr lang="ko-KR" altLang="en-US" smtClean="0"/>
              <a:t>‹#›</a:t>
            </a:fld>
            <a:endParaRPr lang="ko-KR" altLang="en-US"/>
          </a:p>
        </p:txBody>
      </p:sp>
    </p:spTree>
    <p:extLst>
      <p:ext uri="{BB962C8B-B14F-4D97-AF65-F5344CB8AC3E}">
        <p14:creationId xmlns:p14="http://schemas.microsoft.com/office/powerpoint/2010/main" val="35587721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95D99F-4282-47D6-A6B2-4A01DC01464E}" type="datetimeFigureOut">
              <a:rPr lang="ko-KR" altLang="en-US" smtClean="0"/>
              <a:t>2025-04-10</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99B02D-59F5-41C5-8C9A-5161D0B9086D}" type="slidenum">
              <a:rPr lang="ko-KR" altLang="en-US" smtClean="0"/>
              <a:t>‹#›</a:t>
            </a:fld>
            <a:endParaRPr lang="ko-KR" altLang="en-US"/>
          </a:p>
        </p:txBody>
      </p:sp>
    </p:spTree>
    <p:extLst>
      <p:ext uri="{BB962C8B-B14F-4D97-AF65-F5344CB8AC3E}">
        <p14:creationId xmlns:p14="http://schemas.microsoft.com/office/powerpoint/2010/main" val="110025741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2F862-21AA-0053-B59E-8237BD7CEB2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15E6A48-9FB9-34C7-639D-D82E671CDE4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4462747C-BBF3-4A48-93C7-1D1F464CDC15}"/>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531BEE6-4BDE-5052-DF94-59DCA0BABEF3}"/>
              </a:ext>
            </a:extLst>
          </p:cNvPr>
          <p:cNvSpPr>
            <a:spLocks noGrp="1"/>
          </p:cNvSpPr>
          <p:nvPr>
            <p:ph type="sldNum" sz="quarter" idx="5"/>
          </p:nvPr>
        </p:nvSpPr>
        <p:spPr/>
        <p:txBody>
          <a:bodyPr/>
          <a:lstStyle/>
          <a:p>
            <a:fld id="{5399B02D-59F5-41C5-8C9A-5161D0B9086D}" type="slidenum">
              <a:rPr lang="ko-KR" altLang="en-US" smtClean="0"/>
              <a:t>3</a:t>
            </a:fld>
            <a:endParaRPr lang="ko-KR" altLang="en-US"/>
          </a:p>
        </p:txBody>
      </p:sp>
    </p:spTree>
    <p:extLst>
      <p:ext uri="{BB962C8B-B14F-4D97-AF65-F5344CB8AC3E}">
        <p14:creationId xmlns:p14="http://schemas.microsoft.com/office/powerpoint/2010/main" val="15631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399B02D-59F5-41C5-8C9A-5161D0B9086D}" type="slidenum">
              <a:rPr lang="ko-KR" altLang="en-US" smtClean="0"/>
              <a:t>8</a:t>
            </a:fld>
            <a:endParaRPr lang="ko-KR" altLang="en-US"/>
          </a:p>
        </p:txBody>
      </p:sp>
    </p:spTree>
    <p:extLst>
      <p:ext uri="{BB962C8B-B14F-4D97-AF65-F5344CB8AC3E}">
        <p14:creationId xmlns:p14="http://schemas.microsoft.com/office/powerpoint/2010/main" val="8890268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399B02D-59F5-41C5-8C9A-5161D0B9086D}" type="slidenum">
              <a:rPr lang="ko-KR" altLang="en-US" smtClean="0"/>
              <a:t>9</a:t>
            </a:fld>
            <a:endParaRPr lang="ko-KR" altLang="en-US"/>
          </a:p>
        </p:txBody>
      </p:sp>
    </p:spTree>
    <p:extLst>
      <p:ext uri="{BB962C8B-B14F-4D97-AF65-F5344CB8AC3E}">
        <p14:creationId xmlns:p14="http://schemas.microsoft.com/office/powerpoint/2010/main" val="9015929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399B02D-59F5-41C5-8C9A-5161D0B9086D}" type="slidenum">
              <a:rPr lang="ko-KR" altLang="en-US" smtClean="0"/>
              <a:t>10</a:t>
            </a:fld>
            <a:endParaRPr lang="ko-KR" altLang="en-US"/>
          </a:p>
        </p:txBody>
      </p:sp>
    </p:spTree>
    <p:extLst>
      <p:ext uri="{BB962C8B-B14F-4D97-AF65-F5344CB8AC3E}">
        <p14:creationId xmlns:p14="http://schemas.microsoft.com/office/powerpoint/2010/main" val="3148814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399B02D-59F5-41C5-8C9A-5161D0B9086D}" type="slidenum">
              <a:rPr lang="ko-KR" altLang="en-US" smtClean="0"/>
              <a:t>11</a:t>
            </a:fld>
            <a:endParaRPr lang="ko-KR" altLang="en-US"/>
          </a:p>
        </p:txBody>
      </p:sp>
    </p:spTree>
    <p:extLst>
      <p:ext uri="{BB962C8B-B14F-4D97-AF65-F5344CB8AC3E}">
        <p14:creationId xmlns:p14="http://schemas.microsoft.com/office/powerpoint/2010/main" val="16183681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399B02D-59F5-41C5-8C9A-5161D0B9086D}" type="slidenum">
              <a:rPr lang="ko-KR" altLang="en-US" smtClean="0"/>
              <a:t>32</a:t>
            </a:fld>
            <a:endParaRPr lang="ko-KR" altLang="en-US"/>
          </a:p>
        </p:txBody>
      </p:sp>
    </p:spTree>
    <p:extLst>
      <p:ext uri="{BB962C8B-B14F-4D97-AF65-F5344CB8AC3E}">
        <p14:creationId xmlns:p14="http://schemas.microsoft.com/office/powerpoint/2010/main" val="1174314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 공개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92572" y="3249263"/>
            <a:ext cx="1302868" cy="359473"/>
          </a:xfrm>
          <a:prstGeom prst="rect">
            <a:avLst/>
          </a:prstGeom>
          <a:solidFill>
            <a:srgbClr val="0070C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Public</a:t>
            </a:r>
            <a:endParaRPr b="1" i="0">
              <a:latin typeface="맑은 고딕" panose="020B0503020000020004" pitchFamily="50" charset="-127"/>
              <a:ea typeface="맑은 고딕" panose="020B0503020000020004" pitchFamily="50" charset="-127"/>
            </a:endParaRP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780EAAA1-5C92-E0E6-05B3-5278D7E7E8F2}"/>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3711800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1144401182"/>
              </p:ext>
            </p:extLst>
          </p:nvPr>
        </p:nvGraphicFramePr>
        <p:xfrm>
          <a:off x="2852952" y="5781234"/>
          <a:ext cx="7201242" cy="259080"/>
        </p:xfrm>
        <a:graphic>
          <a:graphicData uri="http://schemas.openxmlformats.org/drawingml/2006/table">
            <a:tbl>
              <a:tblPr firstRow="1" bandRow="1">
                <a:tableStyleId>{5C22544A-7EE6-4342-B048-85BDC9FD1C3A}</a:tableStyleId>
              </a:tblPr>
              <a:tblGrid>
                <a:gridCol w="988402">
                  <a:extLst>
                    <a:ext uri="{9D8B030D-6E8A-4147-A177-3AD203B41FA5}">
                      <a16:colId xmlns:a16="http://schemas.microsoft.com/office/drawing/2014/main" val="20000"/>
                    </a:ext>
                  </a:extLst>
                </a:gridCol>
                <a:gridCol w="1242568">
                  <a:extLst>
                    <a:ext uri="{9D8B030D-6E8A-4147-A177-3AD203B41FA5}">
                      <a16:colId xmlns:a16="http://schemas.microsoft.com/office/drawing/2014/main" val="20001"/>
                    </a:ext>
                  </a:extLst>
                </a:gridCol>
                <a:gridCol w="1242568">
                  <a:extLst>
                    <a:ext uri="{9D8B030D-6E8A-4147-A177-3AD203B41FA5}">
                      <a16:colId xmlns:a16="http://schemas.microsoft.com/office/drawing/2014/main" val="748956557"/>
                    </a:ext>
                  </a:extLst>
                </a:gridCol>
                <a:gridCol w="541035">
                  <a:extLst>
                    <a:ext uri="{9D8B030D-6E8A-4147-A177-3AD203B41FA5}">
                      <a16:colId xmlns:a16="http://schemas.microsoft.com/office/drawing/2014/main" val="2052663771"/>
                    </a:ext>
                  </a:extLst>
                </a:gridCol>
                <a:gridCol w="1400175">
                  <a:extLst>
                    <a:ext uri="{9D8B030D-6E8A-4147-A177-3AD203B41FA5}">
                      <a16:colId xmlns:a16="http://schemas.microsoft.com/office/drawing/2014/main" val="1774092345"/>
                    </a:ext>
                  </a:extLst>
                </a:gridCol>
                <a:gridCol w="1786494">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900" b="0">
                          <a:solidFill>
                            <a:schemeClr val="tx1"/>
                          </a:solidFill>
                          <a:latin typeface="+mn-ea"/>
                          <a:ea typeface="+mn-ea"/>
                        </a:rPr>
                        <a:t>설계</a:t>
                      </a:r>
                      <a:r>
                        <a:rPr lang="en-US" altLang="ko-KR" sz="900" b="0">
                          <a:solidFill>
                            <a:schemeClr val="tx1"/>
                          </a:solidFill>
                          <a:latin typeface="+mn-ea"/>
                          <a:ea typeface="+mn-ea"/>
                        </a:rPr>
                        <a:t>.</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3638722" y="5818371"/>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5552755" y="5814959"/>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309686" y="5818371"/>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a:t>작성자 명</a:t>
            </a:r>
            <a:endParaRPr lang="ko-KR" altLang="en-US" dirty="0"/>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내부 공유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9"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04047FE0-99CA-4A25-A7D8-E3A981F3FFF0}"/>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ED7D3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Internal</a:t>
            </a:r>
          </a:p>
        </p:txBody>
      </p:sp>
    </p:spTree>
    <p:extLst>
      <p:ext uri="{BB962C8B-B14F-4D97-AF65-F5344CB8AC3E}">
        <p14:creationId xmlns:p14="http://schemas.microsoft.com/office/powerpoint/2010/main" val="209718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특급 비밀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C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 Confidential</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61209D0-DEFD-73F3-C402-9D533FC3F510}"/>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66314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비밀</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75927" y="3249263"/>
            <a:ext cx="1302868" cy="359473"/>
          </a:xfrm>
          <a:prstGeom prst="rect">
            <a:avLst/>
          </a:prstGeom>
          <a:solidFill>
            <a:schemeClr val="tx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 Restricted</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C755075-4879-B884-28FB-0E6316068365}"/>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402909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530C8F-BBEB-CFF2-D373-A1EEB7A9E08E}"/>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B942056C-AE6F-A8CE-3443-F644C53645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5A0B45E9-ED9F-3F13-5A80-BD892C97DB80}"/>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1EEC7111-C62E-F4B3-90B9-41F5AC94EFC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768404B-4451-9854-610E-549C1B48647C}"/>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59212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3978249"/>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pic>
        <p:nvPicPr>
          <p:cNvPr id="9" name="그림 8">
            <a:extLst>
              <a:ext uri="{FF2B5EF4-FFF2-40B4-BE49-F238E27FC236}">
                <a16:creationId xmlns:a16="http://schemas.microsoft.com/office/drawing/2014/main" id="{9A9DABA3-F5F1-4E48-B876-B0108F2599E9}"/>
              </a:ext>
            </a:extLst>
          </p:cNvPr>
          <p:cNvPicPr>
            <a:picLocks noChangeAspect="1"/>
          </p:cNvPicPr>
          <p:nvPr userDrawn="1"/>
        </p:nvPicPr>
        <p:blipFill rotWithShape="1">
          <a:blip r:embed="rId2"/>
          <a:srcRect l="82985" t="7128" r="1021" b="67475"/>
          <a:stretch/>
        </p:blipFill>
        <p:spPr>
          <a:xfrm>
            <a:off x="10025770" y="4664050"/>
            <a:ext cx="1904011" cy="1741716"/>
          </a:xfrm>
          <a:prstGeom prst="rect">
            <a:avLst/>
          </a:prstGeom>
        </p:spPr>
      </p:pic>
      <p:sp>
        <p:nvSpPr>
          <p:cNvPr id="11" name="내용 개체 틀 2">
            <a:extLst>
              <a:ext uri="{FF2B5EF4-FFF2-40B4-BE49-F238E27FC236}">
                <a16:creationId xmlns:a16="http://schemas.microsoft.com/office/drawing/2014/main" id="{5624C9D7-4FB9-4ED2-A978-950BF189B1DC}"/>
              </a:ext>
            </a:extLst>
          </p:cNvPr>
          <p:cNvSpPr>
            <a:spLocks noGrp="1"/>
          </p:cNvSpPr>
          <p:nvPr>
            <p:ph idx="12"/>
          </p:nvPr>
        </p:nvSpPr>
        <p:spPr>
          <a:xfrm>
            <a:off x="10025770" y="4884717"/>
            <a:ext cx="1845276" cy="1873350"/>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직사각형 3">
            <a:extLst>
              <a:ext uri="{FF2B5EF4-FFF2-40B4-BE49-F238E27FC236}">
                <a16:creationId xmlns:a16="http://schemas.microsoft.com/office/drawing/2014/main" id="{129DA458-A931-45F5-824F-92A790226A9F}"/>
              </a:ext>
            </a:extLst>
          </p:cNvPr>
          <p:cNvSpPr/>
          <p:nvPr userDrawn="1"/>
        </p:nvSpPr>
        <p:spPr>
          <a:xfrm>
            <a:off x="10296923" y="4692244"/>
            <a:ext cx="1361704" cy="1449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7EA9372C-D391-4596-A3B4-3153136C9293}"/>
              </a:ext>
            </a:extLst>
          </p:cNvPr>
          <p:cNvSpPr/>
          <p:nvPr userDrawn="1"/>
        </p:nvSpPr>
        <p:spPr>
          <a:xfrm>
            <a:off x="10863634" y="52042"/>
            <a:ext cx="743171" cy="134005"/>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1" name="그림 20">
            <a:extLst>
              <a:ext uri="{FF2B5EF4-FFF2-40B4-BE49-F238E27FC236}">
                <a16:creationId xmlns:a16="http://schemas.microsoft.com/office/drawing/2014/main" id="{ECDCDC69-EC7F-4C9F-BBCB-82C4391B23A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36695" y="82203"/>
            <a:ext cx="397048" cy="103844"/>
          </a:xfrm>
          <a:prstGeom prst="rect">
            <a:avLst/>
          </a:prstGeom>
        </p:spPr>
      </p:pic>
      <p:sp>
        <p:nvSpPr>
          <p:cNvPr id="5" name="슬라이드 번호 개체 틀 6">
            <a:extLst>
              <a:ext uri="{FF2B5EF4-FFF2-40B4-BE49-F238E27FC236}">
                <a16:creationId xmlns:a16="http://schemas.microsoft.com/office/drawing/2014/main" id="{DD135F55-AD68-8ADD-F9F6-BA9D806752B8}"/>
              </a:ext>
            </a:extLst>
          </p:cNvPr>
          <p:cNvSpPr>
            <a:spLocks noGrp="1"/>
          </p:cNvSpPr>
          <p:nvPr>
            <p:ph type="sldNum" sz="quarter" idx="14"/>
          </p:nvPr>
        </p:nvSpPr>
        <p:spPr>
          <a:xfrm>
            <a:off x="10613561" y="203201"/>
            <a:ext cx="1303021" cy="182563"/>
          </a:xfrm>
        </p:spPr>
        <p:txBody>
          <a:bodyPr/>
          <a:lstStyle>
            <a:lvl1pPr algn="ctr">
              <a:defRPr/>
            </a:lvl1pPr>
          </a:lstStyle>
          <a:p>
            <a:fld id="{EB66B8C8-9F2F-4508-A8DB-1207EC41BFB8}" type="slidenum">
              <a:rPr lang="ko-KR" altLang="en-US" smtClean="0"/>
              <a:pPr/>
              <a:t>‹#›</a:t>
            </a:fld>
            <a:endParaRPr lang="ko-KR" altLang="en-US"/>
          </a:p>
        </p:txBody>
      </p:sp>
      <p:pic>
        <p:nvPicPr>
          <p:cNvPr id="14" name="내용 개체 틀 11">
            <a:extLst>
              <a:ext uri="{FF2B5EF4-FFF2-40B4-BE49-F238E27FC236}">
                <a16:creationId xmlns:a16="http://schemas.microsoft.com/office/drawing/2014/main" id="{43D391F7-5536-46DE-9C45-5B4859F7DA8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81945" y="4720651"/>
            <a:ext cx="583127" cy="120056"/>
          </a:xfrm>
          <a:prstGeom prst="rect">
            <a:avLst/>
          </a:prstGeom>
        </p:spPr>
      </p:pic>
      <p:sp>
        <p:nvSpPr>
          <p:cNvPr id="13" name="직사각형 12">
            <a:extLst>
              <a:ext uri="{FF2B5EF4-FFF2-40B4-BE49-F238E27FC236}">
                <a16:creationId xmlns:a16="http://schemas.microsoft.com/office/drawing/2014/main" id="{FF950DE0-9DEB-488A-8C41-97F8EB9B010C}"/>
              </a:ext>
            </a:extLst>
          </p:cNvPr>
          <p:cNvSpPr/>
          <p:nvPr userDrawn="1"/>
        </p:nvSpPr>
        <p:spPr>
          <a:xfrm>
            <a:off x="8161421" y="61721"/>
            <a:ext cx="790074" cy="124326"/>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a:extLst>
              <a:ext uri="{FF2B5EF4-FFF2-40B4-BE49-F238E27FC236}">
                <a16:creationId xmlns:a16="http://schemas.microsoft.com/office/drawing/2014/main" id="{D0145051-6A28-4E59-85C0-4C7600C4E46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528381" y="86897"/>
            <a:ext cx="214343" cy="107172"/>
          </a:xfrm>
          <a:prstGeom prst="rect">
            <a:avLst/>
          </a:prstGeom>
        </p:spPr>
      </p:pic>
    </p:spTree>
    <p:extLst>
      <p:ext uri="{BB962C8B-B14F-4D97-AF65-F5344CB8AC3E}">
        <p14:creationId xmlns:p14="http://schemas.microsoft.com/office/powerpoint/2010/main" val="1179440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6D3850A-F970-4F74-2BD3-DD282DB56320}"/>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43782543-B8E0-9CF6-85F4-504EC57796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7B9D991-6938-1B49-6F95-0F57617CAE38}"/>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FE3D1E89-51C6-31DC-3B2E-A92BD8615C5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CE8040D-FFDC-2A14-5202-3979777D321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571578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D6F8B74-677A-8265-B2F1-7BF52E00C79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15A28C36-F7A7-1441-ED35-87B085A85C5C}"/>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26D9CE16-045B-0734-EB63-74A863F154FD}"/>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EE182735-CBB7-AA7C-9D33-BEEC212B99A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8CFEC35-FE92-2676-0240-8B170D801E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A42C12C-3F5E-3BC0-5BAC-F1F82ED4405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016701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004B0F-F6E6-4CF4-9C67-345AD39F5E4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2C3A8290-531F-7604-1D38-F7F16BCF20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4" name="내용 개체 틀 3">
            <a:extLst>
              <a:ext uri="{FF2B5EF4-FFF2-40B4-BE49-F238E27FC236}">
                <a16:creationId xmlns:a16="http://schemas.microsoft.com/office/drawing/2014/main" id="{DA16BC5A-EDA3-94B1-CB85-8DC21E5378F0}"/>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A38A0B7F-F8BF-34CD-5233-A0C5EB4F6F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F8505BCA-47F6-7D34-468B-8B59CDA2D0E1}"/>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AA19256F-A343-8116-4B58-C2B0634FB1C0}"/>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24288723-3FE8-E298-A1D9-400D1832316B}"/>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0A3746E7-CE88-91C9-E45E-FE010EE6576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156167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182F99-362A-6034-E24A-2C37204EFFCD}"/>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787B5F1-A130-D24B-3B2E-E8012DA397F1}"/>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CE797140-EAE1-152A-5E95-0C3E89F2CEE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95270F13-26A3-5BB8-CC83-469B2B084A4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822932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4F734B43-1732-617C-6599-6BEA407A9C62}"/>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13CBA9D6-0057-C748-01EA-D956D932DD21}"/>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30628AAB-2F8E-848E-E5E3-C9D1AAA72E9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4796139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3F7B1E3-C0FC-56AC-0538-93B6E578F0E1}"/>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17015CC6-AF0D-FF54-DBB3-3B9ED265CD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DA07782D-CEE0-EBE7-B007-E5109D7154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E3F125B-C9A9-6412-0464-3DEB8AB2981B}"/>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02EC907A-E552-D21F-BCE7-AE25F0AAC3E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40C2579-01DC-99F8-741F-A69722500092}"/>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5031994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1B332-DB45-CDA0-888D-B701FCFD579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7190178-55B9-E206-6D3E-11B37FC5CA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1B11432-80C6-62D6-C862-93ECCAD5D0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29C49A8-9BDD-D46E-7BCE-A6505284A039}"/>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DF3E9430-50A0-1BF7-272D-61F0EEED819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8B7019E1-CDB8-DDAB-99E0-2635E4DB1AE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6357110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F9E404A-575E-249A-56FA-86D4001C7401}"/>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14381F9-18C9-B37E-DA4D-CE77F711E0DF}"/>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DF204A-7E57-2FCD-9005-B7B906F8F10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B678D06-E63B-2669-E90E-E37B8AAF6F0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D696402-522B-F69B-EAFB-ECF228BAA41B}"/>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178915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70F0E4C-C2C6-1DF3-E7D9-10059620734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A2C1EB3F-94B3-9C9A-02F8-7C263EE04DF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2C3F1BE-D08A-1661-64E3-AF5623AAD1DC}"/>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60DEB1D-85BB-5F0E-0C65-B4E315400E1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E13A97E-C3FB-85F6-DF5D-3669ED6CB36D}"/>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92813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6035675"/>
          </a:xfrm>
        </p:spPr>
        <p:txBody>
          <a:bodyPr>
            <a:noAutofit/>
          </a:bodyPr>
          <a:lstStyle>
            <a:lvl1pPr>
              <a:defRPr sz="900"/>
            </a:lvl1pPr>
            <a:lvl2pPr>
              <a:defRPr sz="900"/>
            </a:lvl2pPr>
            <a:lvl3pPr>
              <a:defRPr sz="900"/>
            </a:lvl3pPr>
            <a:lvl4pPr>
              <a:defRPr sz="900"/>
            </a:lvl4pPr>
            <a:lvl5pPr>
              <a:defRPr sz="9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Tree>
    <p:extLst>
      <p:ext uri="{BB962C8B-B14F-4D97-AF65-F5344CB8AC3E}">
        <p14:creationId xmlns:p14="http://schemas.microsoft.com/office/powerpoint/2010/main" val="37936278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3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2526625201"/>
              </p:ext>
            </p:extLst>
          </p:nvPr>
        </p:nvGraphicFramePr>
        <p:xfrm>
          <a:off x="142675" y="108512"/>
          <a:ext cx="11913630" cy="357333"/>
        </p:xfrm>
        <a:graphic>
          <a:graphicData uri="http://schemas.openxmlformats.org/drawingml/2006/table">
            <a:tbl>
              <a:tblPr/>
              <a:tblGrid>
                <a:gridCol w="1776294">
                  <a:extLst>
                    <a:ext uri="{9D8B030D-6E8A-4147-A177-3AD203B41FA5}">
                      <a16:colId xmlns:a16="http://schemas.microsoft.com/office/drawing/2014/main" val="20000"/>
                    </a:ext>
                  </a:extLst>
                </a:gridCol>
                <a:gridCol w="2974019">
                  <a:extLst>
                    <a:ext uri="{9D8B030D-6E8A-4147-A177-3AD203B41FA5}">
                      <a16:colId xmlns:a16="http://schemas.microsoft.com/office/drawing/2014/main" val="20001"/>
                    </a:ext>
                  </a:extLst>
                </a:gridCol>
                <a:gridCol w="3113529">
                  <a:extLst>
                    <a:ext uri="{9D8B030D-6E8A-4147-A177-3AD203B41FA5}">
                      <a16:colId xmlns:a16="http://schemas.microsoft.com/office/drawing/2014/main" val="20002"/>
                    </a:ext>
                  </a:extLst>
                </a:gridCol>
                <a:gridCol w="1349290">
                  <a:extLst>
                    <a:ext uri="{9D8B030D-6E8A-4147-A177-3AD203B41FA5}">
                      <a16:colId xmlns:a16="http://schemas.microsoft.com/office/drawing/2014/main" val="20003"/>
                    </a:ext>
                  </a:extLst>
                </a:gridCol>
                <a:gridCol w="1351208">
                  <a:extLst>
                    <a:ext uri="{9D8B030D-6E8A-4147-A177-3AD203B41FA5}">
                      <a16:colId xmlns:a16="http://schemas.microsoft.com/office/drawing/2014/main" val="20004"/>
                    </a:ext>
                  </a:extLst>
                </a:gridCol>
                <a:gridCol w="1349290">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1" i="0" u="none" strike="noStrike" cap="none" normalizeH="0" baseline="0">
                          <a:ln>
                            <a:noFill/>
                          </a:ln>
                          <a:solidFill>
                            <a:schemeClr val="tx1"/>
                          </a:solidFill>
                          <a:effectLst/>
                          <a:latin typeface="맑은 고딕" pitchFamily="50" charset="-127"/>
                          <a:ea typeface="+mn-ea"/>
                        </a:rPr>
                        <a:t>Screen</a:t>
                      </a:r>
                      <a:r>
                        <a:rPr kumimoji="1" lang="ko-KR" altLang="en-US" sz="700" b="1" i="0" u="none" strike="noStrike" cap="none" normalizeH="0" baseline="0">
                          <a:ln>
                            <a:noFill/>
                          </a:ln>
                          <a:solidFill>
                            <a:schemeClr val="tx1"/>
                          </a:solidFill>
                          <a:effectLst/>
                          <a:latin typeface="맑은 고딕" pitchFamily="50" charset="-127"/>
                          <a:ea typeface="+mn-ea"/>
                        </a:rPr>
                        <a:t> </a:t>
                      </a:r>
                      <a:r>
                        <a:rPr kumimoji="1" lang="en-US" altLang="ko-KR" sz="700" b="1" i="0" u="none" strike="noStrike" cap="none" normalizeH="0" baseline="0">
                          <a:ln>
                            <a:noFill/>
                          </a:ln>
                          <a:solidFill>
                            <a:schemeClr val="tx1"/>
                          </a:solidFill>
                          <a:effectLst/>
                          <a:latin typeface="맑은 고딕" pitchFamily="50" charset="-127"/>
                          <a:ea typeface="+mn-ea"/>
                        </a:rPr>
                        <a:t>ID</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0" i="0" u="none" strike="noStrike" kern="1200" cap="none" normalizeH="0" baseline="0">
                          <a:ln>
                            <a:noFill/>
                          </a:ln>
                          <a:solidFill>
                            <a:srgbClr val="1C1C1C"/>
                          </a:solidFill>
                          <a:effectLst/>
                          <a:latin typeface="+mj-ea"/>
                          <a:ea typeface="+mn-ea"/>
                          <a:cs typeface="+mn-cs"/>
                        </a:rPr>
                        <a:t> </a:t>
                      </a:r>
                      <a:r>
                        <a:rPr kumimoji="1" lang="ko-KR" altLang="en-US" sz="700" b="0" i="0" u="none" strike="noStrike" kern="0" cap="none" spc="-100" normalizeH="0" baseline="0">
                          <a:ln>
                            <a:noFill/>
                          </a:ln>
                          <a:solidFill>
                            <a:schemeClr val="tx1"/>
                          </a:solidFill>
                          <a:effectLst/>
                          <a:latin typeface="+mj-ea"/>
                          <a:ea typeface="+mn-ea"/>
                          <a:cs typeface="+mn-cs"/>
                        </a:rPr>
                        <a:t>청주 스마트관광 </a:t>
                      </a:r>
                      <a:r>
                        <a:rPr kumimoji="1" lang="en-US" altLang="ko-KR" sz="700" b="0" i="0" u="none" strike="noStrike" kern="0" cap="none" spc="-100" normalizeH="0" baseline="0">
                          <a:ln>
                            <a:noFill/>
                          </a:ln>
                          <a:solidFill>
                            <a:schemeClr val="tx1"/>
                          </a:solidFill>
                          <a:effectLst/>
                          <a:latin typeface="+mj-ea"/>
                          <a:ea typeface="+mn-ea"/>
                          <a:cs typeface="+mn-cs"/>
                        </a:rPr>
                        <a:t>APP </a:t>
                      </a:r>
                      <a:r>
                        <a:rPr kumimoji="1" lang="ko-KR" altLang="en-US" sz="700" b="0" i="0" u="none" strike="noStrike" kern="0" cap="none" spc="-100" normalizeH="0" baseline="0">
                          <a:ln>
                            <a:noFill/>
                          </a:ln>
                          <a:solidFill>
                            <a:schemeClr val="tx1"/>
                          </a:solidFill>
                          <a:effectLst/>
                          <a:latin typeface="+mj-ea"/>
                          <a:ea typeface="+mn-ea"/>
                          <a:cs typeface="+mn-cs"/>
                        </a:rPr>
                        <a:t>개발 </a:t>
                      </a:r>
                      <a:endParaRPr kumimoji="1" lang="en-US" altLang="ko-KR" sz="700" b="0" i="0" u="none" strike="noStrike" cap="none" normalizeH="0" baseline="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4876847" y="249681"/>
            <a:ext cx="3115613" cy="249358"/>
          </a:xfrm>
        </p:spPr>
        <p:txBody>
          <a:bodyPr>
            <a:normAutofit/>
          </a:bodyPr>
          <a:lstStyle>
            <a:lvl1pPr algn="ctr">
              <a:defRPr sz="700" spc="0"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7974864" y="287178"/>
            <a:ext cx="1348774" cy="162534"/>
          </a:xfrm>
        </p:spPr>
        <p:txBody>
          <a:bodyPr/>
          <a:lstStyle>
            <a:lvl1pPr algn="ctr">
              <a:defRPr sz="700" b="0" spc="-52" baseline="0"/>
            </a:lvl1pPr>
          </a:lstStyle>
          <a:p>
            <a:fld id="{504A1324-50B9-44BD-8597-643A09D10686}" type="datetime1">
              <a:rPr lang="ko-KR" altLang="en-US" smtClean="0"/>
              <a:pPr/>
              <a:t>2025-04-10</a:t>
            </a:fld>
            <a:endParaRPr lang="ko-KR" altLang="en-US"/>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a:p>
        </p:txBody>
      </p:sp>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1955800" y="270100"/>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14" name="텍스트 개체 틀 12">
            <a:extLst>
              <a:ext uri="{FF2B5EF4-FFF2-40B4-BE49-F238E27FC236}">
                <a16:creationId xmlns:a16="http://schemas.microsoft.com/office/drawing/2014/main" id="{B61DA27D-2791-0307-20B7-58D32AF58E3F}"/>
              </a:ext>
            </a:extLst>
          </p:cNvPr>
          <p:cNvSpPr>
            <a:spLocks noGrp="1"/>
          </p:cNvSpPr>
          <p:nvPr>
            <p:ph type="body" sz="quarter" idx="14" hasCustomPrompt="1"/>
          </p:nvPr>
        </p:nvSpPr>
        <p:spPr>
          <a:xfrm>
            <a:off x="9360823" y="276328"/>
            <a:ext cx="134877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Screen ID </a:t>
            </a:r>
            <a:endParaRPr lang="ko-KR" altLang="en-US" dirty="0"/>
          </a:p>
        </p:txBody>
      </p:sp>
    </p:spTree>
    <p:extLst>
      <p:ext uri="{BB962C8B-B14F-4D97-AF65-F5344CB8AC3E}">
        <p14:creationId xmlns:p14="http://schemas.microsoft.com/office/powerpoint/2010/main" val="33004623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2066124542"/>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기획</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고객센터</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779976" y="318927"/>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
        <p:nvSpPr>
          <p:cNvPr id="2" name="텍스트 개체 틀 23">
            <a:extLst>
              <a:ext uri="{FF2B5EF4-FFF2-40B4-BE49-F238E27FC236}">
                <a16:creationId xmlns:a16="http://schemas.microsoft.com/office/drawing/2014/main" id="{191B2E79-93AB-4693-C720-75AA270E9587}"/>
              </a:ext>
            </a:extLst>
          </p:cNvPr>
          <p:cNvSpPr>
            <a:spLocks noGrp="1"/>
          </p:cNvSpPr>
          <p:nvPr>
            <p:ph type="body" sz="quarter" idx="17"/>
          </p:nvPr>
        </p:nvSpPr>
        <p:spPr>
          <a:xfrm>
            <a:off x="11146317" y="321725"/>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36372567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2419371118"/>
              </p:ext>
            </p:extLst>
          </p:nvPr>
        </p:nvGraphicFramePr>
        <p:xfrm>
          <a:off x="135409" y="96078"/>
          <a:ext cx="11906307" cy="412669"/>
        </p:xfrm>
        <a:graphic>
          <a:graphicData uri="http://schemas.openxmlformats.org/drawingml/2006/table">
            <a:tbl>
              <a:tblPr/>
              <a:tblGrid>
                <a:gridCol w="2002297">
                  <a:extLst>
                    <a:ext uri="{9D8B030D-6E8A-4147-A177-3AD203B41FA5}">
                      <a16:colId xmlns:a16="http://schemas.microsoft.com/office/drawing/2014/main" val="20000"/>
                    </a:ext>
                  </a:extLst>
                </a:gridCol>
                <a:gridCol w="1651313">
                  <a:extLst>
                    <a:ext uri="{9D8B030D-6E8A-4147-A177-3AD203B41FA5}">
                      <a16:colId xmlns:a16="http://schemas.microsoft.com/office/drawing/2014/main" val="20001"/>
                    </a:ext>
                  </a:extLst>
                </a:gridCol>
                <a:gridCol w="4143956">
                  <a:extLst>
                    <a:ext uri="{9D8B030D-6E8A-4147-A177-3AD203B41FA5}">
                      <a16:colId xmlns:a16="http://schemas.microsoft.com/office/drawing/2014/main" val="20002"/>
                    </a:ext>
                  </a:extLst>
                </a:gridCol>
                <a:gridCol w="2587778">
                  <a:extLst>
                    <a:ext uri="{9D8B030D-6E8A-4147-A177-3AD203B41FA5}">
                      <a16:colId xmlns:a16="http://schemas.microsoft.com/office/drawing/2014/main" val="20003"/>
                    </a:ext>
                  </a:extLst>
                </a:gridCol>
                <a:gridCol w="1520963">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고객센터</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348440" y="324395"/>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7864"/>
            <a:ext cx="4039101" cy="147191"/>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8001000" y="311331"/>
            <a:ext cx="2457450" cy="169627"/>
          </a:xfrm>
        </p:spPr>
        <p:txBody>
          <a:bodyPr>
            <a:noAutofit/>
          </a:bodyPr>
          <a:lstStyle>
            <a:lvl1pPr marL="0" indent="0" algn="ctr">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 name="텍스트 개체 틀 23">
            <a:extLst>
              <a:ext uri="{FF2B5EF4-FFF2-40B4-BE49-F238E27FC236}">
                <a16:creationId xmlns:a16="http://schemas.microsoft.com/office/drawing/2014/main" id="{191B2E79-93AB-4693-C720-75AA270E9587}"/>
              </a:ext>
            </a:extLst>
          </p:cNvPr>
          <p:cNvSpPr>
            <a:spLocks noGrp="1"/>
          </p:cNvSpPr>
          <p:nvPr>
            <p:ph type="body" sz="quarter" idx="17"/>
          </p:nvPr>
        </p:nvSpPr>
        <p:spPr>
          <a:xfrm>
            <a:off x="10595919" y="317864"/>
            <a:ext cx="1377006" cy="156563"/>
          </a:xfrm>
        </p:spPr>
        <p:txBody>
          <a:bodyPr>
            <a:noAutofit/>
          </a:bodyPr>
          <a:lstStyle>
            <a:lvl1pPr marL="0" indent="0" algn="ctr">
              <a:buNone/>
              <a:defRPr sz="800">
                <a:latin typeface="나눔명조" panose="02020603020101020101" pitchFamily="18" charset="-127"/>
                <a:ea typeface="돋움" panose="020B0600000101010101" pitchFamily="50" charset="-127"/>
              </a:defRPr>
            </a:lvl1pPr>
          </a:lstStyle>
          <a:p>
            <a:pPr lvl="0"/>
            <a:endParaRPr lang="ko-KR" altLang="en-US" dirty="0"/>
          </a:p>
        </p:txBody>
      </p:sp>
      <p:pic>
        <p:nvPicPr>
          <p:cNvPr id="3" name="그림 2">
            <a:extLst>
              <a:ext uri="{FF2B5EF4-FFF2-40B4-BE49-F238E27FC236}">
                <a16:creationId xmlns:a16="http://schemas.microsoft.com/office/drawing/2014/main" id="{DBC11DF1-86AD-B69B-446F-F2B07C9296B0}"/>
              </a:ext>
            </a:extLst>
          </p:cNvPr>
          <p:cNvPicPr>
            <a:picLocks noChangeAspect="1"/>
          </p:cNvPicPr>
          <p:nvPr userDrawn="1"/>
        </p:nvPicPr>
        <p:blipFill rotWithShape="1">
          <a:blip r:embed="rId2"/>
          <a:srcRect t="999" r="11051" b="8510"/>
          <a:stretch/>
        </p:blipFill>
        <p:spPr>
          <a:xfrm>
            <a:off x="150282" y="556133"/>
            <a:ext cx="9805171" cy="6205789"/>
          </a:xfrm>
          <a:prstGeom prst="rect">
            <a:avLst/>
          </a:prstGeom>
        </p:spPr>
      </p:pic>
      <p:sp>
        <p:nvSpPr>
          <p:cNvPr id="4" name="직사각형 3">
            <a:extLst>
              <a:ext uri="{FF2B5EF4-FFF2-40B4-BE49-F238E27FC236}">
                <a16:creationId xmlns:a16="http://schemas.microsoft.com/office/drawing/2014/main" id="{E1D9EE39-5BAF-F1E8-058E-B608A072D006}"/>
              </a:ext>
            </a:extLst>
          </p:cNvPr>
          <p:cNvSpPr/>
          <p:nvPr userDrawn="1"/>
        </p:nvSpPr>
        <p:spPr>
          <a:xfrm>
            <a:off x="1562100" y="590550"/>
            <a:ext cx="8394700" cy="61468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4">
            <a:extLst>
              <a:ext uri="{FF2B5EF4-FFF2-40B4-BE49-F238E27FC236}">
                <a16:creationId xmlns:a16="http://schemas.microsoft.com/office/drawing/2014/main" id="{F9540FA8-EEF6-814F-F4C8-6F525D268FE8}"/>
              </a:ext>
            </a:extLst>
          </p:cNvPr>
          <p:cNvSpPr/>
          <p:nvPr userDrawn="1"/>
        </p:nvSpPr>
        <p:spPr>
          <a:xfrm>
            <a:off x="209550" y="1466850"/>
            <a:ext cx="1282212" cy="2933700"/>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603001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7" y="556133"/>
            <a:ext cx="7799708"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8012722" y="556133"/>
            <a:ext cx="4028994"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8012723" y="561378"/>
            <a:ext cx="4028994"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1163787936"/>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기획</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관리기 구축</a:t>
                      </a:r>
                      <a:r>
                        <a:rPr kumimoji="1" lang="en-US" altLang="ko-KR" sz="800" b="0" i="0" u="none" strike="noStrike" cap="none" spc="-60" normalizeH="0" baseline="0" dirty="0">
                          <a:ln>
                            <a:noFill/>
                          </a:ln>
                          <a:solidFill>
                            <a:srgbClr val="1C1C1C"/>
                          </a:solidFill>
                          <a:effectLst/>
                          <a:latin typeface="+mn-ea"/>
                          <a:ea typeface="+mn-ea"/>
                        </a:rPr>
                        <a:t> </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753600" y="314242"/>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
        <p:nvSpPr>
          <p:cNvPr id="2" name="텍스트 개체 틀 23">
            <a:extLst>
              <a:ext uri="{FF2B5EF4-FFF2-40B4-BE49-F238E27FC236}">
                <a16:creationId xmlns:a16="http://schemas.microsoft.com/office/drawing/2014/main" id="{070997B8-ACC0-D1D1-AC27-F9836B923B45}"/>
              </a:ext>
            </a:extLst>
          </p:cNvPr>
          <p:cNvSpPr>
            <a:spLocks noGrp="1"/>
          </p:cNvSpPr>
          <p:nvPr>
            <p:ph type="body" sz="quarter" idx="17"/>
          </p:nvPr>
        </p:nvSpPr>
        <p:spPr>
          <a:xfrm>
            <a:off x="11056066" y="325459"/>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pic>
        <p:nvPicPr>
          <p:cNvPr id="4" name="그림 3">
            <a:extLst>
              <a:ext uri="{FF2B5EF4-FFF2-40B4-BE49-F238E27FC236}">
                <a16:creationId xmlns:a16="http://schemas.microsoft.com/office/drawing/2014/main" id="{D399DE66-824F-A706-F054-FEB2EE1D2E98}"/>
              </a:ext>
            </a:extLst>
          </p:cNvPr>
          <p:cNvPicPr>
            <a:picLocks noChangeAspect="1"/>
          </p:cNvPicPr>
          <p:nvPr userDrawn="1"/>
        </p:nvPicPr>
        <p:blipFill rotWithShape="1">
          <a:blip r:embed="rId2"/>
          <a:srcRect t="999" r="29313" b="8510"/>
          <a:stretch/>
        </p:blipFill>
        <p:spPr>
          <a:xfrm>
            <a:off x="150283" y="556133"/>
            <a:ext cx="7792102" cy="6205789"/>
          </a:xfrm>
          <a:prstGeom prst="rect">
            <a:avLst/>
          </a:prstGeom>
        </p:spPr>
      </p:pic>
      <p:sp>
        <p:nvSpPr>
          <p:cNvPr id="5" name="직사각형 4">
            <a:extLst>
              <a:ext uri="{FF2B5EF4-FFF2-40B4-BE49-F238E27FC236}">
                <a16:creationId xmlns:a16="http://schemas.microsoft.com/office/drawing/2014/main" id="{085A526C-5E2E-68DB-2496-670E8A310553}"/>
              </a:ext>
            </a:extLst>
          </p:cNvPr>
          <p:cNvSpPr/>
          <p:nvPr userDrawn="1"/>
        </p:nvSpPr>
        <p:spPr>
          <a:xfrm>
            <a:off x="1569706" y="556133"/>
            <a:ext cx="6380285" cy="61468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직사각형 2">
            <a:extLst>
              <a:ext uri="{FF2B5EF4-FFF2-40B4-BE49-F238E27FC236}">
                <a16:creationId xmlns:a16="http://schemas.microsoft.com/office/drawing/2014/main" id="{7B057C9C-B16C-3AB6-9DB7-3BD8B39A7482}"/>
              </a:ext>
            </a:extLst>
          </p:cNvPr>
          <p:cNvSpPr/>
          <p:nvPr userDrawn="1"/>
        </p:nvSpPr>
        <p:spPr>
          <a:xfrm>
            <a:off x="209550" y="1466850"/>
            <a:ext cx="1282212" cy="2933700"/>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650593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4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428595710"/>
              </p:ext>
            </p:extLst>
          </p:nvPr>
        </p:nvGraphicFramePr>
        <p:xfrm>
          <a:off x="142675" y="108512"/>
          <a:ext cx="11921182" cy="357333"/>
        </p:xfrm>
        <a:graphic>
          <a:graphicData uri="http://schemas.openxmlformats.org/drawingml/2006/table">
            <a:tbl>
              <a:tblPr/>
              <a:tblGrid>
                <a:gridCol w="2004798">
                  <a:extLst>
                    <a:ext uri="{9D8B030D-6E8A-4147-A177-3AD203B41FA5}">
                      <a16:colId xmlns:a16="http://schemas.microsoft.com/office/drawing/2014/main" val="20000"/>
                    </a:ext>
                  </a:extLst>
                </a:gridCol>
                <a:gridCol w="3356600">
                  <a:extLst>
                    <a:ext uri="{9D8B030D-6E8A-4147-A177-3AD203B41FA5}">
                      <a16:colId xmlns:a16="http://schemas.microsoft.com/office/drawing/2014/main" val="20001"/>
                    </a:ext>
                  </a:extLst>
                </a:gridCol>
                <a:gridCol w="3514056">
                  <a:extLst>
                    <a:ext uri="{9D8B030D-6E8A-4147-A177-3AD203B41FA5}">
                      <a16:colId xmlns:a16="http://schemas.microsoft.com/office/drawing/2014/main" val="20002"/>
                    </a:ext>
                  </a:extLst>
                </a:gridCol>
                <a:gridCol w="1522864">
                  <a:extLst>
                    <a:ext uri="{9D8B030D-6E8A-4147-A177-3AD203B41FA5}">
                      <a16:colId xmlns:a16="http://schemas.microsoft.com/office/drawing/2014/main" val="20003"/>
                    </a:ext>
                  </a:extLst>
                </a:gridCol>
                <a:gridCol w="1522864">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0" i="0" u="none" strike="noStrike" kern="1200" cap="none" normalizeH="0" baseline="0">
                          <a:ln>
                            <a:noFill/>
                          </a:ln>
                          <a:solidFill>
                            <a:srgbClr val="1C1C1C"/>
                          </a:solidFill>
                          <a:effectLst/>
                          <a:latin typeface="+mj-ea"/>
                          <a:ea typeface="+mn-ea"/>
                          <a:cs typeface="+mn-cs"/>
                        </a:rPr>
                        <a:t> </a:t>
                      </a:r>
                      <a:r>
                        <a:rPr kumimoji="1" lang="ko-KR" altLang="en-US" sz="700" b="0" i="0" u="none" strike="noStrike" kern="0" cap="none" spc="-100" normalizeH="0" baseline="0">
                          <a:ln>
                            <a:noFill/>
                          </a:ln>
                          <a:solidFill>
                            <a:schemeClr val="tx1"/>
                          </a:solidFill>
                          <a:effectLst/>
                          <a:latin typeface="+mj-ea"/>
                          <a:ea typeface="+mn-ea"/>
                          <a:cs typeface="+mn-cs"/>
                        </a:rPr>
                        <a:t>청주 스마트관광 </a:t>
                      </a:r>
                      <a:r>
                        <a:rPr kumimoji="1" lang="en-US" altLang="ko-KR" sz="700" b="0" i="0" u="none" strike="noStrike" kern="0" cap="none" spc="-100" normalizeH="0" baseline="0">
                          <a:ln>
                            <a:noFill/>
                          </a:ln>
                          <a:solidFill>
                            <a:schemeClr val="tx1"/>
                          </a:solidFill>
                          <a:effectLst/>
                          <a:latin typeface="+mj-ea"/>
                          <a:ea typeface="+mn-ea"/>
                          <a:cs typeface="+mn-cs"/>
                        </a:rPr>
                        <a:t>APP </a:t>
                      </a:r>
                      <a:r>
                        <a:rPr kumimoji="1" lang="ko-KR" altLang="en-US" sz="700" b="0" i="0" u="none" strike="noStrike" kern="0" cap="none" spc="-100" normalizeH="0" baseline="0">
                          <a:ln>
                            <a:noFill/>
                          </a:ln>
                          <a:solidFill>
                            <a:schemeClr val="tx1"/>
                          </a:solidFill>
                          <a:effectLst/>
                          <a:latin typeface="+mj-ea"/>
                          <a:ea typeface="+mn-ea"/>
                          <a:cs typeface="+mn-cs"/>
                        </a:rPr>
                        <a:t>개발 </a:t>
                      </a:r>
                      <a:endParaRPr kumimoji="1" lang="en-US" altLang="ko-KR" sz="700" b="0" i="0" u="none" strike="noStrike" cap="none" normalizeH="0" baseline="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5638847" y="243766"/>
            <a:ext cx="3115613" cy="249358"/>
          </a:xfrm>
        </p:spPr>
        <p:txBody>
          <a:bodyPr>
            <a:normAutofit/>
          </a:bodyPr>
          <a:lstStyle>
            <a:lvl1pPr algn="ctr">
              <a:defRPr sz="693"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9102098" y="287178"/>
            <a:ext cx="1348774" cy="162534"/>
          </a:xfrm>
        </p:spPr>
        <p:txBody>
          <a:bodyPr/>
          <a:lstStyle>
            <a:lvl1pPr algn="ctr">
              <a:defRPr sz="700" b="0" spc="-52" baseline="0"/>
            </a:lvl1pPr>
          </a:lstStyle>
          <a:p>
            <a:fld id="{504A1324-50B9-44BD-8597-643A09D10686}" type="datetime1">
              <a:rPr lang="ko-KR" altLang="en-US" smtClean="0"/>
              <a:pPr/>
              <a:t>2025-04-10</a:t>
            </a:fld>
            <a:endParaRPr lang="ko-KR" altLang="en-US"/>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2333123" y="281987"/>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Tree>
    <p:extLst>
      <p:ext uri="{BB962C8B-B14F-4D97-AF65-F5344CB8AC3E}">
        <p14:creationId xmlns:p14="http://schemas.microsoft.com/office/powerpoint/2010/main" val="2324695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15_화면상단레이아웃_그레이">
    <p:spTree>
      <p:nvGrpSpPr>
        <p:cNvPr id="1" name=""/>
        <p:cNvGrpSpPr/>
        <p:nvPr/>
      </p:nvGrpSpPr>
      <p:grpSpPr>
        <a:xfrm>
          <a:off x="0" y="0"/>
          <a:ext cx="0" cy="0"/>
          <a:chOff x="0" y="0"/>
          <a:chExt cx="0" cy="0"/>
        </a:xfrm>
      </p:grpSpPr>
      <p:graphicFrame>
        <p:nvGraphicFramePr>
          <p:cNvPr id="4" name="Group 46">
            <a:extLst>
              <a:ext uri="{FF2B5EF4-FFF2-40B4-BE49-F238E27FC236}">
                <a16:creationId xmlns:a16="http://schemas.microsoft.com/office/drawing/2014/main" id="{295FF059-79A5-2F7C-0896-4F2681F7342D}"/>
              </a:ext>
            </a:extLst>
          </p:cNvPr>
          <p:cNvGraphicFramePr>
            <a:graphicFrameLocks noGrp="1"/>
          </p:cNvGraphicFramePr>
          <p:nvPr userDrawn="1">
            <p:extLst>
              <p:ext uri="{D42A27DB-BD31-4B8C-83A1-F6EECF244321}">
                <p14:modId xmlns:p14="http://schemas.microsoft.com/office/powerpoint/2010/main" val="2570884465"/>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dirty="0" err="1">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
        <p:nvSpPr>
          <p:cNvPr id="22" name="텍스트 개체 틀 21">
            <a:extLst>
              <a:ext uri="{FF2B5EF4-FFF2-40B4-BE49-F238E27FC236}">
                <a16:creationId xmlns:a16="http://schemas.microsoft.com/office/drawing/2014/main" id="{B9289445-4A17-91FD-F2C3-DB0315CC7C33}"/>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4" name="텍스트 개체 틀 23">
            <a:extLst>
              <a:ext uri="{FF2B5EF4-FFF2-40B4-BE49-F238E27FC236}">
                <a16:creationId xmlns:a16="http://schemas.microsoft.com/office/drawing/2014/main" id="{B170FA8D-9DD3-A0DF-0717-E5F4938BBAD8}"/>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27428392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7994395"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8275900" y="563939"/>
            <a:ext cx="3765816" cy="212237"/>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dirty="0">
                <a:solidFill>
                  <a:srgbClr val="262626"/>
                </a:solidFill>
                <a:latin typeface="Arial" pitchFamily="34" charset="0"/>
                <a:ea typeface="나눔고딕" pitchFamily="50" charset="-127"/>
                <a:cs typeface="Arial" pitchFamily="34" charset="0"/>
              </a:rPr>
              <a:t>Description</a:t>
            </a:r>
            <a:endParaRPr kumimoji="0" lang="en-GB" altLang="ko-KR" sz="779" dirty="0">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8275901" y="561378"/>
            <a:ext cx="376581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1255058382"/>
              </p:ext>
            </p:extLst>
          </p:nvPr>
        </p:nvGraphicFramePr>
        <p:xfrm>
          <a:off x="135409" y="96077"/>
          <a:ext cx="11921181" cy="420993"/>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86145">
                  <a:extLst>
                    <a:ext uri="{9D8B030D-6E8A-4147-A177-3AD203B41FA5}">
                      <a16:colId xmlns:a16="http://schemas.microsoft.com/office/drawing/2014/main" val="20002"/>
                    </a:ext>
                  </a:extLst>
                </a:gridCol>
                <a:gridCol w="2289552">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79044">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41949">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37609240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Summary">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B42A6570-5196-43DE-85B2-428460B9C59C}"/>
              </a:ext>
            </a:extLst>
          </p:cNvPr>
          <p:cNvGraphicFramePr>
            <a:graphicFrameLocks noGrp="1"/>
          </p:cNvGraphicFramePr>
          <p:nvPr userDrawn="1">
            <p:extLst>
              <p:ext uri="{D42A27DB-BD31-4B8C-83A1-F6EECF244321}">
                <p14:modId xmlns:p14="http://schemas.microsoft.com/office/powerpoint/2010/main" val="1661613928"/>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5" name="제목 개체 틀 9">
            <a:extLst>
              <a:ext uri="{FF2B5EF4-FFF2-40B4-BE49-F238E27FC236}">
                <a16:creationId xmlns:a16="http://schemas.microsoft.com/office/drawing/2014/main" id="{45E6D0DC-F064-4EBA-906A-BF1306784A62}"/>
              </a:ext>
            </a:extLst>
          </p:cNvPr>
          <p:cNvSpPr>
            <a:spLocks noGrp="1"/>
          </p:cNvSpPr>
          <p:nvPr>
            <p:ph type="title" hasCustomPrompt="1"/>
          </p:nvPr>
        </p:nvSpPr>
        <p:spPr>
          <a:xfrm>
            <a:off x="452672" y="371730"/>
            <a:ext cx="11425269" cy="611352"/>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자유양식 페이지</a:t>
            </a:r>
          </a:p>
        </p:txBody>
      </p:sp>
    </p:spTree>
    <p:extLst>
      <p:ext uri="{BB962C8B-B14F-4D97-AF65-F5344CB8AC3E}">
        <p14:creationId xmlns:p14="http://schemas.microsoft.com/office/powerpoint/2010/main" val="29479223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사용자 지정 레이아웃">
    <p:spTree>
      <p:nvGrpSpPr>
        <p:cNvPr id="1" name=""/>
        <p:cNvGrpSpPr/>
        <p:nvPr/>
      </p:nvGrpSpPr>
      <p:grpSpPr>
        <a:xfrm>
          <a:off x="0" y="0"/>
          <a:ext cx="0" cy="0"/>
          <a:chOff x="0" y="0"/>
          <a:chExt cx="0" cy="0"/>
        </a:xfrm>
      </p:grpSpPr>
      <p:sp>
        <p:nvSpPr>
          <p:cNvPr id="3" name="날짜 개체 틀 2"/>
          <p:cNvSpPr>
            <a:spLocks noGrp="1"/>
          </p:cNvSpPr>
          <p:nvPr>
            <p:ph type="dt" sz="half" idx="10"/>
          </p:nvPr>
        </p:nvSpPr>
        <p:spPr/>
        <p:txBody>
          <a:bodyPr/>
          <a:lstStyle/>
          <a:p>
            <a:fld id="{F5F14F84-101F-47FB-8969-AEADC03E37C5}" type="datetime1">
              <a:rPr lang="ko-KR" altLang="en-US" smtClean="0"/>
              <a:pPr/>
              <a:t>2025-04-10</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86895BC2-7856-472F-9654-3A892AB34D75}" type="slidenum">
              <a:rPr lang="ko-KR" altLang="en-US" smtClean="0"/>
              <a:pPr/>
              <a:t>‹#›</a:t>
            </a:fld>
            <a:endParaRPr lang="ko-KR" altLang="en-US"/>
          </a:p>
        </p:txBody>
      </p:sp>
      <p:sp>
        <p:nvSpPr>
          <p:cNvPr id="6" name="직사각형 5"/>
          <p:cNvSpPr/>
          <p:nvPr userDrawn="1"/>
        </p:nvSpPr>
        <p:spPr bwMode="auto">
          <a:xfrm>
            <a:off x="1" y="1932851"/>
            <a:ext cx="12191999" cy="1558316"/>
          </a:xfrm>
          <a:prstGeom prst="rect">
            <a:avLst/>
          </a:prstGeom>
          <a:solidFill>
            <a:schemeClr val="bg1">
              <a:lumMod val="95000"/>
            </a:schemeClr>
          </a:solidFill>
          <a:ln w="3175" algn="ctr">
            <a:noFill/>
            <a:prstDash val="solid"/>
            <a:round/>
            <a:headEnd/>
            <a:tailEnd/>
          </a:ln>
        </p:spPr>
        <p:txBody>
          <a:bodyPr rtlCol="0" anchor="ctr"/>
          <a:lstStyle/>
          <a:p>
            <a:pPr algn="ctr" defTabSz="871333"/>
            <a:endParaRPr lang="ko-KR" altLang="en-US" sz="693" dirty="0">
              <a:latin typeface="돋움" pitchFamily="50" charset="-127"/>
              <a:ea typeface="돋움" pitchFamily="50" charset="-127"/>
            </a:endParaRPr>
          </a:p>
        </p:txBody>
      </p:sp>
      <p:sp>
        <p:nvSpPr>
          <p:cNvPr id="2" name="제목 1"/>
          <p:cNvSpPr>
            <a:spLocks noGrp="1"/>
          </p:cNvSpPr>
          <p:nvPr>
            <p:ph type="title"/>
          </p:nvPr>
        </p:nvSpPr>
        <p:spPr>
          <a:xfrm>
            <a:off x="0" y="2119868"/>
            <a:ext cx="12192000" cy="1143000"/>
          </a:xfrm>
        </p:spPr>
        <p:txBody>
          <a:bodyPr>
            <a:normAutofit/>
          </a:bodyPr>
          <a:lstStyle>
            <a:lvl1pPr>
              <a:defRPr sz="2770" spc="-52" baseline="0">
                <a:latin typeface="HY헤드라인M" pitchFamily="18" charset="-127"/>
                <a:ea typeface="HY헤드라인M" pitchFamily="18" charset="-127"/>
              </a:defRPr>
            </a:lvl1pPr>
          </a:lstStyle>
          <a:p>
            <a:r>
              <a:rPr lang="ko-KR" altLang="en-US" dirty="0"/>
              <a:t>마스터 제목 스타일 편집</a:t>
            </a:r>
          </a:p>
        </p:txBody>
      </p:sp>
    </p:spTree>
    <p:extLst>
      <p:ext uri="{BB962C8B-B14F-4D97-AF65-F5344CB8AC3E}">
        <p14:creationId xmlns:p14="http://schemas.microsoft.com/office/powerpoint/2010/main" val="26079392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E1DB526-052B-CA1A-651E-3F0747B1DC5F}"/>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86CB4A95-08B0-7B87-46C1-57C9589290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E95820A-F30E-5702-A6C9-3411B707961B}"/>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986BF04A-F655-DA02-B0B2-5D9D318C9D8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EF5E68E-968A-D0D7-9FC3-42C934A14DC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22025870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1286EC-D967-2096-9573-432579E4089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B5FF012-3CB9-C30E-37A0-250B852F12CE}"/>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AFCBDDA-A257-4175-635C-96ACEB26354F}"/>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08024E4-E827-A6CA-BB7B-7C5BF1D43C8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8386A8B-CC25-D4E3-3048-54B218EFACD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7163491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5DA16A-0594-9F3E-ADE3-235ED4267932}"/>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683ED78-CD9A-43CC-D577-89BEA74250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779A7F2D-1D7A-32DF-A140-8083FB6F467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E00E511-C763-AF7F-109B-764E1E1B353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D6F652-2466-C44D-2230-116AB8061B1C}"/>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918256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6143EAF-8228-A12E-38CE-4D0C74B23F9F}"/>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FC2E77E-E6B9-F260-C840-677A520F6832}"/>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183BA875-A334-4AE9-10B4-AC431F95DBD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ADC9E1FE-D298-6C02-B5BE-7555568592A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50B6A96-7C5E-459D-F346-E71C3AF8EA5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5FE59361-7FFC-9CC2-9DB7-F44D7C239FE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8281356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04A8413-9B5B-4E66-968F-CB569105D42D}"/>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A79A015B-99CE-7B8F-D4FE-E66AE787E3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2DAAF45E-9A36-93A1-79C7-5C2C32BBAC4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5232659-803F-723C-1AC2-388FF3F780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5A84CE10-FC95-C438-3D8C-0975FDBD7404}"/>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6BADC5D9-49C4-2FC2-E077-E941342B7F42}"/>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E3195473-B206-3D26-6318-49A351E3673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6153C9A3-163F-DF8A-3C7B-F379507EB06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014917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CF7D4A-C2A9-BE73-7FA1-9F4B513154D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C1FD6F8E-D7AB-0659-8228-DDAE1247F4B5}"/>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6A68D9B3-9881-12DC-8725-0313E908912B}"/>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43A3DFA8-3DDF-FF18-7D7B-CC361D63F246}"/>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562793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6EF0055A-55FC-D597-AE8B-6CCF03D73286}"/>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D0FCA65A-8A75-9970-E7BA-0C1D804ECDF0}"/>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3C8D0E6-AB24-7C5F-17D8-9E333BA347F9}"/>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4861872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DE8AC2F-027F-1E3A-6B54-EC6F1167E2EF}"/>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C83DD431-1793-6DCA-E22B-86E09B3453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E13F23F-91DE-D28F-7BE3-FF9E8334BF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0CA9E10-6054-BD62-B71D-098DA3BEF4C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9694A7A-8F09-640A-0676-A32E6A5FA72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84F85C3-CD2F-5A1C-8064-1CA26D17E31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273647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39A27E2-AD27-DBAC-135C-9E828C65688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C70E6E69-E045-A30D-EC85-AF05DA412B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690E9F16-033A-7258-4674-18EB40F429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D20819E-0FAC-AF76-E598-112661B1FAE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8160C980-B1CD-3382-D9AA-AA91738A64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60038FC-7C65-DDB3-3639-F6359FEEA97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5975820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19E130-A10B-E17E-2728-23EA05134399}"/>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4226912-145D-22EE-D550-0515F3991432}"/>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BE4A1E3-4484-B25A-3684-76847D1B036E}"/>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CF588227-8E8F-D14F-A605-5207107698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BA13DEC-C0C1-DF58-FF0F-1B7F67D007D5}"/>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308917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A4E17FB3-2C82-5B1E-B6D5-A6545C091DDF}"/>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069DC27B-0C23-F59A-E5E1-0CC0D3B4B977}"/>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ED1C7C7-9116-DE5C-F62D-CE593D3A78D6}"/>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0B7DBBB-3532-9E48-3217-24DB491B2CA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CC5B2A3-B4D7-8DC7-7D71-B81D6495E0C7}"/>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921028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0DFACE7-1878-A978-96A0-017483365A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6BCD7EB2-B428-7CB7-A577-0598E532ED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D5512D6-9864-048D-ACEF-FA3D2ACB96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ABCC5FAE-E766-00C7-3FC8-59EC53EFB2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8C38E936-3AFD-ACDE-8391-B15E97975B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559331267"/>
      </p:ext>
    </p:extLst>
  </p:cSld>
  <p:clrMap bg1="lt1" tx1="dk1" bg2="lt2" tx2="dk2" accent1="accent1" accent2="accent2" accent3="accent3" accent4="accent4" accent5="accent5" accent6="accent6" hlink="hlink" folHlink="folHlink"/>
  <p:sldLayoutIdLst>
    <p:sldLayoutId id="2147483672" r:id="rId1"/>
    <p:sldLayoutId id="2147483675" r:id="rId2"/>
    <p:sldLayoutId id="2147483676" r:id="rId3"/>
    <p:sldLayoutId id="214748367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74" r:id="rId16"/>
    <p:sldLayoutId id="2147483681" r:id="rId17"/>
    <p:sldLayoutId id="2147483684" r:id="rId18"/>
    <p:sldLayoutId id="2147483686" r:id="rId19"/>
    <p:sldLayoutId id="2147483685" r:id="rId20"/>
    <p:sldLayoutId id="2147483682" r:id="rId21"/>
    <p:sldLayoutId id="2147483683" r:id="rId22"/>
    <p:sldLayoutId id="2147483690" r:id="rId23"/>
    <p:sldLayoutId id="2147483688" r:id="rId24"/>
    <p:sldLayoutId id="2147483689" r:id="rId25"/>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F1214EF-932F-C63F-A1CF-0BA9820320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C95E1B0A-E79E-AA59-A569-8D9F4CB5CD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118CAF7-B323-4D5B-5796-9E1DD35DA4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8C5439D7-020C-FA22-2AC9-711797D100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B8CC3FF0-6586-5483-0FB8-F5D6506E50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6725363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slide" Target="slide16.xml"/><Relationship Id="rId7" Type="http://schemas.openxmlformats.org/officeDocument/2006/relationships/slide" Target="slide17.xml"/><Relationship Id="rId2" Type="http://schemas.openxmlformats.org/officeDocument/2006/relationships/slide" Target="slide13.xml"/><Relationship Id="rId1" Type="http://schemas.openxmlformats.org/officeDocument/2006/relationships/slideLayout" Target="../slideLayouts/slideLayout23.xml"/><Relationship Id="rId6" Type="http://schemas.openxmlformats.org/officeDocument/2006/relationships/slide" Target="slide18.xml"/><Relationship Id="rId5" Type="http://schemas.openxmlformats.org/officeDocument/2006/relationships/slide" Target="slide15.xml"/><Relationship Id="rId4" Type="http://schemas.openxmlformats.org/officeDocument/2006/relationships/slide" Target="slide23.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23.xml"/><Relationship Id="rId5" Type="http://schemas.openxmlformats.org/officeDocument/2006/relationships/image" Target="../media/image23.jpg"/><Relationship Id="rId4" Type="http://schemas.openxmlformats.org/officeDocument/2006/relationships/image" Target="../media/image22.jpeg"/></Relationships>
</file>

<file path=ppt/slides/_rels/slide1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0.jpg"/><Relationship Id="rId1" Type="http://schemas.openxmlformats.org/officeDocument/2006/relationships/slideLayout" Target="../slideLayouts/slideLayout23.xml"/><Relationship Id="rId5" Type="http://schemas.openxmlformats.org/officeDocument/2006/relationships/slide" Target="slide12.xml"/><Relationship Id="rId4" Type="http://schemas.openxmlformats.org/officeDocument/2006/relationships/image" Target="../media/image25.jpg"/></Relationships>
</file>

<file path=ppt/slides/_rels/slide18.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image" Target="../media/image30.jpg"/><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slide" Target="slide26.xml"/><Relationship Id="rId1" Type="http://schemas.openxmlformats.org/officeDocument/2006/relationships/slideLayout" Target="../slideLayouts/slideLayout23.xml"/><Relationship Id="rId5" Type="http://schemas.openxmlformats.org/officeDocument/2006/relationships/image" Target="../media/image32.png"/><Relationship Id="rId4" Type="http://schemas.openxmlformats.org/officeDocument/2006/relationships/slide" Target="slide28.xml"/></Relationships>
</file>

<file path=ppt/slides/_rels/slide26.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image" Target="../media/image33.png"/><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image" Target="../media/image34.png"/><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9.xml"/><Relationship Id="rId5" Type="http://schemas.openxmlformats.org/officeDocument/2006/relationships/image" Target="../media/image41.png"/><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8.png"/><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9.xml"/><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9.xml"/><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9.xml"/><Relationship Id="rId4" Type="http://schemas.openxmlformats.org/officeDocument/2006/relationships/image" Target="../media/image38.png"/></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9.xml"/><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26F26CA7-932B-DDBA-63A5-B4A3FD6ED9DE}"/>
              </a:ext>
            </a:extLst>
          </p:cNvPr>
          <p:cNvSpPr>
            <a:spLocks noGrp="1"/>
          </p:cNvSpPr>
          <p:nvPr>
            <p:ph type="body" sz="quarter" idx="10"/>
          </p:nvPr>
        </p:nvSpPr>
        <p:spPr/>
        <p:txBody>
          <a:bodyPr>
            <a:normAutofit lnSpcReduction="10000"/>
          </a:bodyPr>
          <a:lstStyle/>
          <a:p>
            <a:r>
              <a:rPr lang="en-US" altLang="ko-KR" dirty="0"/>
              <a:t>0.2</a:t>
            </a:r>
            <a:endParaRPr lang="ko-KR" altLang="en-US" dirty="0"/>
          </a:p>
        </p:txBody>
      </p:sp>
      <p:sp>
        <p:nvSpPr>
          <p:cNvPr id="3" name="텍스트 개체 틀 2">
            <a:extLst>
              <a:ext uri="{FF2B5EF4-FFF2-40B4-BE49-F238E27FC236}">
                <a16:creationId xmlns:a16="http://schemas.microsoft.com/office/drawing/2014/main" id="{B785933B-3C7A-E937-CE8F-05DA69641A2E}"/>
              </a:ext>
            </a:extLst>
          </p:cNvPr>
          <p:cNvSpPr>
            <a:spLocks noGrp="1"/>
          </p:cNvSpPr>
          <p:nvPr>
            <p:ph type="body" sz="quarter" idx="11"/>
          </p:nvPr>
        </p:nvSpPr>
        <p:spPr/>
        <p:txBody>
          <a:bodyPr>
            <a:normAutofit lnSpcReduction="10000"/>
          </a:bodyPr>
          <a:lstStyle/>
          <a:p>
            <a:r>
              <a:rPr lang="en-US" altLang="ko-KR" dirty="0"/>
              <a:t>2025.04.07</a:t>
            </a:r>
          </a:p>
        </p:txBody>
      </p:sp>
      <p:sp>
        <p:nvSpPr>
          <p:cNvPr id="4" name="텍스트 개체 틀 3">
            <a:extLst>
              <a:ext uri="{FF2B5EF4-FFF2-40B4-BE49-F238E27FC236}">
                <a16:creationId xmlns:a16="http://schemas.microsoft.com/office/drawing/2014/main" id="{AD6A25ED-FFA7-EF8F-4E64-C38E62B0CE8D}"/>
              </a:ext>
            </a:extLst>
          </p:cNvPr>
          <p:cNvSpPr>
            <a:spLocks noGrp="1"/>
          </p:cNvSpPr>
          <p:nvPr>
            <p:ph type="body" sz="quarter" idx="12"/>
          </p:nvPr>
        </p:nvSpPr>
        <p:spPr/>
        <p:txBody>
          <a:bodyPr>
            <a:normAutofit fontScale="92500"/>
          </a:bodyPr>
          <a:lstStyle/>
          <a:p>
            <a:pPr marL="0" indent="0">
              <a:buNone/>
            </a:pPr>
            <a:r>
              <a:rPr lang="en-US" altLang="ko-KR" dirty="0" err="1"/>
              <a:t>Team_PalpalDev</a:t>
            </a:r>
            <a:r>
              <a:rPr lang="en-US" altLang="ko-KR" dirty="0"/>
              <a:t>!</a:t>
            </a:r>
            <a:endParaRPr lang="ko-KR" altLang="en-US" dirty="0"/>
          </a:p>
        </p:txBody>
      </p:sp>
      <p:sp>
        <p:nvSpPr>
          <p:cNvPr id="5" name="제목 4">
            <a:extLst>
              <a:ext uri="{FF2B5EF4-FFF2-40B4-BE49-F238E27FC236}">
                <a16:creationId xmlns:a16="http://schemas.microsoft.com/office/drawing/2014/main" id="{30F81792-4FB8-83F7-971C-F6EB5213DFD3}"/>
              </a:ext>
            </a:extLst>
          </p:cNvPr>
          <p:cNvSpPr>
            <a:spLocks noGrp="1"/>
          </p:cNvSpPr>
          <p:nvPr>
            <p:ph type="title"/>
          </p:nvPr>
        </p:nvSpPr>
        <p:spPr/>
        <p:txBody>
          <a:bodyPr/>
          <a:lstStyle/>
          <a:p>
            <a:r>
              <a:rPr lang="ko-KR" altLang="en-US" dirty="0" err="1"/>
              <a:t>든든하이</a:t>
            </a:r>
            <a:r>
              <a:rPr lang="en-US" altLang="ko-KR" dirty="0"/>
              <a:t>! </a:t>
            </a:r>
            <a:r>
              <a:rPr lang="ko-KR" altLang="en-US" dirty="0"/>
              <a:t>스토리보드 </a:t>
            </a:r>
            <a:r>
              <a:rPr lang="en-US" altLang="ko-KR" dirty="0"/>
              <a:t>v0.2</a:t>
            </a:r>
            <a:r>
              <a:rPr lang="ko-KR" altLang="en-US" dirty="0"/>
              <a:t> </a:t>
            </a:r>
          </a:p>
        </p:txBody>
      </p:sp>
    </p:spTree>
    <p:extLst>
      <p:ext uri="{BB962C8B-B14F-4D97-AF65-F5344CB8AC3E}">
        <p14:creationId xmlns:p14="http://schemas.microsoft.com/office/powerpoint/2010/main" val="2366315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79376" y="404665"/>
            <a:ext cx="11425269" cy="576064"/>
          </a:xfrm>
          <a:prstGeom prst="rect">
            <a:avLst/>
          </a:prstGeom>
        </p:spPr>
        <p:txBody>
          <a:bodyPr/>
          <a:lstStyle/>
          <a:p>
            <a:r>
              <a:rPr lang="en-US" altLang="ko-KR" dirty="0">
                <a:solidFill>
                  <a:schemeClr val="tx1"/>
                </a:solidFill>
              </a:rPr>
              <a:t>History</a:t>
            </a:r>
            <a:endParaRPr lang="ko-KR" altLang="en-US" dirty="0">
              <a:solidFill>
                <a:schemeClr val="tx1"/>
              </a:solidFill>
            </a:endParaRPr>
          </a:p>
        </p:txBody>
      </p:sp>
      <p:graphicFrame>
        <p:nvGraphicFramePr>
          <p:cNvPr id="3" name="표 2"/>
          <p:cNvGraphicFramePr>
            <a:graphicFrameLocks noGrp="1"/>
          </p:cNvGraphicFramePr>
          <p:nvPr>
            <p:extLst>
              <p:ext uri="{D42A27DB-BD31-4B8C-83A1-F6EECF244321}">
                <p14:modId xmlns:p14="http://schemas.microsoft.com/office/powerpoint/2010/main" val="3544857978"/>
              </p:ext>
            </p:extLst>
          </p:nvPr>
        </p:nvGraphicFramePr>
        <p:xfrm>
          <a:off x="867104" y="1700808"/>
          <a:ext cx="10127027" cy="4214374"/>
        </p:xfrm>
        <a:graphic>
          <a:graphicData uri="http://schemas.openxmlformats.org/drawingml/2006/table">
            <a:tbl>
              <a:tblPr>
                <a:tableStyleId>{5C22544A-7EE6-4342-B048-85BDC9FD1C3A}</a:tableStyleId>
              </a:tblPr>
              <a:tblGrid>
                <a:gridCol w="647656">
                  <a:extLst>
                    <a:ext uri="{9D8B030D-6E8A-4147-A177-3AD203B41FA5}">
                      <a16:colId xmlns:a16="http://schemas.microsoft.com/office/drawing/2014/main" val="20000"/>
                    </a:ext>
                  </a:extLst>
                </a:gridCol>
                <a:gridCol w="824294">
                  <a:extLst>
                    <a:ext uri="{9D8B030D-6E8A-4147-A177-3AD203B41FA5}">
                      <a16:colId xmlns:a16="http://schemas.microsoft.com/office/drawing/2014/main" val="20001"/>
                    </a:ext>
                  </a:extLst>
                </a:gridCol>
                <a:gridCol w="939885">
                  <a:extLst>
                    <a:ext uri="{9D8B030D-6E8A-4147-A177-3AD203B41FA5}">
                      <a16:colId xmlns:a16="http://schemas.microsoft.com/office/drawing/2014/main" val="1621773451"/>
                    </a:ext>
                  </a:extLst>
                </a:gridCol>
                <a:gridCol w="6360995">
                  <a:extLst>
                    <a:ext uri="{9D8B030D-6E8A-4147-A177-3AD203B41FA5}">
                      <a16:colId xmlns:a16="http://schemas.microsoft.com/office/drawing/2014/main" val="20002"/>
                    </a:ext>
                  </a:extLst>
                </a:gridCol>
                <a:gridCol w="706536">
                  <a:extLst>
                    <a:ext uri="{9D8B030D-6E8A-4147-A177-3AD203B41FA5}">
                      <a16:colId xmlns:a16="http://schemas.microsoft.com/office/drawing/2014/main" val="20004"/>
                    </a:ext>
                  </a:extLst>
                </a:gridCol>
                <a:gridCol w="647661">
                  <a:extLst>
                    <a:ext uri="{9D8B030D-6E8A-4147-A177-3AD203B41FA5}">
                      <a16:colId xmlns:a16="http://schemas.microsoft.com/office/drawing/2014/main" val="20005"/>
                    </a:ext>
                  </a:extLst>
                </a:gridCol>
              </a:tblGrid>
              <a:tr h="358294">
                <a:tc>
                  <a:txBody>
                    <a:bodyPr/>
                    <a:lstStyle/>
                    <a:p>
                      <a:pPr algn="l" latinLnBrk="1"/>
                      <a:r>
                        <a:rPr lang="en-US" altLang="ko-KR" sz="1000" b="1" dirty="0">
                          <a:solidFill>
                            <a:schemeClr val="tx1"/>
                          </a:solidFill>
                        </a:rPr>
                        <a:t>Version.</a:t>
                      </a:r>
                      <a:endParaRPr lang="ko-KR" altLang="en-US" sz="1000" b="1" dirty="0">
                        <a:solidFill>
                          <a:schemeClr val="tx1"/>
                        </a:solidFill>
                      </a:endParaRP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Date.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File name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Content.</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Page.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Writer.</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latin typeface="+mn-ea"/>
                          <a:ea typeface="+mn-ea"/>
                        </a:rPr>
                        <a:t>V0.1</a:t>
                      </a: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mn-ea"/>
                          <a:cs typeface="+mn-cs"/>
                        </a:rPr>
                        <a:t> 2025.04.02</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en-US" altLang="ko-KR" sz="900" dirty="0">
                          <a:solidFill>
                            <a:schemeClr val="tx1"/>
                          </a:solidFill>
                          <a:latin typeface="+mn-ea"/>
                          <a:ea typeface="+mn-ea"/>
                        </a:rPr>
                        <a:t>V0.1</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ko-KR" altLang="en-US" sz="900" dirty="0">
                          <a:solidFill>
                            <a:schemeClr val="tx1"/>
                          </a:solidFill>
                          <a:latin typeface="+mn-ea"/>
                          <a:ea typeface="+mn-ea"/>
                        </a:rPr>
                        <a:t>취합 및 </a:t>
                      </a:r>
                      <a:r>
                        <a:rPr lang="en-US" altLang="ko-KR" sz="900" dirty="0">
                          <a:solidFill>
                            <a:schemeClr val="tx1"/>
                          </a:solidFill>
                          <a:latin typeface="+mn-ea"/>
                          <a:ea typeface="+mn-ea"/>
                        </a:rPr>
                        <a:t>v0.1 </a:t>
                      </a:r>
                      <a:r>
                        <a:rPr lang="ko-KR" altLang="en-US" sz="900" dirty="0">
                          <a:solidFill>
                            <a:schemeClr val="tx1"/>
                          </a:solidFill>
                          <a:latin typeface="+mn-ea"/>
                          <a:ea typeface="+mn-ea"/>
                        </a:rPr>
                        <a:t>작성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a:solidFill>
                            <a:schemeClr val="tx1"/>
                          </a:solidFill>
                        </a:rPr>
                        <a:t>박소은</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latin typeface="+mn-ea"/>
                          <a:ea typeface="+mn-ea"/>
                        </a:rPr>
                        <a:t>V0.2</a:t>
                      </a: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mn-ea"/>
                          <a:cs typeface="+mn-cs"/>
                        </a:rPr>
                        <a:t> 2025.04.07</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en-US" altLang="ko-KR" sz="900" dirty="0">
                          <a:solidFill>
                            <a:schemeClr val="tx1"/>
                          </a:solidFill>
                          <a:latin typeface="+mn-ea"/>
                          <a:ea typeface="+mn-ea"/>
                        </a:rPr>
                        <a:t>V0.2</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ko-KR" altLang="en-US" sz="900" dirty="0">
                          <a:solidFill>
                            <a:schemeClr val="tx1"/>
                          </a:solidFill>
                          <a:latin typeface="+mn-ea"/>
                          <a:ea typeface="+mn-ea"/>
                        </a:rPr>
                        <a:t>취합 및 </a:t>
                      </a:r>
                      <a:r>
                        <a:rPr lang="en-US" altLang="ko-KR" sz="900" dirty="0">
                          <a:solidFill>
                            <a:schemeClr val="tx1"/>
                          </a:solidFill>
                          <a:latin typeface="+mn-ea"/>
                          <a:ea typeface="+mn-ea"/>
                        </a:rPr>
                        <a:t>v0.2 </a:t>
                      </a:r>
                      <a:r>
                        <a:rPr lang="ko-KR" altLang="en-US" sz="900" dirty="0">
                          <a:solidFill>
                            <a:schemeClr val="tx1"/>
                          </a:solidFill>
                          <a:latin typeface="+mn-ea"/>
                          <a:ea typeface="+mn-ea"/>
                        </a:rPr>
                        <a:t>작성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a:solidFill>
                            <a:schemeClr val="tx1"/>
                          </a:solidFill>
                        </a:rPr>
                        <a:t>박소은</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2"/>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en-US" altLang="ko-KR"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3"/>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4"/>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mn-ea"/>
                        <a:cs typeface="+mn-cs"/>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5"/>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4"/>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5"/>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4142643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0947923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7273238"/>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extLst>
                  <a:ext uri="{0D108BD9-81ED-4DB2-BD59-A6C34878D82A}">
                    <a16:rowId xmlns:a16="http://schemas.microsoft.com/office/drawing/2014/main" val="1870541768"/>
                  </a:ext>
                </a:extLst>
              </a:tr>
            </a:tbl>
          </a:graphicData>
        </a:graphic>
      </p:graphicFrame>
      <p:sp>
        <p:nvSpPr>
          <p:cNvPr id="5" name="TextBox 4">
            <a:extLst>
              <a:ext uri="{FF2B5EF4-FFF2-40B4-BE49-F238E27FC236}">
                <a16:creationId xmlns:a16="http://schemas.microsoft.com/office/drawing/2014/main" id="{90B8312E-970E-458B-87FB-84F7A22C22BA}"/>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2</a:t>
            </a:fld>
            <a:endParaRPr lang="ko-KR" altLang="en-US" sz="900" dirty="0"/>
          </a:p>
        </p:txBody>
      </p:sp>
    </p:spTree>
    <p:extLst>
      <p:ext uri="{BB962C8B-B14F-4D97-AF65-F5344CB8AC3E}">
        <p14:creationId xmlns:p14="http://schemas.microsoft.com/office/powerpoint/2010/main" val="1580783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C6F8B-8BD9-DD42-FCC2-C8BA9C31E076}"/>
            </a:ext>
          </a:extLst>
        </p:cNvPr>
        <p:cNvGrpSpPr/>
        <p:nvPr/>
      </p:nvGrpSpPr>
      <p:grpSpPr>
        <a:xfrm>
          <a:off x="0" y="0"/>
          <a:ext cx="0" cy="0"/>
          <a:chOff x="0" y="0"/>
          <a:chExt cx="0" cy="0"/>
        </a:xfrm>
      </p:grpSpPr>
      <p:cxnSp>
        <p:nvCxnSpPr>
          <p:cNvPr id="47" name="직선 연결선 46">
            <a:extLst>
              <a:ext uri="{FF2B5EF4-FFF2-40B4-BE49-F238E27FC236}">
                <a16:creationId xmlns:a16="http://schemas.microsoft.com/office/drawing/2014/main" id="{7D29DB48-B5F8-2166-02F2-A35941EEBDDE}"/>
              </a:ext>
            </a:extLst>
          </p:cNvPr>
          <p:cNvCxnSpPr>
            <a:cxnSpLocks/>
            <a:endCxn id="15" idx="1"/>
          </p:cNvCxnSpPr>
          <p:nvPr/>
        </p:nvCxnSpPr>
        <p:spPr>
          <a:xfrm flipV="1">
            <a:off x="1484233" y="3266954"/>
            <a:ext cx="6194763" cy="9990"/>
          </a:xfrm>
          <a:prstGeom prst="line">
            <a:avLst/>
          </a:prstGeom>
        </p:spPr>
        <p:style>
          <a:lnRef idx="1">
            <a:schemeClr val="accent1"/>
          </a:lnRef>
          <a:fillRef idx="0">
            <a:schemeClr val="accent1"/>
          </a:fillRef>
          <a:effectRef idx="0">
            <a:schemeClr val="accent1"/>
          </a:effectRef>
          <a:fontRef idx="minor">
            <a:schemeClr val="tx1"/>
          </a:fontRef>
        </p:style>
      </p:cxnSp>
      <p:sp>
        <p:nvSpPr>
          <p:cNvPr id="28" name="텍스트 개체 틀 27">
            <a:extLst>
              <a:ext uri="{FF2B5EF4-FFF2-40B4-BE49-F238E27FC236}">
                <a16:creationId xmlns:a16="http://schemas.microsoft.com/office/drawing/2014/main" id="{8F01F176-0D6D-154A-4367-27ABC924AFC5}"/>
              </a:ext>
            </a:extLst>
          </p:cNvPr>
          <p:cNvSpPr>
            <a:spLocks noGrp="1"/>
          </p:cNvSpPr>
          <p:nvPr>
            <p:ph type="body" sz="quarter" idx="13"/>
          </p:nvPr>
        </p:nvSpPr>
        <p:spPr/>
        <p:txBody>
          <a:bodyPr>
            <a:noAutofit/>
          </a:bodyPr>
          <a:lstStyle/>
          <a:p>
            <a:r>
              <a:rPr lang="ko-KR" altLang="en-US" dirty="0"/>
              <a:t>메뉴구조도</a:t>
            </a:r>
          </a:p>
        </p:txBody>
      </p:sp>
      <p:sp>
        <p:nvSpPr>
          <p:cNvPr id="30" name="텍스트 개체 틀 29">
            <a:extLst>
              <a:ext uri="{FF2B5EF4-FFF2-40B4-BE49-F238E27FC236}">
                <a16:creationId xmlns:a16="http://schemas.microsoft.com/office/drawing/2014/main" id="{87933F24-CE78-5E1B-42F2-CF6A2D77B359}"/>
              </a:ext>
            </a:extLst>
          </p:cNvPr>
          <p:cNvSpPr>
            <a:spLocks noGrp="1"/>
          </p:cNvSpPr>
          <p:nvPr>
            <p:ph type="body" sz="quarter" idx="14"/>
          </p:nvPr>
        </p:nvSpPr>
        <p:spPr/>
        <p:txBody>
          <a:bodyPr>
            <a:noAutofit/>
          </a:bodyPr>
          <a:lstStyle/>
          <a:p>
            <a:r>
              <a:rPr lang="ko-KR" altLang="en-US" dirty="0"/>
              <a:t>메뉴구조도 </a:t>
            </a:r>
            <a:r>
              <a:rPr lang="en-US" altLang="ko-KR" dirty="0"/>
              <a:t>(</a:t>
            </a:r>
            <a:r>
              <a:rPr lang="en-US" altLang="ko-KR" dirty="0" err="1"/>
              <a:t>Site_map</a:t>
            </a:r>
            <a:r>
              <a:rPr lang="en-US" altLang="ko-KR" dirty="0"/>
              <a:t>)</a:t>
            </a:r>
            <a:endParaRPr lang="ko-KR" altLang="en-US" dirty="0"/>
          </a:p>
        </p:txBody>
      </p:sp>
      <p:sp>
        <p:nvSpPr>
          <p:cNvPr id="72" name="텍스트 개체 틀 71">
            <a:extLst>
              <a:ext uri="{FF2B5EF4-FFF2-40B4-BE49-F238E27FC236}">
                <a16:creationId xmlns:a16="http://schemas.microsoft.com/office/drawing/2014/main" id="{C8A472F7-69AE-EDFF-B51E-96B720EB8889}"/>
              </a:ext>
            </a:extLst>
          </p:cNvPr>
          <p:cNvSpPr>
            <a:spLocks noGrp="1"/>
          </p:cNvSpPr>
          <p:nvPr>
            <p:ph type="body" sz="quarter" idx="15"/>
          </p:nvPr>
        </p:nvSpPr>
        <p:spPr/>
        <p:txBody>
          <a:bodyPr/>
          <a:lstStyle/>
          <a:p>
            <a:endParaRPr lang="ko-KR" altLang="en-US" dirty="0"/>
          </a:p>
        </p:txBody>
      </p:sp>
      <p:sp>
        <p:nvSpPr>
          <p:cNvPr id="76" name="텍스트 개체 틀 75">
            <a:extLst>
              <a:ext uri="{FF2B5EF4-FFF2-40B4-BE49-F238E27FC236}">
                <a16:creationId xmlns:a16="http://schemas.microsoft.com/office/drawing/2014/main" id="{F17185C8-59BE-42E8-2D11-06600E665E25}"/>
              </a:ext>
            </a:extLst>
          </p:cNvPr>
          <p:cNvSpPr>
            <a:spLocks noGrp="1"/>
          </p:cNvSpPr>
          <p:nvPr>
            <p:ph type="body" sz="quarter" idx="16"/>
          </p:nvPr>
        </p:nvSpPr>
        <p:spPr/>
        <p:txBody>
          <a:bodyPr/>
          <a:lstStyle/>
          <a:p>
            <a:r>
              <a:rPr lang="ko-KR" altLang="en-US" dirty="0"/>
              <a:t>박소은</a:t>
            </a:r>
          </a:p>
        </p:txBody>
      </p:sp>
      <p:sp>
        <p:nvSpPr>
          <p:cNvPr id="78" name="제목 77">
            <a:extLst>
              <a:ext uri="{FF2B5EF4-FFF2-40B4-BE49-F238E27FC236}">
                <a16:creationId xmlns:a16="http://schemas.microsoft.com/office/drawing/2014/main" id="{369D8501-33A0-19C7-CAB1-C4A71FA77B23}"/>
              </a:ext>
            </a:extLst>
          </p:cNvPr>
          <p:cNvSpPr>
            <a:spLocks noGrp="1"/>
          </p:cNvSpPr>
          <p:nvPr>
            <p:ph type="title"/>
          </p:nvPr>
        </p:nvSpPr>
        <p:spPr/>
        <p:txBody>
          <a:bodyPr>
            <a:noAutofit/>
          </a:bodyPr>
          <a:lstStyle/>
          <a:p>
            <a:endParaRPr lang="ko-KR" altLang="en-US" sz="800" dirty="0"/>
          </a:p>
        </p:txBody>
      </p:sp>
      <p:cxnSp>
        <p:nvCxnSpPr>
          <p:cNvPr id="916" name="직선 연결선 915">
            <a:extLst>
              <a:ext uri="{FF2B5EF4-FFF2-40B4-BE49-F238E27FC236}">
                <a16:creationId xmlns:a16="http://schemas.microsoft.com/office/drawing/2014/main" id="{D03D15B8-675F-215C-0D51-EA2D2DFFC3D6}"/>
              </a:ext>
            </a:extLst>
          </p:cNvPr>
          <p:cNvCxnSpPr>
            <a:cxnSpLocks/>
            <a:stCxn id="3" idx="2"/>
            <a:endCxn id="4" idx="0"/>
          </p:cNvCxnSpPr>
          <p:nvPr/>
        </p:nvCxnSpPr>
        <p:spPr>
          <a:xfrm>
            <a:off x="988539" y="1731735"/>
            <a:ext cx="2334" cy="1393153"/>
          </a:xfrm>
          <a:prstGeom prst="line">
            <a:avLst/>
          </a:prstGeom>
        </p:spPr>
        <p:style>
          <a:lnRef idx="1">
            <a:schemeClr val="accent1"/>
          </a:lnRef>
          <a:fillRef idx="0">
            <a:schemeClr val="accent1"/>
          </a:fillRef>
          <a:effectRef idx="0">
            <a:schemeClr val="accent1"/>
          </a:effectRef>
          <a:fontRef idx="minor">
            <a:schemeClr val="tx1"/>
          </a:fontRef>
        </p:style>
      </p:cxnSp>
      <p:sp>
        <p:nvSpPr>
          <p:cNvPr id="3" name="순서도: 처리 2">
            <a:extLst>
              <a:ext uri="{FF2B5EF4-FFF2-40B4-BE49-F238E27FC236}">
                <a16:creationId xmlns:a16="http://schemas.microsoft.com/office/drawing/2014/main" id="{B041C124-D98C-F28D-1991-1679192621F8}"/>
              </a:ext>
            </a:extLst>
          </p:cNvPr>
          <p:cNvSpPr/>
          <p:nvPr/>
        </p:nvSpPr>
        <p:spPr>
          <a:xfrm>
            <a:off x="505271" y="1427623"/>
            <a:ext cx="966535" cy="304112"/>
          </a:xfrm>
          <a:prstGeom prst="flowChartProcess">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로그인</a:t>
            </a:r>
          </a:p>
        </p:txBody>
      </p:sp>
      <p:sp>
        <p:nvSpPr>
          <p:cNvPr id="5" name="순서도: 처리 4">
            <a:extLst>
              <a:ext uri="{FF2B5EF4-FFF2-40B4-BE49-F238E27FC236}">
                <a16:creationId xmlns:a16="http://schemas.microsoft.com/office/drawing/2014/main" id="{552D26DC-36AE-2C49-8654-A8B22C1B2FC1}"/>
              </a:ext>
            </a:extLst>
          </p:cNvPr>
          <p:cNvSpPr/>
          <p:nvPr/>
        </p:nvSpPr>
        <p:spPr>
          <a:xfrm>
            <a:off x="494222" y="2241550"/>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홈</a:t>
            </a:r>
            <a:r>
              <a:rPr lang="en-US" altLang="ko-KR"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a:t>
            </a:r>
            <a:r>
              <a:rPr lang="ko-KR" altLang="en-US"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메인</a:t>
            </a:r>
            <a:r>
              <a:rPr lang="en-US" altLang="ko-KR"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a:t>
            </a:r>
            <a:endParaRPr lang="ko-KR" altLang="en-US"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endParaRPr>
          </a:p>
        </p:txBody>
      </p:sp>
      <p:sp>
        <p:nvSpPr>
          <p:cNvPr id="99" name="순서도: 처리 98">
            <a:extLst>
              <a:ext uri="{FF2B5EF4-FFF2-40B4-BE49-F238E27FC236}">
                <a16:creationId xmlns:a16="http://schemas.microsoft.com/office/drawing/2014/main" id="{EF8B4223-C64B-5116-9A71-80E68B4E7C84}"/>
              </a:ext>
            </a:extLst>
          </p:cNvPr>
          <p:cNvSpPr/>
          <p:nvPr/>
        </p:nvSpPr>
        <p:spPr>
          <a:xfrm>
            <a:off x="1591219" y="3130484"/>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지난이야기</a:t>
            </a:r>
          </a:p>
        </p:txBody>
      </p:sp>
      <p:cxnSp>
        <p:nvCxnSpPr>
          <p:cNvPr id="101" name="직선 연결선 100">
            <a:extLst>
              <a:ext uri="{FF2B5EF4-FFF2-40B4-BE49-F238E27FC236}">
                <a16:creationId xmlns:a16="http://schemas.microsoft.com/office/drawing/2014/main" id="{FB5BDB26-A562-02E8-7923-F63546BBBA97}"/>
              </a:ext>
            </a:extLst>
          </p:cNvPr>
          <p:cNvCxnSpPr>
            <a:cxnSpLocks/>
            <a:stCxn id="99" idx="2"/>
          </p:cNvCxnSpPr>
          <p:nvPr/>
        </p:nvCxnSpPr>
        <p:spPr>
          <a:xfrm flipH="1">
            <a:off x="2072154" y="3434596"/>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967" name="그룹 966">
            <a:extLst>
              <a:ext uri="{FF2B5EF4-FFF2-40B4-BE49-F238E27FC236}">
                <a16:creationId xmlns:a16="http://schemas.microsoft.com/office/drawing/2014/main" id="{03388C7F-D3B9-1B0B-3EFC-04A1BF6F7CAC}"/>
              </a:ext>
            </a:extLst>
          </p:cNvPr>
          <p:cNvGrpSpPr/>
          <p:nvPr/>
        </p:nvGrpSpPr>
        <p:grpSpPr>
          <a:xfrm>
            <a:off x="1603033" y="3522074"/>
            <a:ext cx="1024082" cy="215444"/>
            <a:chOff x="2650108" y="2888636"/>
            <a:chExt cx="1024082" cy="215444"/>
          </a:xfrm>
        </p:grpSpPr>
        <p:sp>
          <p:nvSpPr>
            <p:cNvPr id="117" name="순서도: 처리 116">
              <a:extLst>
                <a:ext uri="{FF2B5EF4-FFF2-40B4-BE49-F238E27FC236}">
                  <a16:creationId xmlns:a16="http://schemas.microsoft.com/office/drawing/2014/main" id="{A69C6B67-3577-47D4-56C2-09790601DD8A}"/>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이야기 목록</a:t>
              </a:r>
            </a:p>
          </p:txBody>
        </p:sp>
        <p:sp>
          <p:nvSpPr>
            <p:cNvPr id="103" name="TextBox 102">
              <a:extLst>
                <a:ext uri="{FF2B5EF4-FFF2-40B4-BE49-F238E27FC236}">
                  <a16:creationId xmlns:a16="http://schemas.microsoft.com/office/drawing/2014/main" id="{A7693644-DE63-00DF-4B09-FD0911B6A30B}"/>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sp>
        <p:nvSpPr>
          <p:cNvPr id="4" name="순서도: 처리 3">
            <a:extLst>
              <a:ext uri="{FF2B5EF4-FFF2-40B4-BE49-F238E27FC236}">
                <a16:creationId xmlns:a16="http://schemas.microsoft.com/office/drawing/2014/main" id="{A7950302-166C-19DC-BBD2-5448BC02F8F7}"/>
              </a:ext>
            </a:extLst>
          </p:cNvPr>
          <p:cNvSpPr/>
          <p:nvPr/>
        </p:nvSpPr>
        <p:spPr>
          <a:xfrm>
            <a:off x="507605" y="3124888"/>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전화</a:t>
            </a:r>
          </a:p>
        </p:txBody>
      </p:sp>
      <p:cxnSp>
        <p:nvCxnSpPr>
          <p:cNvPr id="59" name="직선 연결선 58">
            <a:extLst>
              <a:ext uri="{FF2B5EF4-FFF2-40B4-BE49-F238E27FC236}">
                <a16:creationId xmlns:a16="http://schemas.microsoft.com/office/drawing/2014/main" id="{0E204665-87F9-9D21-C255-9E697D7C9839}"/>
              </a:ext>
            </a:extLst>
          </p:cNvPr>
          <p:cNvCxnSpPr>
            <a:cxnSpLocks/>
            <a:stCxn id="4" idx="2"/>
          </p:cNvCxnSpPr>
          <p:nvPr/>
        </p:nvCxnSpPr>
        <p:spPr>
          <a:xfrm flipH="1">
            <a:off x="988539" y="3429000"/>
            <a:ext cx="2334" cy="119654"/>
          </a:xfrm>
          <a:prstGeom prst="line">
            <a:avLst/>
          </a:prstGeom>
        </p:spPr>
        <p:style>
          <a:lnRef idx="1">
            <a:schemeClr val="accent1"/>
          </a:lnRef>
          <a:fillRef idx="0">
            <a:schemeClr val="accent1"/>
          </a:fillRef>
          <a:effectRef idx="0">
            <a:schemeClr val="accent1"/>
          </a:effectRef>
          <a:fontRef idx="minor">
            <a:schemeClr val="tx1"/>
          </a:fontRef>
        </p:style>
      </p:cxnSp>
      <p:grpSp>
        <p:nvGrpSpPr>
          <p:cNvPr id="966" name="그룹 965">
            <a:extLst>
              <a:ext uri="{FF2B5EF4-FFF2-40B4-BE49-F238E27FC236}">
                <a16:creationId xmlns:a16="http://schemas.microsoft.com/office/drawing/2014/main" id="{B0020CC3-661A-D296-46A4-0EBB7A6FCA41}"/>
              </a:ext>
            </a:extLst>
          </p:cNvPr>
          <p:cNvGrpSpPr/>
          <p:nvPr/>
        </p:nvGrpSpPr>
        <p:grpSpPr>
          <a:xfrm>
            <a:off x="492867" y="3534129"/>
            <a:ext cx="991366" cy="215444"/>
            <a:chOff x="1557561" y="2891734"/>
            <a:chExt cx="991366" cy="215444"/>
          </a:xfrm>
        </p:grpSpPr>
        <p:sp>
          <p:nvSpPr>
            <p:cNvPr id="12" name="순서도: 처리 11">
              <a:extLst>
                <a:ext uri="{FF2B5EF4-FFF2-40B4-BE49-F238E27FC236}">
                  <a16:creationId xmlns:a16="http://schemas.microsoft.com/office/drawing/2014/main" id="{8EC4771B-EE3E-E507-14BC-C0B599EC915A}"/>
                </a:ext>
              </a:extLst>
            </p:cNvPr>
            <p:cNvSpPr/>
            <p:nvPr/>
          </p:nvSpPr>
          <p:spPr>
            <a:xfrm>
              <a:off x="1557561" y="2908997"/>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전화번호부</a:t>
              </a:r>
            </a:p>
          </p:txBody>
        </p:sp>
        <p:sp>
          <p:nvSpPr>
            <p:cNvPr id="288" name="TextBox 287">
              <a:extLst>
                <a:ext uri="{FF2B5EF4-FFF2-40B4-BE49-F238E27FC236}">
                  <a16:creationId xmlns:a16="http://schemas.microsoft.com/office/drawing/2014/main" id="{338BFFBD-07F6-3255-1345-841EE720EDA1}"/>
                </a:ext>
              </a:extLst>
            </p:cNvPr>
            <p:cNvSpPr txBox="1"/>
            <p:nvPr/>
          </p:nvSpPr>
          <p:spPr>
            <a:xfrm>
              <a:off x="2252051" y="2891734"/>
              <a:ext cx="296876" cy="215444"/>
            </a:xfrm>
            <a:prstGeom prst="rect">
              <a:avLst/>
            </a:prstGeom>
            <a:noFill/>
          </p:spPr>
          <p:txBody>
            <a:bodyPr wrap="none" rtlCol="0">
              <a:spAutoFit/>
            </a:bodyPr>
            <a:lstStyle/>
            <a:p>
              <a:r>
                <a:rPr lang="en-US" altLang="ko-KR" sz="800" dirty="0"/>
                <a:t>01</a:t>
              </a:r>
              <a:endParaRPr lang="ko-KR" altLang="en-US" sz="800" dirty="0"/>
            </a:p>
          </p:txBody>
        </p:sp>
      </p:grpSp>
      <p:sp>
        <p:nvSpPr>
          <p:cNvPr id="968" name="순서도: 처리 967">
            <a:extLst>
              <a:ext uri="{FF2B5EF4-FFF2-40B4-BE49-F238E27FC236}">
                <a16:creationId xmlns:a16="http://schemas.microsoft.com/office/drawing/2014/main" id="{5820C190-D77A-53D5-DA24-4B0ED87045AA}"/>
              </a:ext>
            </a:extLst>
          </p:cNvPr>
          <p:cNvSpPr/>
          <p:nvPr/>
        </p:nvSpPr>
        <p:spPr>
          <a:xfrm>
            <a:off x="2754238" y="3126162"/>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사진</a:t>
            </a:r>
          </a:p>
        </p:txBody>
      </p:sp>
      <p:cxnSp>
        <p:nvCxnSpPr>
          <p:cNvPr id="969" name="직선 연결선 968">
            <a:extLst>
              <a:ext uri="{FF2B5EF4-FFF2-40B4-BE49-F238E27FC236}">
                <a16:creationId xmlns:a16="http://schemas.microsoft.com/office/drawing/2014/main" id="{C18157E1-056C-DDBC-EEAF-C9311480F092}"/>
              </a:ext>
            </a:extLst>
          </p:cNvPr>
          <p:cNvCxnSpPr>
            <a:cxnSpLocks/>
            <a:stCxn id="968" idx="2"/>
          </p:cNvCxnSpPr>
          <p:nvPr/>
        </p:nvCxnSpPr>
        <p:spPr>
          <a:xfrm flipH="1">
            <a:off x="3235173" y="3430274"/>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970" name="그룹 969">
            <a:extLst>
              <a:ext uri="{FF2B5EF4-FFF2-40B4-BE49-F238E27FC236}">
                <a16:creationId xmlns:a16="http://schemas.microsoft.com/office/drawing/2014/main" id="{E61A06A9-A58C-7FA4-5249-C0DE9CE1EC14}"/>
              </a:ext>
            </a:extLst>
          </p:cNvPr>
          <p:cNvGrpSpPr/>
          <p:nvPr/>
        </p:nvGrpSpPr>
        <p:grpSpPr>
          <a:xfrm>
            <a:off x="2766052" y="3517752"/>
            <a:ext cx="1024082" cy="215444"/>
            <a:chOff x="2650108" y="2888636"/>
            <a:chExt cx="1024082" cy="215444"/>
          </a:xfrm>
        </p:grpSpPr>
        <p:sp>
          <p:nvSpPr>
            <p:cNvPr id="971" name="순서도: 처리 970">
              <a:extLst>
                <a:ext uri="{FF2B5EF4-FFF2-40B4-BE49-F238E27FC236}">
                  <a16:creationId xmlns:a16="http://schemas.microsoft.com/office/drawing/2014/main" id="{BA6E27E4-D27A-AACB-0DDC-9287D378F4DE}"/>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사진 찍기</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972" name="TextBox 971">
              <a:extLst>
                <a:ext uri="{FF2B5EF4-FFF2-40B4-BE49-F238E27FC236}">
                  <a16:creationId xmlns:a16="http://schemas.microsoft.com/office/drawing/2014/main" id="{5576BF9D-47C4-DCA8-1E39-722C9B54D287}"/>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grpSp>
        <p:nvGrpSpPr>
          <p:cNvPr id="973" name="그룹 972">
            <a:extLst>
              <a:ext uri="{FF2B5EF4-FFF2-40B4-BE49-F238E27FC236}">
                <a16:creationId xmlns:a16="http://schemas.microsoft.com/office/drawing/2014/main" id="{53817DC3-10F5-D226-272A-536AF9A84B5A}"/>
              </a:ext>
            </a:extLst>
          </p:cNvPr>
          <p:cNvGrpSpPr/>
          <p:nvPr/>
        </p:nvGrpSpPr>
        <p:grpSpPr>
          <a:xfrm>
            <a:off x="2766052" y="3754420"/>
            <a:ext cx="1024082" cy="215444"/>
            <a:chOff x="2650108" y="2888636"/>
            <a:chExt cx="1024082" cy="215444"/>
          </a:xfrm>
        </p:grpSpPr>
        <p:sp>
          <p:nvSpPr>
            <p:cNvPr id="974" name="순서도: 처리 973">
              <a:extLst>
                <a:ext uri="{FF2B5EF4-FFF2-40B4-BE49-F238E27FC236}">
                  <a16:creationId xmlns:a16="http://schemas.microsoft.com/office/drawing/2014/main" id="{187607A7-34AE-6869-1B91-C489B2F11826}"/>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사진 보기</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975" name="TextBox 974">
              <a:extLst>
                <a:ext uri="{FF2B5EF4-FFF2-40B4-BE49-F238E27FC236}">
                  <a16:creationId xmlns:a16="http://schemas.microsoft.com/office/drawing/2014/main" id="{B9E001FD-41D7-7504-1C4F-D31B7B8B8EA3}"/>
                </a:ext>
              </a:extLst>
            </p:cNvPr>
            <p:cNvSpPr txBox="1"/>
            <p:nvPr/>
          </p:nvSpPr>
          <p:spPr>
            <a:xfrm>
              <a:off x="3377314" y="2888636"/>
              <a:ext cx="296876" cy="215444"/>
            </a:xfrm>
            <a:prstGeom prst="rect">
              <a:avLst/>
            </a:prstGeom>
            <a:noFill/>
          </p:spPr>
          <p:txBody>
            <a:bodyPr wrap="none" rtlCol="0">
              <a:spAutoFit/>
            </a:bodyPr>
            <a:lstStyle/>
            <a:p>
              <a:r>
                <a:rPr lang="en-US" altLang="ko-KR" sz="800" dirty="0"/>
                <a:t>02</a:t>
              </a:r>
              <a:endParaRPr lang="ko-KR" altLang="en-US" sz="800" dirty="0"/>
            </a:p>
          </p:txBody>
        </p:sp>
      </p:grpSp>
      <p:sp>
        <p:nvSpPr>
          <p:cNvPr id="2" name="순서도: 처리 1">
            <a:extLst>
              <a:ext uri="{FF2B5EF4-FFF2-40B4-BE49-F238E27FC236}">
                <a16:creationId xmlns:a16="http://schemas.microsoft.com/office/drawing/2014/main" id="{A7C7F5B4-6740-647C-FFFD-7EDAEB4C0993}"/>
              </a:ext>
            </a:extLst>
          </p:cNvPr>
          <p:cNvSpPr/>
          <p:nvPr/>
        </p:nvSpPr>
        <p:spPr>
          <a:xfrm>
            <a:off x="2086300" y="1416461"/>
            <a:ext cx="966535" cy="304112"/>
          </a:xfrm>
          <a:prstGeom prst="flowChartProcess">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회원가입</a:t>
            </a:r>
          </a:p>
        </p:txBody>
      </p:sp>
      <p:sp>
        <p:nvSpPr>
          <p:cNvPr id="17" name="순서도: 처리 16">
            <a:extLst>
              <a:ext uri="{FF2B5EF4-FFF2-40B4-BE49-F238E27FC236}">
                <a16:creationId xmlns:a16="http://schemas.microsoft.com/office/drawing/2014/main" id="{26C730F0-68BD-D8B3-4D83-ED1ABCCBBF1D}"/>
              </a:ext>
            </a:extLst>
          </p:cNvPr>
          <p:cNvSpPr/>
          <p:nvPr/>
        </p:nvSpPr>
        <p:spPr>
          <a:xfrm>
            <a:off x="3978942" y="3119453"/>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내 주변</a:t>
            </a:r>
            <a:r>
              <a:rPr lang="en-US" altLang="ko-KR"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 </a:t>
            </a: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시설</a:t>
            </a:r>
          </a:p>
        </p:txBody>
      </p:sp>
      <p:cxnSp>
        <p:nvCxnSpPr>
          <p:cNvPr id="18" name="직선 연결선 17">
            <a:extLst>
              <a:ext uri="{FF2B5EF4-FFF2-40B4-BE49-F238E27FC236}">
                <a16:creationId xmlns:a16="http://schemas.microsoft.com/office/drawing/2014/main" id="{AE658DA7-B876-FFF5-A19C-3F498E754431}"/>
              </a:ext>
            </a:extLst>
          </p:cNvPr>
          <p:cNvCxnSpPr>
            <a:cxnSpLocks/>
            <a:stCxn id="17" idx="2"/>
          </p:cNvCxnSpPr>
          <p:nvPr/>
        </p:nvCxnSpPr>
        <p:spPr>
          <a:xfrm flipH="1">
            <a:off x="4459877" y="3423565"/>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그룹 18">
            <a:extLst>
              <a:ext uri="{FF2B5EF4-FFF2-40B4-BE49-F238E27FC236}">
                <a16:creationId xmlns:a16="http://schemas.microsoft.com/office/drawing/2014/main" id="{223BB54D-A6CA-27FB-6D35-5007B7C56D42}"/>
              </a:ext>
            </a:extLst>
          </p:cNvPr>
          <p:cNvGrpSpPr/>
          <p:nvPr/>
        </p:nvGrpSpPr>
        <p:grpSpPr>
          <a:xfrm>
            <a:off x="3990756" y="3511043"/>
            <a:ext cx="1024082" cy="215444"/>
            <a:chOff x="2650108" y="2888636"/>
            <a:chExt cx="1024082" cy="215444"/>
          </a:xfrm>
        </p:grpSpPr>
        <p:sp>
          <p:nvSpPr>
            <p:cNvPr id="20" name="순서도: 처리 19">
              <a:extLst>
                <a:ext uri="{FF2B5EF4-FFF2-40B4-BE49-F238E27FC236}">
                  <a16:creationId xmlns:a16="http://schemas.microsoft.com/office/drawing/2014/main" id="{6BFCA378-1DE1-01FF-FE76-8014C7D18EB5}"/>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지도</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21" name="TextBox 20">
              <a:extLst>
                <a:ext uri="{FF2B5EF4-FFF2-40B4-BE49-F238E27FC236}">
                  <a16:creationId xmlns:a16="http://schemas.microsoft.com/office/drawing/2014/main" id="{EB6E13FE-3DE6-F84D-E678-73145A565041}"/>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sp>
        <p:nvSpPr>
          <p:cNvPr id="25" name="순서도: 처리 24">
            <a:extLst>
              <a:ext uri="{FF2B5EF4-FFF2-40B4-BE49-F238E27FC236}">
                <a16:creationId xmlns:a16="http://schemas.microsoft.com/office/drawing/2014/main" id="{E5657D09-11B8-9F97-8FDF-867AFF7A3B52}"/>
              </a:ext>
            </a:extLst>
          </p:cNvPr>
          <p:cNvSpPr/>
          <p:nvPr/>
        </p:nvSpPr>
        <p:spPr>
          <a:xfrm>
            <a:off x="5201313" y="3126162"/>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문화교실</a:t>
            </a:r>
          </a:p>
        </p:txBody>
      </p:sp>
      <p:cxnSp>
        <p:nvCxnSpPr>
          <p:cNvPr id="26" name="직선 연결선 25">
            <a:extLst>
              <a:ext uri="{FF2B5EF4-FFF2-40B4-BE49-F238E27FC236}">
                <a16:creationId xmlns:a16="http://schemas.microsoft.com/office/drawing/2014/main" id="{AAE701D5-B76B-E1C3-5279-084D3DE3EAFA}"/>
              </a:ext>
            </a:extLst>
          </p:cNvPr>
          <p:cNvCxnSpPr>
            <a:cxnSpLocks/>
            <a:stCxn id="25" idx="2"/>
          </p:cNvCxnSpPr>
          <p:nvPr/>
        </p:nvCxnSpPr>
        <p:spPr>
          <a:xfrm flipH="1">
            <a:off x="5682248" y="3430274"/>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27" name="그룹 26">
            <a:extLst>
              <a:ext uri="{FF2B5EF4-FFF2-40B4-BE49-F238E27FC236}">
                <a16:creationId xmlns:a16="http://schemas.microsoft.com/office/drawing/2014/main" id="{2816E2A4-43E1-5213-7CED-271374638B79}"/>
              </a:ext>
            </a:extLst>
          </p:cNvPr>
          <p:cNvGrpSpPr/>
          <p:nvPr/>
        </p:nvGrpSpPr>
        <p:grpSpPr>
          <a:xfrm>
            <a:off x="5213127" y="3517752"/>
            <a:ext cx="1024082" cy="215444"/>
            <a:chOff x="2650108" y="2888636"/>
            <a:chExt cx="1024082" cy="215444"/>
          </a:xfrm>
        </p:grpSpPr>
        <p:sp>
          <p:nvSpPr>
            <p:cNvPr id="29" name="순서도: 처리 28">
              <a:extLst>
                <a:ext uri="{FF2B5EF4-FFF2-40B4-BE49-F238E27FC236}">
                  <a16:creationId xmlns:a16="http://schemas.microsoft.com/office/drawing/2014/main" id="{A2AD8BD7-1B3F-A874-5D68-1FC70A650BA4}"/>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문화교실 목록</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31" name="TextBox 30">
              <a:extLst>
                <a:ext uri="{FF2B5EF4-FFF2-40B4-BE49-F238E27FC236}">
                  <a16:creationId xmlns:a16="http://schemas.microsoft.com/office/drawing/2014/main" id="{9A29C818-729B-A2E6-C27D-FF37F451A65B}"/>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sp>
        <p:nvSpPr>
          <p:cNvPr id="35" name="순서도: 처리 34">
            <a:extLst>
              <a:ext uri="{FF2B5EF4-FFF2-40B4-BE49-F238E27FC236}">
                <a16:creationId xmlns:a16="http://schemas.microsoft.com/office/drawing/2014/main" id="{D642B379-5629-0868-645D-6DF0AC8919EB}"/>
              </a:ext>
            </a:extLst>
          </p:cNvPr>
          <p:cNvSpPr/>
          <p:nvPr/>
        </p:nvSpPr>
        <p:spPr>
          <a:xfrm>
            <a:off x="6435414" y="3118259"/>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키오스크</a:t>
            </a:r>
          </a:p>
        </p:txBody>
      </p:sp>
      <p:cxnSp>
        <p:nvCxnSpPr>
          <p:cNvPr id="36" name="직선 연결선 35">
            <a:extLst>
              <a:ext uri="{FF2B5EF4-FFF2-40B4-BE49-F238E27FC236}">
                <a16:creationId xmlns:a16="http://schemas.microsoft.com/office/drawing/2014/main" id="{11008DEE-5BC5-A48E-D3DE-691AB44025F0}"/>
              </a:ext>
            </a:extLst>
          </p:cNvPr>
          <p:cNvCxnSpPr>
            <a:cxnSpLocks/>
            <a:stCxn id="35" idx="2"/>
          </p:cNvCxnSpPr>
          <p:nvPr/>
        </p:nvCxnSpPr>
        <p:spPr>
          <a:xfrm flipH="1">
            <a:off x="6916349" y="3422371"/>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37" name="그룹 36">
            <a:extLst>
              <a:ext uri="{FF2B5EF4-FFF2-40B4-BE49-F238E27FC236}">
                <a16:creationId xmlns:a16="http://schemas.microsoft.com/office/drawing/2014/main" id="{7C255C85-EBF8-6F2C-BDFC-91EA8D592627}"/>
              </a:ext>
            </a:extLst>
          </p:cNvPr>
          <p:cNvGrpSpPr/>
          <p:nvPr/>
        </p:nvGrpSpPr>
        <p:grpSpPr>
          <a:xfrm>
            <a:off x="6447228" y="3509849"/>
            <a:ext cx="1024082" cy="215444"/>
            <a:chOff x="2650108" y="2888636"/>
            <a:chExt cx="1024082" cy="215444"/>
          </a:xfrm>
        </p:grpSpPr>
        <p:sp>
          <p:nvSpPr>
            <p:cNvPr id="38" name="순서도: 처리 37">
              <a:extLst>
                <a:ext uri="{FF2B5EF4-FFF2-40B4-BE49-F238E27FC236}">
                  <a16:creationId xmlns:a16="http://schemas.microsoft.com/office/drawing/2014/main" id="{2B0C1442-A9C4-4C33-CDFC-AA0565D0A166}"/>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키오스크 목록</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39" name="TextBox 38">
              <a:extLst>
                <a:ext uri="{FF2B5EF4-FFF2-40B4-BE49-F238E27FC236}">
                  <a16:creationId xmlns:a16="http://schemas.microsoft.com/office/drawing/2014/main" id="{EC5F7E4D-96A6-A3FB-B788-94BCFBF1ADF0}"/>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grpSp>
        <p:nvGrpSpPr>
          <p:cNvPr id="40" name="그룹 39">
            <a:extLst>
              <a:ext uri="{FF2B5EF4-FFF2-40B4-BE49-F238E27FC236}">
                <a16:creationId xmlns:a16="http://schemas.microsoft.com/office/drawing/2014/main" id="{5A89BCAB-F456-C97D-B3E8-91B56846657D}"/>
              </a:ext>
            </a:extLst>
          </p:cNvPr>
          <p:cNvGrpSpPr/>
          <p:nvPr/>
        </p:nvGrpSpPr>
        <p:grpSpPr>
          <a:xfrm>
            <a:off x="6447228" y="3746517"/>
            <a:ext cx="1024082" cy="215444"/>
            <a:chOff x="2650108" y="2888636"/>
            <a:chExt cx="1024082" cy="215444"/>
          </a:xfrm>
        </p:grpSpPr>
        <p:sp>
          <p:nvSpPr>
            <p:cNvPr id="41" name="순서도: 처리 40">
              <a:extLst>
                <a:ext uri="{FF2B5EF4-FFF2-40B4-BE49-F238E27FC236}">
                  <a16:creationId xmlns:a16="http://schemas.microsoft.com/office/drawing/2014/main" id="{78A55998-0F80-DDBF-4353-92CF15492275}"/>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상세보기</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42" name="TextBox 41">
              <a:extLst>
                <a:ext uri="{FF2B5EF4-FFF2-40B4-BE49-F238E27FC236}">
                  <a16:creationId xmlns:a16="http://schemas.microsoft.com/office/drawing/2014/main" id="{CD13ADE9-2CB4-BEED-0296-0015E2B58C3B}"/>
                </a:ext>
              </a:extLst>
            </p:cNvPr>
            <p:cNvSpPr txBox="1"/>
            <p:nvPr/>
          </p:nvSpPr>
          <p:spPr>
            <a:xfrm>
              <a:off x="3377314" y="2888636"/>
              <a:ext cx="296876" cy="215444"/>
            </a:xfrm>
            <a:prstGeom prst="rect">
              <a:avLst/>
            </a:prstGeom>
            <a:noFill/>
          </p:spPr>
          <p:txBody>
            <a:bodyPr wrap="none" rtlCol="0">
              <a:spAutoFit/>
            </a:bodyPr>
            <a:lstStyle/>
            <a:p>
              <a:r>
                <a:rPr lang="en-US" altLang="ko-KR" sz="800" dirty="0"/>
                <a:t>02</a:t>
              </a:r>
              <a:endParaRPr lang="ko-KR" altLang="en-US" sz="800" dirty="0"/>
            </a:p>
          </p:txBody>
        </p:sp>
      </p:grpSp>
      <p:cxnSp>
        <p:nvCxnSpPr>
          <p:cNvPr id="50" name="직선 연결선 49">
            <a:extLst>
              <a:ext uri="{FF2B5EF4-FFF2-40B4-BE49-F238E27FC236}">
                <a16:creationId xmlns:a16="http://schemas.microsoft.com/office/drawing/2014/main" id="{26ABF949-1A56-AAC9-58E0-6BF583A6E26F}"/>
              </a:ext>
            </a:extLst>
          </p:cNvPr>
          <p:cNvCxnSpPr>
            <a:cxnSpLocks/>
            <a:stCxn id="3" idx="3"/>
            <a:endCxn id="2" idx="1"/>
          </p:cNvCxnSpPr>
          <p:nvPr/>
        </p:nvCxnSpPr>
        <p:spPr>
          <a:xfrm flipV="1">
            <a:off x="1471806" y="1568517"/>
            <a:ext cx="614494" cy="11162"/>
          </a:xfrm>
          <a:prstGeom prst="line">
            <a:avLst/>
          </a:prstGeom>
        </p:spPr>
        <p:style>
          <a:lnRef idx="1">
            <a:schemeClr val="accent1"/>
          </a:lnRef>
          <a:fillRef idx="0">
            <a:schemeClr val="accent1"/>
          </a:fillRef>
          <a:effectRef idx="0">
            <a:schemeClr val="accent1"/>
          </a:effectRef>
          <a:fontRef idx="minor">
            <a:schemeClr val="tx1"/>
          </a:fontRef>
        </p:style>
      </p:cxnSp>
      <p:sp>
        <p:nvSpPr>
          <p:cNvPr id="15" name="순서도: 처리 14">
            <a:extLst>
              <a:ext uri="{FF2B5EF4-FFF2-40B4-BE49-F238E27FC236}">
                <a16:creationId xmlns:a16="http://schemas.microsoft.com/office/drawing/2014/main" id="{E04E5487-2415-A85C-6F0B-EDDBC58CC672}"/>
              </a:ext>
            </a:extLst>
          </p:cNvPr>
          <p:cNvSpPr/>
          <p:nvPr/>
        </p:nvSpPr>
        <p:spPr>
          <a:xfrm>
            <a:off x="7678996" y="3114898"/>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내 정보</a:t>
            </a:r>
          </a:p>
        </p:txBody>
      </p:sp>
      <p:cxnSp>
        <p:nvCxnSpPr>
          <p:cNvPr id="16" name="직선 연결선 15">
            <a:extLst>
              <a:ext uri="{FF2B5EF4-FFF2-40B4-BE49-F238E27FC236}">
                <a16:creationId xmlns:a16="http://schemas.microsoft.com/office/drawing/2014/main" id="{98645493-8789-04A9-B65B-83B48073407E}"/>
              </a:ext>
            </a:extLst>
          </p:cNvPr>
          <p:cNvCxnSpPr>
            <a:cxnSpLocks/>
            <a:stCxn id="15" idx="2"/>
          </p:cNvCxnSpPr>
          <p:nvPr/>
        </p:nvCxnSpPr>
        <p:spPr>
          <a:xfrm flipH="1">
            <a:off x="8159931" y="3419010"/>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22" name="그룹 21">
            <a:extLst>
              <a:ext uri="{FF2B5EF4-FFF2-40B4-BE49-F238E27FC236}">
                <a16:creationId xmlns:a16="http://schemas.microsoft.com/office/drawing/2014/main" id="{47FBCBE1-47B5-42D7-485A-104EB3D40D29}"/>
              </a:ext>
            </a:extLst>
          </p:cNvPr>
          <p:cNvGrpSpPr/>
          <p:nvPr/>
        </p:nvGrpSpPr>
        <p:grpSpPr>
          <a:xfrm>
            <a:off x="7690810" y="3506488"/>
            <a:ext cx="1024082" cy="215444"/>
            <a:chOff x="2650108" y="2888636"/>
            <a:chExt cx="1024082" cy="215444"/>
          </a:xfrm>
        </p:grpSpPr>
        <p:sp>
          <p:nvSpPr>
            <p:cNvPr id="23" name="순서도: 처리 22">
              <a:extLst>
                <a:ext uri="{FF2B5EF4-FFF2-40B4-BE49-F238E27FC236}">
                  <a16:creationId xmlns:a16="http://schemas.microsoft.com/office/drawing/2014/main" id="{90EEB03E-4E2F-CC9A-CD78-96F82BACB337}"/>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이동일지</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24" name="TextBox 23">
              <a:extLst>
                <a:ext uri="{FF2B5EF4-FFF2-40B4-BE49-F238E27FC236}">
                  <a16:creationId xmlns:a16="http://schemas.microsoft.com/office/drawing/2014/main" id="{0E456A08-4E56-760F-ECCC-3282C38F81B2}"/>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grpSp>
        <p:nvGrpSpPr>
          <p:cNvPr id="32" name="그룹 31">
            <a:extLst>
              <a:ext uri="{FF2B5EF4-FFF2-40B4-BE49-F238E27FC236}">
                <a16:creationId xmlns:a16="http://schemas.microsoft.com/office/drawing/2014/main" id="{ED32199F-F5F3-9C61-E1D6-67771AF16064}"/>
              </a:ext>
            </a:extLst>
          </p:cNvPr>
          <p:cNvGrpSpPr/>
          <p:nvPr/>
        </p:nvGrpSpPr>
        <p:grpSpPr>
          <a:xfrm>
            <a:off x="7690810" y="3743156"/>
            <a:ext cx="1024082" cy="215444"/>
            <a:chOff x="2650108" y="2888636"/>
            <a:chExt cx="1024082" cy="215444"/>
          </a:xfrm>
        </p:grpSpPr>
        <p:sp>
          <p:nvSpPr>
            <p:cNvPr id="33" name="순서도: 처리 32">
              <a:extLst>
                <a:ext uri="{FF2B5EF4-FFF2-40B4-BE49-F238E27FC236}">
                  <a16:creationId xmlns:a16="http://schemas.microsoft.com/office/drawing/2014/main" id="{61435ECD-9EEC-F5D4-DA6A-DF708AF47CBB}"/>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알림 목록</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34" name="TextBox 33">
              <a:extLst>
                <a:ext uri="{FF2B5EF4-FFF2-40B4-BE49-F238E27FC236}">
                  <a16:creationId xmlns:a16="http://schemas.microsoft.com/office/drawing/2014/main" id="{89D5296D-DB63-7749-2736-1C081D50D211}"/>
                </a:ext>
              </a:extLst>
            </p:cNvPr>
            <p:cNvSpPr txBox="1"/>
            <p:nvPr/>
          </p:nvSpPr>
          <p:spPr>
            <a:xfrm>
              <a:off x="3377314" y="2888636"/>
              <a:ext cx="296876" cy="215444"/>
            </a:xfrm>
            <a:prstGeom prst="rect">
              <a:avLst/>
            </a:prstGeom>
            <a:noFill/>
          </p:spPr>
          <p:txBody>
            <a:bodyPr wrap="none" rtlCol="0">
              <a:spAutoFit/>
            </a:bodyPr>
            <a:lstStyle/>
            <a:p>
              <a:r>
                <a:rPr lang="en-US" altLang="ko-KR" sz="800" dirty="0"/>
                <a:t>02</a:t>
              </a:r>
              <a:endParaRPr lang="ko-KR" altLang="en-US" sz="800" dirty="0"/>
            </a:p>
          </p:txBody>
        </p:sp>
      </p:grpSp>
    </p:spTree>
    <p:extLst>
      <p:ext uri="{BB962C8B-B14F-4D97-AF65-F5344CB8AC3E}">
        <p14:creationId xmlns:p14="http://schemas.microsoft.com/office/powerpoint/2010/main" val="2288989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pPr algn="ctr"/>
            <a:r>
              <a:rPr lang="en-US" altLang="ko-KR" dirty="0"/>
              <a:t>01. </a:t>
            </a:r>
            <a:r>
              <a:rPr lang="ko-KR" altLang="en-US" dirty="0"/>
              <a:t>회원가입</a:t>
            </a:r>
            <a:r>
              <a:rPr lang="en-US" altLang="ko-KR" dirty="0"/>
              <a:t>, </a:t>
            </a:r>
            <a:r>
              <a:rPr lang="ko-KR" altLang="en-US" dirty="0"/>
              <a:t>로그인</a:t>
            </a:r>
          </a:p>
        </p:txBody>
      </p:sp>
    </p:spTree>
    <p:extLst>
      <p:ext uri="{BB962C8B-B14F-4D97-AF65-F5344CB8AC3E}">
        <p14:creationId xmlns:p14="http://schemas.microsoft.com/office/powerpoint/2010/main" val="2775386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descr="텍스트, 스크린샷, 폰트, 번호이(가) 표시된 사진&#10;&#10;자동 생성된 설명">
            <a:extLst>
              <a:ext uri="{FF2B5EF4-FFF2-40B4-BE49-F238E27FC236}">
                <a16:creationId xmlns:a16="http://schemas.microsoft.com/office/drawing/2014/main" id="{32403ED9-A8D3-4BBA-8792-A67DD937D0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9257" y="1735218"/>
            <a:ext cx="2174855"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sz="1000" dirty="0" err="1"/>
              <a:t>첫페이지</a:t>
            </a:r>
            <a:endParaRPr lang="ko-KR" altLang="en-US" sz="1000" dirty="0"/>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3340713" y="1313148"/>
            <a:ext cx="1851944" cy="246221"/>
          </a:xfrm>
          <a:prstGeom prst="rect">
            <a:avLst/>
          </a:prstGeom>
          <a:solidFill>
            <a:schemeClr val="tx1"/>
          </a:solidFill>
        </p:spPr>
        <p:txBody>
          <a:bodyPr wrap="square" rtlCol="0">
            <a:spAutoFit/>
          </a:bodyPr>
          <a:lstStyle/>
          <a:p>
            <a:pPr algn="ctr"/>
            <a:r>
              <a:rPr lang="en-US" altLang="ko-KR" sz="1000" dirty="0">
                <a:solidFill>
                  <a:schemeClr val="bg1"/>
                </a:solidFill>
              </a:rPr>
              <a:t> </a:t>
            </a:r>
            <a:r>
              <a:rPr lang="ko-KR" altLang="en-US" sz="1000" dirty="0" err="1">
                <a:solidFill>
                  <a:schemeClr val="bg1"/>
                </a:solidFill>
              </a:rPr>
              <a:t>첫페이지</a:t>
            </a:r>
            <a:endParaRPr lang="ko-KR" altLang="en-US" sz="1000" dirty="0">
              <a:solidFill>
                <a:schemeClr val="bg1"/>
              </a:solidFill>
            </a:endParaRP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8275036" y="755897"/>
          <a:ext cx="3759640" cy="3611534"/>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Tx/>
                        <a:buNone/>
                      </a:pP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9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앱 설치 후 최초 앱 입장시만 출력</a:t>
                      </a:r>
                      <a:br>
                        <a:rPr kumimoji="0" lang="en-US" altLang="ko-KR" sz="9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endPar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Tx/>
                        <a:buNone/>
                      </a:pPr>
                      <a:r>
                        <a:rPr kumimoji="0" lang="en-US" altLang="ko-KR" sz="9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TextView1: </a:t>
                      </a:r>
                      <a:r>
                        <a:rPr kumimoji="0" lang="ko-KR" altLang="en-US" sz="9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앱 제목</a:t>
                      </a:r>
                      <a:endParaRPr kumimoji="0" lang="en-US" altLang="ko-KR" sz="9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Tx/>
                        <a:buNone/>
                      </a:pP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앱이름을</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명시한다</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89196708"/>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1000" b="1" spc="0" baseline="0" dirty="0">
                          <a:solidFill>
                            <a:schemeClr val="tx1"/>
                          </a:solidFill>
                          <a:latin typeface="나눔고딕" panose="020D0604000000000000" pitchFamily="50" charset="-127"/>
                          <a:ea typeface="나눔고딕" panose="020D0604000000000000" pitchFamily="50" charset="-127"/>
                        </a:rPr>
                        <a:t>Button1: </a:t>
                      </a:r>
                      <a:r>
                        <a:rPr lang="ko-KR" altLang="en-US" sz="1000" b="1" spc="0" baseline="0" dirty="0">
                          <a:solidFill>
                            <a:schemeClr val="tx1"/>
                          </a:solidFill>
                          <a:latin typeface="나눔고딕" panose="020D0604000000000000" pitchFamily="50" charset="-127"/>
                          <a:ea typeface="나눔고딕" panose="020D0604000000000000" pitchFamily="50" charset="-127"/>
                        </a:rPr>
                        <a:t>로그인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기존 시니어 가입자용</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로그인 페이지로 이동</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Button2: </a:t>
                      </a:r>
                      <a:r>
                        <a:rPr lang="ko-KR" altLang="en-US" sz="1000" b="1" spc="0" baseline="0" dirty="0">
                          <a:solidFill>
                            <a:schemeClr val="tx1"/>
                          </a:solidFill>
                          <a:latin typeface="나눔고딕" panose="020D0604000000000000" pitchFamily="50" charset="-127"/>
                          <a:ea typeface="나눔고딕" panose="020D0604000000000000" pitchFamily="50" charset="-127"/>
                        </a:rPr>
                        <a:t>회원가입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신규 시니어 가입자용</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회원가입 페이지로 이동</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spc="0" baseline="0" dirty="0">
                          <a:solidFill>
                            <a:schemeClr val="tx1"/>
                          </a:solidFill>
                          <a:latin typeface="나눔고딕" panose="020D0604000000000000" pitchFamily="50" charset="-127"/>
                          <a:ea typeface="나눔고딕" panose="020D0604000000000000" pitchFamily="50" charset="-127"/>
                        </a:rPr>
                        <a:t>Text View2: </a:t>
                      </a:r>
                      <a:r>
                        <a:rPr lang="ko-KR" altLang="en-US" sz="1000" b="1" spc="0" baseline="0" dirty="0">
                          <a:solidFill>
                            <a:schemeClr val="tx1"/>
                          </a:solidFill>
                          <a:latin typeface="나눔고딕" panose="020D0604000000000000" pitchFamily="50" charset="-127"/>
                          <a:ea typeface="나눔고딕" panose="020D0604000000000000" pitchFamily="50" charset="-127"/>
                        </a:rPr>
                        <a:t>보호자 안내 문구</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보호자용 버튼을 알려준다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6121859"/>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Button3: </a:t>
                      </a:r>
                      <a:r>
                        <a:rPr lang="ko-KR" altLang="en-US" sz="1000" b="1" spc="0" baseline="0" dirty="0">
                          <a:solidFill>
                            <a:schemeClr val="tx1"/>
                          </a:solidFill>
                          <a:latin typeface="나눔고딕" panose="020D0604000000000000" pitchFamily="50" charset="-127"/>
                          <a:ea typeface="나눔고딕" panose="020D0604000000000000" pitchFamily="50" charset="-127"/>
                        </a:rPr>
                        <a:t>보호자용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dirty="0">
                          <a:solidFill>
                            <a:schemeClr val="tx1"/>
                          </a:solidFill>
                          <a:latin typeface="나눔고딕" panose="020D0604000000000000" pitchFamily="50" charset="-127"/>
                          <a:ea typeface="나눔고딕" panose="020D0604000000000000" pitchFamily="50" charset="-127"/>
                        </a:rPr>
                        <a:t>보호자용</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dirty="0">
                          <a:solidFill>
                            <a:schemeClr val="tx1"/>
                          </a:solidFill>
                          <a:latin typeface="나눔고딕" panose="020D0604000000000000" pitchFamily="50" charset="-127"/>
                          <a:ea typeface="나눔고딕" panose="020D0604000000000000" pitchFamily="50" charset="-127"/>
                        </a:rPr>
                        <a:t>보호자용 회원가입</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로그인 선택 페이지로 이동한다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120831"/>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2599334" y="346193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30" name="왼쪽 중괄호 29">
            <a:extLst>
              <a:ext uri="{FF2B5EF4-FFF2-40B4-BE49-F238E27FC236}">
                <a16:creationId xmlns:a16="http://schemas.microsoft.com/office/drawing/2014/main" id="{BACE2AFA-A06B-46FE-8ADE-E173DCAB76DE}"/>
              </a:ext>
            </a:extLst>
          </p:cNvPr>
          <p:cNvSpPr/>
          <p:nvPr/>
        </p:nvSpPr>
        <p:spPr>
          <a:xfrm>
            <a:off x="2815607" y="3321629"/>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9" name="타원 18">
            <a:extLst>
              <a:ext uri="{FF2B5EF4-FFF2-40B4-BE49-F238E27FC236}">
                <a16:creationId xmlns:a16="http://schemas.microsoft.com/office/drawing/2014/main" id="{9A7BFD3E-FA27-4C67-A30B-D2ED866AEBFB}"/>
              </a:ext>
            </a:extLst>
          </p:cNvPr>
          <p:cNvSpPr/>
          <p:nvPr/>
        </p:nvSpPr>
        <p:spPr>
          <a:xfrm>
            <a:off x="2558252" y="545631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20" name="왼쪽 중괄호 19">
            <a:extLst>
              <a:ext uri="{FF2B5EF4-FFF2-40B4-BE49-F238E27FC236}">
                <a16:creationId xmlns:a16="http://schemas.microsoft.com/office/drawing/2014/main" id="{47632B1A-DC68-4253-9224-F4D4B3A3A9DD}"/>
              </a:ext>
            </a:extLst>
          </p:cNvPr>
          <p:cNvSpPr/>
          <p:nvPr/>
        </p:nvSpPr>
        <p:spPr>
          <a:xfrm>
            <a:off x="2723595" y="5456311"/>
            <a:ext cx="838227" cy="216273"/>
          </a:xfrm>
          <a:prstGeom prst="leftBrace">
            <a:avLst>
              <a:gd name="adj1" fmla="val 49697"/>
              <a:gd name="adj2" fmla="val 5833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25CC88D3-739A-49AF-88E2-120E6DBBF3D2}"/>
              </a:ext>
            </a:extLst>
          </p:cNvPr>
          <p:cNvSpPr/>
          <p:nvPr/>
        </p:nvSpPr>
        <p:spPr>
          <a:xfrm>
            <a:off x="2599334" y="428083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22" name="왼쪽 중괄호 21">
            <a:extLst>
              <a:ext uri="{FF2B5EF4-FFF2-40B4-BE49-F238E27FC236}">
                <a16:creationId xmlns:a16="http://schemas.microsoft.com/office/drawing/2014/main" id="{9B5C842E-43A9-4725-8D8B-72028A52220B}"/>
              </a:ext>
            </a:extLst>
          </p:cNvPr>
          <p:cNvSpPr/>
          <p:nvPr/>
        </p:nvSpPr>
        <p:spPr>
          <a:xfrm>
            <a:off x="2815607" y="4140526"/>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6" name="TextBox 5">
            <a:extLst>
              <a:ext uri="{FF2B5EF4-FFF2-40B4-BE49-F238E27FC236}">
                <a16:creationId xmlns:a16="http://schemas.microsoft.com/office/drawing/2014/main" id="{A2C500A3-3D8B-4361-9999-4D56B22FAAFD}"/>
              </a:ext>
            </a:extLst>
          </p:cNvPr>
          <p:cNvSpPr txBox="1"/>
          <p:nvPr/>
        </p:nvSpPr>
        <p:spPr>
          <a:xfrm>
            <a:off x="1736309" y="3461171"/>
            <a:ext cx="688009" cy="261610"/>
          </a:xfrm>
          <a:prstGeom prst="rect">
            <a:avLst/>
          </a:prstGeom>
          <a:noFill/>
        </p:spPr>
        <p:txBody>
          <a:bodyPr wrap="none" rtlCol="0">
            <a:spAutoFit/>
          </a:bodyPr>
          <a:lstStyle/>
          <a:p>
            <a:pPr algn="ctr"/>
            <a:r>
              <a:rPr lang="en-US" altLang="ko-KR" sz="1100" dirty="0"/>
              <a:t>Button1</a:t>
            </a:r>
            <a:endParaRPr lang="ko-KR" altLang="en-US" sz="1100" dirty="0"/>
          </a:p>
        </p:txBody>
      </p:sp>
      <p:sp>
        <p:nvSpPr>
          <p:cNvPr id="23" name="TextBox 22">
            <a:extLst>
              <a:ext uri="{FF2B5EF4-FFF2-40B4-BE49-F238E27FC236}">
                <a16:creationId xmlns:a16="http://schemas.microsoft.com/office/drawing/2014/main" id="{908E6528-65B1-492B-AF79-313C5202077C}"/>
              </a:ext>
            </a:extLst>
          </p:cNvPr>
          <p:cNvSpPr txBox="1"/>
          <p:nvPr/>
        </p:nvSpPr>
        <p:spPr>
          <a:xfrm>
            <a:off x="1634520" y="4281402"/>
            <a:ext cx="688009" cy="261610"/>
          </a:xfrm>
          <a:prstGeom prst="rect">
            <a:avLst/>
          </a:prstGeom>
          <a:noFill/>
        </p:spPr>
        <p:txBody>
          <a:bodyPr wrap="none" rtlCol="0">
            <a:spAutoFit/>
          </a:bodyPr>
          <a:lstStyle/>
          <a:p>
            <a:pPr algn="ctr"/>
            <a:r>
              <a:rPr lang="en-US" altLang="ko-KR" sz="1100" dirty="0"/>
              <a:t>Button2</a:t>
            </a:r>
            <a:endParaRPr lang="ko-KR" altLang="en-US" sz="1100" dirty="0"/>
          </a:p>
        </p:txBody>
      </p:sp>
      <p:sp>
        <p:nvSpPr>
          <p:cNvPr id="24" name="TextBox 23">
            <a:extLst>
              <a:ext uri="{FF2B5EF4-FFF2-40B4-BE49-F238E27FC236}">
                <a16:creationId xmlns:a16="http://schemas.microsoft.com/office/drawing/2014/main" id="{9FB90C01-01AF-4322-89B0-6A98DD35197F}"/>
              </a:ext>
            </a:extLst>
          </p:cNvPr>
          <p:cNvSpPr txBox="1"/>
          <p:nvPr/>
        </p:nvSpPr>
        <p:spPr>
          <a:xfrm>
            <a:off x="1876472" y="5434904"/>
            <a:ext cx="688009" cy="261610"/>
          </a:xfrm>
          <a:prstGeom prst="rect">
            <a:avLst/>
          </a:prstGeom>
          <a:noFill/>
        </p:spPr>
        <p:txBody>
          <a:bodyPr wrap="none" rtlCol="0">
            <a:spAutoFit/>
          </a:bodyPr>
          <a:lstStyle/>
          <a:p>
            <a:pPr algn="ctr"/>
            <a:r>
              <a:rPr lang="en-US" altLang="ko-KR" sz="1100" dirty="0"/>
              <a:t>Button3</a:t>
            </a:r>
            <a:endParaRPr lang="ko-KR" altLang="en-US" sz="1100" dirty="0"/>
          </a:p>
        </p:txBody>
      </p:sp>
      <p:sp>
        <p:nvSpPr>
          <p:cNvPr id="25" name="타원 24">
            <a:extLst>
              <a:ext uri="{FF2B5EF4-FFF2-40B4-BE49-F238E27FC236}">
                <a16:creationId xmlns:a16="http://schemas.microsoft.com/office/drawing/2014/main" id="{ED54C586-4BC9-4B68-B47B-A39E815365C8}"/>
              </a:ext>
            </a:extLst>
          </p:cNvPr>
          <p:cNvSpPr/>
          <p:nvPr/>
        </p:nvSpPr>
        <p:spPr>
          <a:xfrm>
            <a:off x="5501489" y="519631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26" name="왼쪽 중괄호 25">
            <a:extLst>
              <a:ext uri="{FF2B5EF4-FFF2-40B4-BE49-F238E27FC236}">
                <a16:creationId xmlns:a16="http://schemas.microsoft.com/office/drawing/2014/main" id="{6394017B-C320-4E07-97E5-DB8F482883C6}"/>
              </a:ext>
            </a:extLst>
          </p:cNvPr>
          <p:cNvSpPr/>
          <p:nvPr/>
        </p:nvSpPr>
        <p:spPr>
          <a:xfrm rot="10800000">
            <a:off x="4667564" y="5261772"/>
            <a:ext cx="838227" cy="150815"/>
          </a:xfrm>
          <a:prstGeom prst="leftBrace">
            <a:avLst>
              <a:gd name="adj1" fmla="val 49697"/>
              <a:gd name="adj2" fmla="val 5833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5" name="타원 34">
            <a:extLst>
              <a:ext uri="{FF2B5EF4-FFF2-40B4-BE49-F238E27FC236}">
                <a16:creationId xmlns:a16="http://schemas.microsoft.com/office/drawing/2014/main" id="{F30F8E7D-35E2-4E49-8BE5-FEE44A959D00}"/>
              </a:ext>
            </a:extLst>
          </p:cNvPr>
          <p:cNvSpPr/>
          <p:nvPr/>
        </p:nvSpPr>
        <p:spPr>
          <a:xfrm>
            <a:off x="2600437" y="241551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6" name="왼쪽 중괄호 35">
            <a:extLst>
              <a:ext uri="{FF2B5EF4-FFF2-40B4-BE49-F238E27FC236}">
                <a16:creationId xmlns:a16="http://schemas.microsoft.com/office/drawing/2014/main" id="{F641EE19-5F46-4FAC-8E4F-8CC4B1139643}"/>
              </a:ext>
            </a:extLst>
          </p:cNvPr>
          <p:cNvSpPr/>
          <p:nvPr/>
        </p:nvSpPr>
        <p:spPr>
          <a:xfrm>
            <a:off x="2647668" y="2039263"/>
            <a:ext cx="1040362" cy="968775"/>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7" name="TextBox 36">
            <a:extLst>
              <a:ext uri="{FF2B5EF4-FFF2-40B4-BE49-F238E27FC236}">
                <a16:creationId xmlns:a16="http://schemas.microsoft.com/office/drawing/2014/main" id="{AEC14263-0634-42DF-93DD-83510B815CF1}"/>
              </a:ext>
            </a:extLst>
          </p:cNvPr>
          <p:cNvSpPr txBox="1"/>
          <p:nvPr/>
        </p:nvSpPr>
        <p:spPr>
          <a:xfrm>
            <a:off x="1673940" y="2368895"/>
            <a:ext cx="902882" cy="261610"/>
          </a:xfrm>
          <a:prstGeom prst="rect">
            <a:avLst/>
          </a:prstGeom>
          <a:noFill/>
        </p:spPr>
        <p:txBody>
          <a:bodyPr wrap="square" rtlCol="0">
            <a:spAutoFit/>
          </a:bodyPr>
          <a:lstStyle/>
          <a:p>
            <a:pPr algn="ctr"/>
            <a:r>
              <a:rPr lang="en-US" altLang="ko-KR" sz="1100" dirty="0"/>
              <a:t>Text View1</a:t>
            </a:r>
            <a:endParaRPr lang="ko-KR" altLang="en-US" sz="1100" dirty="0"/>
          </a:p>
        </p:txBody>
      </p:sp>
      <p:sp>
        <p:nvSpPr>
          <p:cNvPr id="38" name="TextBox 37">
            <a:extLst>
              <a:ext uri="{FF2B5EF4-FFF2-40B4-BE49-F238E27FC236}">
                <a16:creationId xmlns:a16="http://schemas.microsoft.com/office/drawing/2014/main" id="{8DA46D9C-0504-4D2F-AC6D-CC715B0A5763}"/>
              </a:ext>
            </a:extLst>
          </p:cNvPr>
          <p:cNvSpPr txBox="1"/>
          <p:nvPr/>
        </p:nvSpPr>
        <p:spPr>
          <a:xfrm>
            <a:off x="5716659" y="5173294"/>
            <a:ext cx="838228" cy="261610"/>
          </a:xfrm>
          <a:prstGeom prst="rect">
            <a:avLst/>
          </a:prstGeom>
          <a:noFill/>
        </p:spPr>
        <p:txBody>
          <a:bodyPr wrap="square" rtlCol="0">
            <a:spAutoFit/>
          </a:bodyPr>
          <a:lstStyle/>
          <a:p>
            <a:pPr algn="ctr"/>
            <a:r>
              <a:rPr lang="en-US" altLang="ko-KR" sz="1100" dirty="0"/>
              <a:t>TextView2</a:t>
            </a:r>
            <a:endParaRPr lang="ko-KR" altLang="en-US" sz="1100" dirty="0"/>
          </a:p>
        </p:txBody>
      </p:sp>
    </p:spTree>
    <p:extLst>
      <p:ext uri="{BB962C8B-B14F-4D97-AF65-F5344CB8AC3E}">
        <p14:creationId xmlns:p14="http://schemas.microsoft.com/office/powerpoint/2010/main" val="814461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스크린샷, 폰트, 번호이(가) 표시된 사진&#10;&#10;자동 생성된 설명">
            <a:extLst>
              <a:ext uri="{FF2B5EF4-FFF2-40B4-BE49-F238E27FC236}">
                <a16:creationId xmlns:a16="http://schemas.microsoft.com/office/drawing/2014/main" id="{25FA173A-F692-44FC-9FD4-CFA53AC89C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1368" y="1699740"/>
            <a:ext cx="2174855"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sz="1000" dirty="0"/>
              <a:t>시니어</a:t>
            </a:r>
            <a:r>
              <a:rPr lang="en-US" altLang="ko-KR" sz="1000" dirty="0"/>
              <a:t>,</a:t>
            </a:r>
            <a:r>
              <a:rPr lang="ko-KR" altLang="en-US" sz="1000" dirty="0"/>
              <a:t>보호자</a:t>
            </a:r>
            <a:r>
              <a:rPr lang="en-US" altLang="ko-KR" sz="1000" dirty="0"/>
              <a:t>_</a:t>
            </a:r>
            <a:r>
              <a:rPr lang="ko-KR" altLang="en-US" sz="1000" dirty="0"/>
              <a:t>로그인 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3352824" y="126470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로그인</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8275036" y="755897"/>
          <a:ext cx="3759640" cy="4285064"/>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로그인 화면</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기존 가입자용</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보호자</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시니어</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1000" b="1" spc="0" baseline="0" dirty="0">
                          <a:solidFill>
                            <a:schemeClr val="tx1"/>
                          </a:solidFill>
                          <a:latin typeface="나눔고딕" panose="020D0604000000000000" pitchFamily="50" charset="-127"/>
                          <a:ea typeface="나눔고딕" panose="020D0604000000000000" pitchFamily="50" charset="-127"/>
                        </a:rPr>
                        <a:t>TextView1: </a:t>
                      </a:r>
                      <a:r>
                        <a:rPr lang="ko-KR" altLang="en-US" sz="1000" b="1" spc="0" baseline="0" dirty="0">
                          <a:solidFill>
                            <a:schemeClr val="tx1"/>
                          </a:solidFill>
                          <a:latin typeface="나눔고딕" panose="020D0604000000000000" pitchFamily="50" charset="-127"/>
                          <a:ea typeface="나눔고딕" panose="020D0604000000000000" pitchFamily="50" charset="-127"/>
                        </a:rPr>
                        <a:t>로그인</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로그인 화면임을 명시</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TextView2: </a:t>
                      </a:r>
                      <a:r>
                        <a:rPr lang="ko-KR" altLang="en-US" sz="1000" b="1" spc="0" baseline="0" dirty="0">
                          <a:solidFill>
                            <a:schemeClr val="tx1"/>
                          </a:solidFill>
                          <a:latin typeface="나눔고딕" panose="020D0604000000000000" pitchFamily="50" charset="-127"/>
                          <a:ea typeface="나눔고딕" panose="020D0604000000000000" pitchFamily="50" charset="-127"/>
                        </a:rPr>
                        <a:t>이름</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이름 입력 안내</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spc="0" baseline="0" dirty="0">
                          <a:solidFill>
                            <a:schemeClr val="tx1"/>
                          </a:solidFill>
                          <a:latin typeface="나눔고딕" panose="020D0604000000000000" pitchFamily="50" charset="-127"/>
                          <a:ea typeface="나눔고딕" panose="020D0604000000000000" pitchFamily="50" charset="-127"/>
                        </a:rPr>
                        <a:t>TextField1: </a:t>
                      </a:r>
                      <a:r>
                        <a:rPr lang="ko-KR" altLang="en-US" sz="1000" b="1" spc="0" baseline="0" dirty="0">
                          <a:solidFill>
                            <a:schemeClr val="tx1"/>
                          </a:solidFill>
                          <a:latin typeface="나눔고딕" panose="020D0604000000000000" pitchFamily="50" charset="-127"/>
                          <a:ea typeface="나눔고딕" panose="020D0604000000000000" pitchFamily="50" charset="-127"/>
                        </a:rPr>
                        <a:t>이름 입력</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이름 입력</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93924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TextView2: </a:t>
                      </a:r>
                      <a:r>
                        <a:rPr lang="ko-KR" altLang="en-US" sz="1000" b="1" spc="0" baseline="0" dirty="0">
                          <a:solidFill>
                            <a:schemeClr val="tx1"/>
                          </a:solidFill>
                          <a:latin typeface="나눔고딕" panose="020D0604000000000000" pitchFamily="50" charset="-127"/>
                          <a:ea typeface="나눔고딕" panose="020D0604000000000000" pitchFamily="50" charset="-127"/>
                        </a:rPr>
                        <a:t>전화번호</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전화번호 입력 안내</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120831"/>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spc="0" baseline="0" dirty="0">
                          <a:solidFill>
                            <a:schemeClr val="tx1"/>
                          </a:solidFill>
                          <a:latin typeface="나눔고딕" panose="020D0604000000000000" pitchFamily="50" charset="-127"/>
                          <a:ea typeface="나눔고딕" panose="020D0604000000000000" pitchFamily="50" charset="-127"/>
                        </a:rPr>
                        <a:t>TextField2: </a:t>
                      </a:r>
                      <a:r>
                        <a:rPr lang="ko-KR" altLang="en-US" sz="1000" b="1" spc="0" baseline="0" dirty="0">
                          <a:solidFill>
                            <a:schemeClr val="tx1"/>
                          </a:solidFill>
                          <a:latin typeface="나눔고딕" panose="020D0604000000000000" pitchFamily="50" charset="-127"/>
                          <a:ea typeface="나눔고딕" panose="020D0604000000000000" pitchFamily="50" charset="-127"/>
                        </a:rPr>
                        <a:t>전화번호 입력</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en-US" altLang="ko-KR" sz="800" b="0" spc="0" baseline="0" dirty="0">
                          <a:solidFill>
                            <a:schemeClr val="tx1"/>
                          </a:solidFill>
                          <a:latin typeface="나눔고딕" panose="020D0604000000000000" pitchFamily="50" charset="-127"/>
                          <a:ea typeface="나눔고딕" panose="020D0604000000000000" pitchFamily="50" charset="-127"/>
                        </a:rPr>
                        <a:t>01012345678</a:t>
                      </a:r>
                      <a:r>
                        <a:rPr lang="ko-KR" altLang="en-US" sz="800" b="0" spc="0" baseline="0" dirty="0">
                          <a:solidFill>
                            <a:schemeClr val="tx1"/>
                          </a:solidFill>
                          <a:latin typeface="나눔고딕" panose="020D0604000000000000" pitchFamily="50" charset="-127"/>
                          <a:ea typeface="나눔고딕" panose="020D0604000000000000" pitchFamily="50" charset="-127"/>
                        </a:rPr>
                        <a:t>형식으로 입력</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1264079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spc="0" baseline="0" dirty="0">
                          <a:solidFill>
                            <a:schemeClr val="tx1"/>
                          </a:solidFill>
                          <a:latin typeface="나눔고딕" panose="020D0604000000000000" pitchFamily="50" charset="-127"/>
                          <a:ea typeface="나눔고딕" panose="020D0604000000000000" pitchFamily="50" charset="-127"/>
                        </a:rPr>
                        <a:t>Button2: </a:t>
                      </a:r>
                      <a:r>
                        <a:rPr lang="ko-KR" altLang="en-US" sz="1000" b="1" spc="0" baseline="0" dirty="0">
                          <a:solidFill>
                            <a:schemeClr val="tx1"/>
                          </a:solidFill>
                          <a:latin typeface="나눔고딕" panose="020D0604000000000000" pitchFamily="50" charset="-127"/>
                          <a:ea typeface="나눔고딕" panose="020D0604000000000000" pitchFamily="50" charset="-127"/>
                        </a:rPr>
                        <a:t>로그인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a:solidFill>
                            <a:schemeClr val="tx1"/>
                          </a:solidFill>
                          <a:latin typeface="나눔고딕" panose="020D0604000000000000" pitchFamily="50" charset="-127"/>
                          <a:ea typeface="나눔고딕" panose="020D0604000000000000" pitchFamily="50" charset="-127"/>
                        </a:rPr>
                        <a:t>이름</a:t>
                      </a: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전화번호 </a:t>
                      </a:r>
                      <a:r>
                        <a:rPr lang="ko-KR" altLang="en-US" sz="800" b="0" spc="0" baseline="0" dirty="0" err="1">
                          <a:solidFill>
                            <a:schemeClr val="tx1"/>
                          </a:solidFill>
                          <a:latin typeface="나눔고딕" panose="020D0604000000000000" pitchFamily="50" charset="-127"/>
                          <a:ea typeface="나눔고딕" panose="020D0604000000000000" pitchFamily="50" charset="-127"/>
                        </a:rPr>
                        <a:t>일치시</a:t>
                      </a:r>
                      <a:r>
                        <a:rPr lang="ko-KR" altLang="en-US"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메인페이지로</a:t>
                      </a:r>
                      <a:r>
                        <a:rPr lang="ko-KR" altLang="en-US" sz="800" b="0" spc="0" baseline="0" dirty="0">
                          <a:solidFill>
                            <a:schemeClr val="tx1"/>
                          </a:solidFill>
                          <a:latin typeface="나눔고딕" panose="020D0604000000000000" pitchFamily="50" charset="-127"/>
                          <a:ea typeface="나눔고딕" panose="020D0604000000000000" pitchFamily="50" charset="-127"/>
                        </a:rPr>
                        <a:t> 이동</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6391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7" name="TextBox 16">
            <a:extLst>
              <a:ext uri="{FF2B5EF4-FFF2-40B4-BE49-F238E27FC236}">
                <a16:creationId xmlns:a16="http://schemas.microsoft.com/office/drawing/2014/main" id="{AA96429E-6262-4F67-8E35-CF454513FEFE}"/>
              </a:ext>
            </a:extLst>
          </p:cNvPr>
          <p:cNvSpPr txBox="1"/>
          <p:nvPr/>
        </p:nvSpPr>
        <p:spPr>
          <a:xfrm>
            <a:off x="5772058" y="3224894"/>
            <a:ext cx="827471" cy="261610"/>
          </a:xfrm>
          <a:prstGeom prst="rect">
            <a:avLst/>
          </a:prstGeom>
          <a:noFill/>
        </p:spPr>
        <p:txBody>
          <a:bodyPr wrap="none" rtlCol="0">
            <a:spAutoFit/>
          </a:bodyPr>
          <a:lstStyle/>
          <a:p>
            <a:pPr algn="ctr"/>
            <a:r>
              <a:rPr lang="en-US" altLang="ko-KR" sz="1100" dirty="0"/>
              <a:t>TextField1</a:t>
            </a:r>
            <a:endParaRPr lang="ko-KR" altLang="en-US" sz="1100" dirty="0"/>
          </a:p>
        </p:txBody>
      </p:sp>
      <p:sp>
        <p:nvSpPr>
          <p:cNvPr id="19" name="TextBox 18">
            <a:extLst>
              <a:ext uri="{FF2B5EF4-FFF2-40B4-BE49-F238E27FC236}">
                <a16:creationId xmlns:a16="http://schemas.microsoft.com/office/drawing/2014/main" id="{0ECC74CB-6CFD-4D18-BA4D-4D5A66088F13}"/>
              </a:ext>
            </a:extLst>
          </p:cNvPr>
          <p:cNvSpPr txBox="1"/>
          <p:nvPr/>
        </p:nvSpPr>
        <p:spPr>
          <a:xfrm>
            <a:off x="5772057" y="4911609"/>
            <a:ext cx="688009" cy="261610"/>
          </a:xfrm>
          <a:prstGeom prst="rect">
            <a:avLst/>
          </a:prstGeom>
          <a:noFill/>
        </p:spPr>
        <p:txBody>
          <a:bodyPr wrap="none" rtlCol="0">
            <a:spAutoFit/>
          </a:bodyPr>
          <a:lstStyle/>
          <a:p>
            <a:pPr algn="ctr"/>
            <a:r>
              <a:rPr lang="en-US" altLang="ko-KR" sz="1100" dirty="0"/>
              <a:t>Button2</a:t>
            </a:r>
            <a:endParaRPr lang="ko-KR" altLang="en-US" sz="1100" dirty="0"/>
          </a:p>
        </p:txBody>
      </p:sp>
      <p:sp>
        <p:nvSpPr>
          <p:cNvPr id="26" name="타원 25">
            <a:extLst>
              <a:ext uri="{FF2B5EF4-FFF2-40B4-BE49-F238E27FC236}">
                <a16:creationId xmlns:a16="http://schemas.microsoft.com/office/drawing/2014/main" id="{7B4CEE91-8397-46E5-9164-8D75A6BE8E44}"/>
              </a:ext>
            </a:extLst>
          </p:cNvPr>
          <p:cNvSpPr/>
          <p:nvPr/>
        </p:nvSpPr>
        <p:spPr>
          <a:xfrm>
            <a:off x="2635972" y="2223001"/>
            <a:ext cx="216273" cy="21361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9" name="왼쪽 중괄호 28">
            <a:extLst>
              <a:ext uri="{FF2B5EF4-FFF2-40B4-BE49-F238E27FC236}">
                <a16:creationId xmlns:a16="http://schemas.microsoft.com/office/drawing/2014/main" id="{891AEE9D-B77E-4011-95F9-10FC3B8F5119}"/>
              </a:ext>
            </a:extLst>
          </p:cNvPr>
          <p:cNvSpPr/>
          <p:nvPr/>
        </p:nvSpPr>
        <p:spPr>
          <a:xfrm>
            <a:off x="2729394" y="2000177"/>
            <a:ext cx="1040362" cy="642538"/>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1" name="TextBox 30">
            <a:extLst>
              <a:ext uri="{FF2B5EF4-FFF2-40B4-BE49-F238E27FC236}">
                <a16:creationId xmlns:a16="http://schemas.microsoft.com/office/drawing/2014/main" id="{16ACC992-4250-41BA-A32B-D2C66FFA009A}"/>
              </a:ext>
            </a:extLst>
          </p:cNvPr>
          <p:cNvSpPr txBox="1"/>
          <p:nvPr/>
        </p:nvSpPr>
        <p:spPr>
          <a:xfrm>
            <a:off x="1809333" y="2199003"/>
            <a:ext cx="902882" cy="261610"/>
          </a:xfrm>
          <a:prstGeom prst="rect">
            <a:avLst/>
          </a:prstGeom>
          <a:noFill/>
        </p:spPr>
        <p:txBody>
          <a:bodyPr wrap="square" rtlCol="0">
            <a:spAutoFit/>
          </a:bodyPr>
          <a:lstStyle/>
          <a:p>
            <a:pPr algn="ctr"/>
            <a:r>
              <a:rPr lang="en-US" altLang="ko-KR" sz="1100" dirty="0"/>
              <a:t>TextView1</a:t>
            </a:r>
            <a:endParaRPr lang="ko-KR" altLang="en-US" sz="1100" dirty="0"/>
          </a:p>
        </p:txBody>
      </p:sp>
      <p:sp>
        <p:nvSpPr>
          <p:cNvPr id="32" name="타원 31">
            <a:extLst>
              <a:ext uri="{FF2B5EF4-FFF2-40B4-BE49-F238E27FC236}">
                <a16:creationId xmlns:a16="http://schemas.microsoft.com/office/drawing/2014/main" id="{ACBF043A-3605-4D2B-8CF8-59FAE4263096}"/>
              </a:ext>
            </a:extLst>
          </p:cNvPr>
          <p:cNvSpPr/>
          <p:nvPr/>
        </p:nvSpPr>
        <p:spPr>
          <a:xfrm>
            <a:off x="2812727" y="375810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33" name="왼쪽 중괄호 32">
            <a:extLst>
              <a:ext uri="{FF2B5EF4-FFF2-40B4-BE49-F238E27FC236}">
                <a16:creationId xmlns:a16="http://schemas.microsoft.com/office/drawing/2014/main" id="{27DEC1E9-7AE3-4477-8047-2A1490C0259B}"/>
              </a:ext>
            </a:extLst>
          </p:cNvPr>
          <p:cNvSpPr/>
          <p:nvPr/>
        </p:nvSpPr>
        <p:spPr>
          <a:xfrm>
            <a:off x="3028465" y="2772248"/>
            <a:ext cx="442219"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4" name="왼쪽 중괄호 33">
            <a:extLst>
              <a:ext uri="{FF2B5EF4-FFF2-40B4-BE49-F238E27FC236}">
                <a16:creationId xmlns:a16="http://schemas.microsoft.com/office/drawing/2014/main" id="{47F814DE-77B8-48F8-B57D-60802D5366D7}"/>
              </a:ext>
            </a:extLst>
          </p:cNvPr>
          <p:cNvSpPr/>
          <p:nvPr/>
        </p:nvSpPr>
        <p:spPr>
          <a:xfrm rot="10800000">
            <a:off x="5193507" y="3176818"/>
            <a:ext cx="442219"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5" name="타원 34">
            <a:extLst>
              <a:ext uri="{FF2B5EF4-FFF2-40B4-BE49-F238E27FC236}">
                <a16:creationId xmlns:a16="http://schemas.microsoft.com/office/drawing/2014/main" id="{F468C767-C9E4-450D-BB5C-605615C96DD4}"/>
              </a:ext>
            </a:extLst>
          </p:cNvPr>
          <p:cNvSpPr/>
          <p:nvPr/>
        </p:nvSpPr>
        <p:spPr>
          <a:xfrm>
            <a:off x="2806750" y="282974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36" name="왼쪽 중괄호 35">
            <a:extLst>
              <a:ext uri="{FF2B5EF4-FFF2-40B4-BE49-F238E27FC236}">
                <a16:creationId xmlns:a16="http://schemas.microsoft.com/office/drawing/2014/main" id="{5F47E872-407A-4A02-91F0-45A55056E3D2}"/>
              </a:ext>
            </a:extLst>
          </p:cNvPr>
          <p:cNvSpPr/>
          <p:nvPr/>
        </p:nvSpPr>
        <p:spPr>
          <a:xfrm rot="10800000">
            <a:off x="5208906" y="4118967"/>
            <a:ext cx="442219"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7" name="왼쪽 중괄호 36">
            <a:extLst>
              <a:ext uri="{FF2B5EF4-FFF2-40B4-BE49-F238E27FC236}">
                <a16:creationId xmlns:a16="http://schemas.microsoft.com/office/drawing/2014/main" id="{FD3BD5A4-DFD5-4B12-A493-4EEDED292EF1}"/>
              </a:ext>
            </a:extLst>
          </p:cNvPr>
          <p:cNvSpPr/>
          <p:nvPr/>
        </p:nvSpPr>
        <p:spPr>
          <a:xfrm rot="10800000">
            <a:off x="4812897" y="4866671"/>
            <a:ext cx="838228"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8" name="타원 37">
            <a:extLst>
              <a:ext uri="{FF2B5EF4-FFF2-40B4-BE49-F238E27FC236}">
                <a16:creationId xmlns:a16="http://schemas.microsoft.com/office/drawing/2014/main" id="{6C5FC4E5-5BB5-4D17-BAB3-9498F3C4D02A}"/>
              </a:ext>
            </a:extLst>
          </p:cNvPr>
          <p:cNvSpPr/>
          <p:nvPr/>
        </p:nvSpPr>
        <p:spPr>
          <a:xfrm>
            <a:off x="5625513" y="32475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40" name="타원 39">
            <a:extLst>
              <a:ext uri="{FF2B5EF4-FFF2-40B4-BE49-F238E27FC236}">
                <a16:creationId xmlns:a16="http://schemas.microsoft.com/office/drawing/2014/main" id="{7198253E-41C2-4C1B-8670-30D92000398C}"/>
              </a:ext>
            </a:extLst>
          </p:cNvPr>
          <p:cNvSpPr/>
          <p:nvPr/>
        </p:nvSpPr>
        <p:spPr>
          <a:xfrm>
            <a:off x="5618044" y="418971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41" name="타원 40">
            <a:extLst>
              <a:ext uri="{FF2B5EF4-FFF2-40B4-BE49-F238E27FC236}">
                <a16:creationId xmlns:a16="http://schemas.microsoft.com/office/drawing/2014/main" id="{8871B8A1-AB3B-44E8-8723-A1023E6AB75D}"/>
              </a:ext>
            </a:extLst>
          </p:cNvPr>
          <p:cNvSpPr/>
          <p:nvPr/>
        </p:nvSpPr>
        <p:spPr>
          <a:xfrm>
            <a:off x="5618044" y="493427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6</a:t>
            </a:r>
            <a:endParaRPr lang="ko-KR" altLang="en-US" sz="900" dirty="0">
              <a:latin typeface="Arial Black" panose="020B0A04020102020204" pitchFamily="34" charset="0"/>
            </a:endParaRPr>
          </a:p>
        </p:txBody>
      </p:sp>
      <p:sp>
        <p:nvSpPr>
          <p:cNvPr id="42" name="왼쪽 중괄호 41">
            <a:extLst>
              <a:ext uri="{FF2B5EF4-FFF2-40B4-BE49-F238E27FC236}">
                <a16:creationId xmlns:a16="http://schemas.microsoft.com/office/drawing/2014/main" id="{C5A16930-CD69-427D-B94D-19AE5045A35F}"/>
              </a:ext>
            </a:extLst>
          </p:cNvPr>
          <p:cNvSpPr/>
          <p:nvPr/>
        </p:nvSpPr>
        <p:spPr>
          <a:xfrm>
            <a:off x="3023023" y="3687362"/>
            <a:ext cx="442219"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3" name="TextBox 42">
            <a:extLst>
              <a:ext uri="{FF2B5EF4-FFF2-40B4-BE49-F238E27FC236}">
                <a16:creationId xmlns:a16="http://schemas.microsoft.com/office/drawing/2014/main" id="{64C8008A-504A-4888-9133-65C91AB2CC96}"/>
              </a:ext>
            </a:extLst>
          </p:cNvPr>
          <p:cNvSpPr txBox="1"/>
          <p:nvPr/>
        </p:nvSpPr>
        <p:spPr>
          <a:xfrm>
            <a:off x="1940823" y="2803100"/>
            <a:ext cx="902882" cy="261610"/>
          </a:xfrm>
          <a:prstGeom prst="rect">
            <a:avLst/>
          </a:prstGeom>
          <a:noFill/>
        </p:spPr>
        <p:txBody>
          <a:bodyPr wrap="square" rtlCol="0">
            <a:spAutoFit/>
          </a:bodyPr>
          <a:lstStyle/>
          <a:p>
            <a:pPr algn="ctr"/>
            <a:r>
              <a:rPr lang="en-US" altLang="ko-KR" sz="1100" dirty="0"/>
              <a:t>TextView2</a:t>
            </a:r>
            <a:endParaRPr lang="ko-KR" altLang="en-US" sz="1100" dirty="0"/>
          </a:p>
        </p:txBody>
      </p:sp>
      <p:sp>
        <p:nvSpPr>
          <p:cNvPr id="44" name="TextBox 43">
            <a:extLst>
              <a:ext uri="{FF2B5EF4-FFF2-40B4-BE49-F238E27FC236}">
                <a16:creationId xmlns:a16="http://schemas.microsoft.com/office/drawing/2014/main" id="{40EF0551-8859-4DAA-98E1-17B22A0378F0}"/>
              </a:ext>
            </a:extLst>
          </p:cNvPr>
          <p:cNvSpPr txBox="1"/>
          <p:nvPr/>
        </p:nvSpPr>
        <p:spPr>
          <a:xfrm>
            <a:off x="1940823" y="3735439"/>
            <a:ext cx="902882" cy="261610"/>
          </a:xfrm>
          <a:prstGeom prst="rect">
            <a:avLst/>
          </a:prstGeom>
          <a:noFill/>
        </p:spPr>
        <p:txBody>
          <a:bodyPr wrap="square" rtlCol="0">
            <a:spAutoFit/>
          </a:bodyPr>
          <a:lstStyle/>
          <a:p>
            <a:pPr algn="ctr"/>
            <a:r>
              <a:rPr lang="en-US" altLang="ko-KR" sz="1100" dirty="0"/>
              <a:t>TextView3</a:t>
            </a:r>
            <a:endParaRPr lang="ko-KR" altLang="en-US" sz="1100" dirty="0"/>
          </a:p>
        </p:txBody>
      </p:sp>
      <p:sp>
        <p:nvSpPr>
          <p:cNvPr id="45" name="TextBox 44">
            <a:extLst>
              <a:ext uri="{FF2B5EF4-FFF2-40B4-BE49-F238E27FC236}">
                <a16:creationId xmlns:a16="http://schemas.microsoft.com/office/drawing/2014/main" id="{318AE6F6-CEBB-45E9-B42C-8061D3F56306}"/>
              </a:ext>
            </a:extLst>
          </p:cNvPr>
          <p:cNvSpPr txBox="1"/>
          <p:nvPr/>
        </p:nvSpPr>
        <p:spPr>
          <a:xfrm>
            <a:off x="5772057" y="4167043"/>
            <a:ext cx="827471" cy="261610"/>
          </a:xfrm>
          <a:prstGeom prst="rect">
            <a:avLst/>
          </a:prstGeom>
          <a:noFill/>
        </p:spPr>
        <p:txBody>
          <a:bodyPr wrap="none" rtlCol="0">
            <a:spAutoFit/>
          </a:bodyPr>
          <a:lstStyle/>
          <a:p>
            <a:pPr algn="ctr"/>
            <a:r>
              <a:rPr lang="en-US" altLang="ko-KR" sz="1100" dirty="0"/>
              <a:t>TextField2</a:t>
            </a:r>
            <a:endParaRPr lang="ko-KR" altLang="en-US" sz="1100" dirty="0"/>
          </a:p>
        </p:txBody>
      </p:sp>
    </p:spTree>
    <p:extLst>
      <p:ext uri="{BB962C8B-B14F-4D97-AF65-F5344CB8AC3E}">
        <p14:creationId xmlns:p14="http://schemas.microsoft.com/office/powerpoint/2010/main" val="1774316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그림 29" descr="텍스트, 스크린샷, 폰트, 번호이(가) 표시된 사진&#10;&#10;자동 생성된 설명">
            <a:extLst>
              <a:ext uri="{FF2B5EF4-FFF2-40B4-BE49-F238E27FC236}">
                <a16:creationId xmlns:a16="http://schemas.microsoft.com/office/drawing/2014/main" id="{4EFB1437-476A-4777-881E-4F9C41A225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5651" y="1656761"/>
            <a:ext cx="2174855" cy="4320000"/>
          </a:xfrm>
          <a:prstGeom prst="rect">
            <a:avLst/>
          </a:prstGeom>
        </p:spPr>
      </p:pic>
      <p:sp>
        <p:nvSpPr>
          <p:cNvPr id="29" name="왼쪽 중괄호 28">
            <a:extLst>
              <a:ext uri="{FF2B5EF4-FFF2-40B4-BE49-F238E27FC236}">
                <a16:creationId xmlns:a16="http://schemas.microsoft.com/office/drawing/2014/main" id="{891AEE9D-B77E-4011-95F9-10FC3B8F5119}"/>
              </a:ext>
            </a:extLst>
          </p:cNvPr>
          <p:cNvSpPr/>
          <p:nvPr/>
        </p:nvSpPr>
        <p:spPr>
          <a:xfrm>
            <a:off x="2741506" y="1969898"/>
            <a:ext cx="1040362" cy="642538"/>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sz="1000" dirty="0"/>
              <a:t>시니어</a:t>
            </a:r>
            <a:r>
              <a:rPr lang="en-US" altLang="ko-KR" sz="1000" dirty="0"/>
              <a:t>,</a:t>
            </a:r>
            <a:r>
              <a:rPr lang="ko-KR" altLang="en-US" sz="1000" dirty="0"/>
              <a:t>보호자</a:t>
            </a:r>
            <a:r>
              <a:rPr lang="en-US" altLang="ko-KR" sz="1000" dirty="0"/>
              <a:t>_</a:t>
            </a:r>
            <a:r>
              <a:rPr lang="ko-KR" altLang="en-US" sz="1000" dirty="0"/>
              <a:t>회원가입 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3364936" y="1234424"/>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8275036" y="755897"/>
          <a:ext cx="3759640" cy="4285064"/>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 화면</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가입자용</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보호자</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시니어</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1000" b="1" spc="0" baseline="0" dirty="0">
                          <a:solidFill>
                            <a:schemeClr val="tx1"/>
                          </a:solidFill>
                          <a:latin typeface="나눔고딕" panose="020D0604000000000000" pitchFamily="50" charset="-127"/>
                          <a:ea typeface="나눔고딕" panose="020D0604000000000000" pitchFamily="50" charset="-127"/>
                        </a:rPr>
                        <a:t>TextView1: </a:t>
                      </a:r>
                      <a:r>
                        <a:rPr lang="ko-KR" altLang="en-US" sz="1000" b="1" spc="0" baseline="0" dirty="0">
                          <a:solidFill>
                            <a:schemeClr val="tx1"/>
                          </a:solidFill>
                          <a:latin typeface="나눔고딕" panose="020D0604000000000000" pitchFamily="50" charset="-127"/>
                          <a:ea typeface="나눔고딕" panose="020D0604000000000000" pitchFamily="50" charset="-127"/>
                        </a:rPr>
                        <a:t>회원가입</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회원가입 화면임을 명시</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TextView2: </a:t>
                      </a:r>
                      <a:r>
                        <a:rPr lang="ko-KR" altLang="en-US" sz="1000" b="1" spc="0" baseline="0" dirty="0">
                          <a:solidFill>
                            <a:schemeClr val="tx1"/>
                          </a:solidFill>
                          <a:latin typeface="나눔고딕" panose="020D0604000000000000" pitchFamily="50" charset="-127"/>
                          <a:ea typeface="나눔고딕" panose="020D0604000000000000" pitchFamily="50" charset="-127"/>
                        </a:rPr>
                        <a:t>이름</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이름 입력 안내</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spc="0" baseline="0" dirty="0">
                          <a:solidFill>
                            <a:schemeClr val="tx1"/>
                          </a:solidFill>
                          <a:latin typeface="나눔고딕" panose="020D0604000000000000" pitchFamily="50" charset="-127"/>
                          <a:ea typeface="나눔고딕" panose="020D0604000000000000" pitchFamily="50" charset="-127"/>
                        </a:rPr>
                        <a:t>TextField1: </a:t>
                      </a:r>
                      <a:r>
                        <a:rPr lang="ko-KR" altLang="en-US" sz="1000" b="1" spc="0" baseline="0" dirty="0">
                          <a:solidFill>
                            <a:schemeClr val="tx1"/>
                          </a:solidFill>
                          <a:latin typeface="나눔고딕" panose="020D0604000000000000" pitchFamily="50" charset="-127"/>
                          <a:ea typeface="나눔고딕" panose="020D0604000000000000" pitchFamily="50" charset="-127"/>
                        </a:rPr>
                        <a:t>이름 입력</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이름 입력</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93924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TextView2: </a:t>
                      </a:r>
                      <a:r>
                        <a:rPr lang="ko-KR" altLang="en-US" sz="1000" b="1" spc="0" baseline="0" dirty="0">
                          <a:solidFill>
                            <a:schemeClr val="tx1"/>
                          </a:solidFill>
                          <a:latin typeface="나눔고딕" panose="020D0604000000000000" pitchFamily="50" charset="-127"/>
                          <a:ea typeface="나눔고딕" panose="020D0604000000000000" pitchFamily="50" charset="-127"/>
                        </a:rPr>
                        <a:t>전화번호</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전화번호 입력 안내</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120831"/>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spc="0" baseline="0" dirty="0">
                          <a:solidFill>
                            <a:schemeClr val="tx1"/>
                          </a:solidFill>
                          <a:latin typeface="나눔고딕" panose="020D0604000000000000" pitchFamily="50" charset="-127"/>
                          <a:ea typeface="나눔고딕" panose="020D0604000000000000" pitchFamily="50" charset="-127"/>
                        </a:rPr>
                        <a:t>TextField2: </a:t>
                      </a:r>
                      <a:r>
                        <a:rPr lang="ko-KR" altLang="en-US" sz="1000" b="1" spc="0" baseline="0" dirty="0">
                          <a:solidFill>
                            <a:schemeClr val="tx1"/>
                          </a:solidFill>
                          <a:latin typeface="나눔고딕" panose="020D0604000000000000" pitchFamily="50" charset="-127"/>
                          <a:ea typeface="나눔고딕" panose="020D0604000000000000" pitchFamily="50" charset="-127"/>
                        </a:rPr>
                        <a:t>전화번호 입력</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en-US" altLang="ko-KR" sz="800" b="0" spc="0" baseline="0" dirty="0">
                          <a:solidFill>
                            <a:schemeClr val="tx1"/>
                          </a:solidFill>
                          <a:latin typeface="나눔고딕" panose="020D0604000000000000" pitchFamily="50" charset="-127"/>
                          <a:ea typeface="나눔고딕" panose="020D0604000000000000" pitchFamily="50" charset="-127"/>
                        </a:rPr>
                        <a:t>01012345678</a:t>
                      </a:r>
                      <a:r>
                        <a:rPr lang="ko-KR" altLang="en-US" sz="800" b="0" spc="0" baseline="0" dirty="0">
                          <a:solidFill>
                            <a:schemeClr val="tx1"/>
                          </a:solidFill>
                          <a:latin typeface="나눔고딕" panose="020D0604000000000000" pitchFamily="50" charset="-127"/>
                          <a:ea typeface="나눔고딕" panose="020D0604000000000000" pitchFamily="50" charset="-127"/>
                        </a:rPr>
                        <a:t>형식으로 입력</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1264079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spc="0" baseline="0" dirty="0">
                          <a:solidFill>
                            <a:schemeClr val="tx1"/>
                          </a:solidFill>
                          <a:latin typeface="나눔고딕" panose="020D0604000000000000" pitchFamily="50" charset="-127"/>
                          <a:ea typeface="나눔고딕" panose="020D0604000000000000" pitchFamily="50" charset="-127"/>
                        </a:rPr>
                        <a:t>Button2: </a:t>
                      </a:r>
                      <a:r>
                        <a:rPr lang="ko-KR" altLang="en-US" sz="1000" b="1" spc="0" baseline="0" dirty="0">
                          <a:solidFill>
                            <a:schemeClr val="tx1"/>
                          </a:solidFill>
                          <a:latin typeface="나눔고딕" panose="020D0604000000000000" pitchFamily="50" charset="-127"/>
                          <a:ea typeface="나눔고딕" panose="020D0604000000000000" pitchFamily="50" charset="-127"/>
                        </a:rPr>
                        <a:t>전화번호 인증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err="1">
                          <a:solidFill>
                            <a:schemeClr val="tx1"/>
                          </a:solidFill>
                          <a:latin typeface="나눔고딕" panose="020D0604000000000000" pitchFamily="50" charset="-127"/>
                          <a:ea typeface="나눔고딕" panose="020D0604000000000000" pitchFamily="50" charset="-127"/>
                        </a:rPr>
                        <a:t>클릭시</a:t>
                      </a:r>
                      <a:r>
                        <a:rPr lang="ko-KR" altLang="en-US" sz="800" b="0" spc="0" baseline="0" dirty="0">
                          <a:solidFill>
                            <a:schemeClr val="tx1"/>
                          </a:solidFill>
                          <a:latin typeface="나눔고딕" panose="020D0604000000000000" pitchFamily="50" charset="-127"/>
                          <a:ea typeface="나눔고딕" panose="020D0604000000000000" pitchFamily="50" charset="-127"/>
                        </a:rPr>
                        <a:t> 전화번호 인증 페이지로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6391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7" name="TextBox 16">
            <a:extLst>
              <a:ext uri="{FF2B5EF4-FFF2-40B4-BE49-F238E27FC236}">
                <a16:creationId xmlns:a16="http://schemas.microsoft.com/office/drawing/2014/main" id="{AA96429E-6262-4F67-8E35-CF454513FEFE}"/>
              </a:ext>
            </a:extLst>
          </p:cNvPr>
          <p:cNvSpPr txBox="1"/>
          <p:nvPr/>
        </p:nvSpPr>
        <p:spPr>
          <a:xfrm>
            <a:off x="5784170" y="3194615"/>
            <a:ext cx="827471" cy="261610"/>
          </a:xfrm>
          <a:prstGeom prst="rect">
            <a:avLst/>
          </a:prstGeom>
          <a:noFill/>
        </p:spPr>
        <p:txBody>
          <a:bodyPr wrap="none" rtlCol="0">
            <a:spAutoFit/>
          </a:bodyPr>
          <a:lstStyle/>
          <a:p>
            <a:pPr algn="ctr"/>
            <a:r>
              <a:rPr lang="en-US" altLang="ko-KR" sz="1100" dirty="0"/>
              <a:t>TextField1</a:t>
            </a:r>
            <a:endParaRPr lang="ko-KR" altLang="en-US" sz="1100" dirty="0"/>
          </a:p>
        </p:txBody>
      </p:sp>
      <p:sp>
        <p:nvSpPr>
          <p:cNvPr id="19" name="TextBox 18">
            <a:extLst>
              <a:ext uri="{FF2B5EF4-FFF2-40B4-BE49-F238E27FC236}">
                <a16:creationId xmlns:a16="http://schemas.microsoft.com/office/drawing/2014/main" id="{0ECC74CB-6CFD-4D18-BA4D-4D5A66088F13}"/>
              </a:ext>
            </a:extLst>
          </p:cNvPr>
          <p:cNvSpPr txBox="1"/>
          <p:nvPr/>
        </p:nvSpPr>
        <p:spPr>
          <a:xfrm>
            <a:off x="5835813" y="5217267"/>
            <a:ext cx="685815" cy="261610"/>
          </a:xfrm>
          <a:prstGeom prst="rect">
            <a:avLst/>
          </a:prstGeom>
          <a:noFill/>
        </p:spPr>
        <p:txBody>
          <a:bodyPr wrap="square" rtlCol="0">
            <a:spAutoFit/>
          </a:bodyPr>
          <a:lstStyle/>
          <a:p>
            <a:pPr algn="ctr"/>
            <a:r>
              <a:rPr lang="en-US" altLang="ko-KR" sz="1100" dirty="0"/>
              <a:t>Button2</a:t>
            </a:r>
            <a:endParaRPr lang="ko-KR" altLang="en-US" sz="1100" dirty="0"/>
          </a:p>
        </p:txBody>
      </p:sp>
      <p:sp>
        <p:nvSpPr>
          <p:cNvPr id="26" name="타원 25">
            <a:extLst>
              <a:ext uri="{FF2B5EF4-FFF2-40B4-BE49-F238E27FC236}">
                <a16:creationId xmlns:a16="http://schemas.microsoft.com/office/drawing/2014/main" id="{7B4CEE91-8397-46E5-9164-8D75A6BE8E44}"/>
              </a:ext>
            </a:extLst>
          </p:cNvPr>
          <p:cNvSpPr/>
          <p:nvPr/>
        </p:nvSpPr>
        <p:spPr>
          <a:xfrm>
            <a:off x="2648084" y="2192722"/>
            <a:ext cx="216273" cy="21361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1" name="TextBox 30">
            <a:extLst>
              <a:ext uri="{FF2B5EF4-FFF2-40B4-BE49-F238E27FC236}">
                <a16:creationId xmlns:a16="http://schemas.microsoft.com/office/drawing/2014/main" id="{16ACC992-4250-41BA-A32B-D2C66FFA009A}"/>
              </a:ext>
            </a:extLst>
          </p:cNvPr>
          <p:cNvSpPr txBox="1"/>
          <p:nvPr/>
        </p:nvSpPr>
        <p:spPr>
          <a:xfrm>
            <a:off x="1821445" y="2168724"/>
            <a:ext cx="902882" cy="261610"/>
          </a:xfrm>
          <a:prstGeom prst="rect">
            <a:avLst/>
          </a:prstGeom>
          <a:noFill/>
        </p:spPr>
        <p:txBody>
          <a:bodyPr wrap="square" rtlCol="0">
            <a:spAutoFit/>
          </a:bodyPr>
          <a:lstStyle/>
          <a:p>
            <a:pPr algn="ctr"/>
            <a:r>
              <a:rPr lang="en-US" altLang="ko-KR" sz="1100" dirty="0"/>
              <a:t>TextView1</a:t>
            </a:r>
            <a:endParaRPr lang="ko-KR" altLang="en-US" sz="1100" dirty="0"/>
          </a:p>
        </p:txBody>
      </p:sp>
      <p:sp>
        <p:nvSpPr>
          <p:cNvPr id="32" name="타원 31">
            <a:extLst>
              <a:ext uri="{FF2B5EF4-FFF2-40B4-BE49-F238E27FC236}">
                <a16:creationId xmlns:a16="http://schemas.microsoft.com/office/drawing/2014/main" id="{ACBF043A-3605-4D2B-8CF8-59FAE4263096}"/>
              </a:ext>
            </a:extLst>
          </p:cNvPr>
          <p:cNvSpPr/>
          <p:nvPr/>
        </p:nvSpPr>
        <p:spPr>
          <a:xfrm>
            <a:off x="2824839" y="372782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33" name="왼쪽 중괄호 32">
            <a:extLst>
              <a:ext uri="{FF2B5EF4-FFF2-40B4-BE49-F238E27FC236}">
                <a16:creationId xmlns:a16="http://schemas.microsoft.com/office/drawing/2014/main" id="{27DEC1E9-7AE3-4477-8047-2A1490C0259B}"/>
              </a:ext>
            </a:extLst>
          </p:cNvPr>
          <p:cNvSpPr/>
          <p:nvPr/>
        </p:nvSpPr>
        <p:spPr>
          <a:xfrm>
            <a:off x="3040577" y="2741969"/>
            <a:ext cx="442219"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4" name="왼쪽 중괄호 33">
            <a:extLst>
              <a:ext uri="{FF2B5EF4-FFF2-40B4-BE49-F238E27FC236}">
                <a16:creationId xmlns:a16="http://schemas.microsoft.com/office/drawing/2014/main" id="{47F814DE-77B8-48F8-B57D-60802D5366D7}"/>
              </a:ext>
            </a:extLst>
          </p:cNvPr>
          <p:cNvSpPr/>
          <p:nvPr/>
        </p:nvSpPr>
        <p:spPr>
          <a:xfrm rot="10800000">
            <a:off x="5205619" y="3146539"/>
            <a:ext cx="442219"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5" name="타원 34">
            <a:extLst>
              <a:ext uri="{FF2B5EF4-FFF2-40B4-BE49-F238E27FC236}">
                <a16:creationId xmlns:a16="http://schemas.microsoft.com/office/drawing/2014/main" id="{F468C767-C9E4-450D-BB5C-605615C96DD4}"/>
              </a:ext>
            </a:extLst>
          </p:cNvPr>
          <p:cNvSpPr/>
          <p:nvPr/>
        </p:nvSpPr>
        <p:spPr>
          <a:xfrm>
            <a:off x="2818862" y="279946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36" name="왼쪽 중괄호 35">
            <a:extLst>
              <a:ext uri="{FF2B5EF4-FFF2-40B4-BE49-F238E27FC236}">
                <a16:creationId xmlns:a16="http://schemas.microsoft.com/office/drawing/2014/main" id="{5F47E872-407A-4A02-91F0-45A55056E3D2}"/>
              </a:ext>
            </a:extLst>
          </p:cNvPr>
          <p:cNvSpPr/>
          <p:nvPr/>
        </p:nvSpPr>
        <p:spPr>
          <a:xfrm rot="10800000">
            <a:off x="5221018" y="4088688"/>
            <a:ext cx="442219"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7" name="왼쪽 중괄호 36">
            <a:extLst>
              <a:ext uri="{FF2B5EF4-FFF2-40B4-BE49-F238E27FC236}">
                <a16:creationId xmlns:a16="http://schemas.microsoft.com/office/drawing/2014/main" id="{FD3BD5A4-DFD5-4B12-A493-4EEDED292EF1}"/>
              </a:ext>
            </a:extLst>
          </p:cNvPr>
          <p:cNvSpPr/>
          <p:nvPr/>
        </p:nvSpPr>
        <p:spPr>
          <a:xfrm rot="10800000">
            <a:off x="5093082" y="5172329"/>
            <a:ext cx="619125"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8" name="타원 37">
            <a:extLst>
              <a:ext uri="{FF2B5EF4-FFF2-40B4-BE49-F238E27FC236}">
                <a16:creationId xmlns:a16="http://schemas.microsoft.com/office/drawing/2014/main" id="{6C5FC4E5-5BB5-4D17-BAB3-9498F3C4D02A}"/>
              </a:ext>
            </a:extLst>
          </p:cNvPr>
          <p:cNvSpPr/>
          <p:nvPr/>
        </p:nvSpPr>
        <p:spPr>
          <a:xfrm>
            <a:off x="5637625" y="321728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40" name="타원 39">
            <a:extLst>
              <a:ext uri="{FF2B5EF4-FFF2-40B4-BE49-F238E27FC236}">
                <a16:creationId xmlns:a16="http://schemas.microsoft.com/office/drawing/2014/main" id="{7198253E-41C2-4C1B-8670-30D92000398C}"/>
              </a:ext>
            </a:extLst>
          </p:cNvPr>
          <p:cNvSpPr/>
          <p:nvPr/>
        </p:nvSpPr>
        <p:spPr>
          <a:xfrm>
            <a:off x="5630156" y="415943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41" name="타원 40">
            <a:extLst>
              <a:ext uri="{FF2B5EF4-FFF2-40B4-BE49-F238E27FC236}">
                <a16:creationId xmlns:a16="http://schemas.microsoft.com/office/drawing/2014/main" id="{8871B8A1-AB3B-44E8-8723-A1023E6AB75D}"/>
              </a:ext>
            </a:extLst>
          </p:cNvPr>
          <p:cNvSpPr/>
          <p:nvPr/>
        </p:nvSpPr>
        <p:spPr>
          <a:xfrm>
            <a:off x="5681800" y="5239936"/>
            <a:ext cx="21558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6</a:t>
            </a:r>
            <a:endParaRPr lang="ko-KR" altLang="en-US" sz="900" dirty="0">
              <a:latin typeface="Arial Black" panose="020B0A04020102020204" pitchFamily="34" charset="0"/>
            </a:endParaRPr>
          </a:p>
        </p:txBody>
      </p:sp>
      <p:sp>
        <p:nvSpPr>
          <p:cNvPr id="42" name="왼쪽 중괄호 41">
            <a:extLst>
              <a:ext uri="{FF2B5EF4-FFF2-40B4-BE49-F238E27FC236}">
                <a16:creationId xmlns:a16="http://schemas.microsoft.com/office/drawing/2014/main" id="{C5A16930-CD69-427D-B94D-19AE5045A35F}"/>
              </a:ext>
            </a:extLst>
          </p:cNvPr>
          <p:cNvSpPr/>
          <p:nvPr/>
        </p:nvSpPr>
        <p:spPr>
          <a:xfrm>
            <a:off x="3035135" y="3657083"/>
            <a:ext cx="442219"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3" name="TextBox 42">
            <a:extLst>
              <a:ext uri="{FF2B5EF4-FFF2-40B4-BE49-F238E27FC236}">
                <a16:creationId xmlns:a16="http://schemas.microsoft.com/office/drawing/2014/main" id="{64C8008A-504A-4888-9133-65C91AB2CC96}"/>
              </a:ext>
            </a:extLst>
          </p:cNvPr>
          <p:cNvSpPr txBox="1"/>
          <p:nvPr/>
        </p:nvSpPr>
        <p:spPr>
          <a:xfrm>
            <a:off x="1952935" y="2772821"/>
            <a:ext cx="902882" cy="261610"/>
          </a:xfrm>
          <a:prstGeom prst="rect">
            <a:avLst/>
          </a:prstGeom>
          <a:noFill/>
        </p:spPr>
        <p:txBody>
          <a:bodyPr wrap="square" rtlCol="0">
            <a:spAutoFit/>
          </a:bodyPr>
          <a:lstStyle/>
          <a:p>
            <a:pPr algn="ctr"/>
            <a:r>
              <a:rPr lang="en-US" altLang="ko-KR" sz="1100" dirty="0"/>
              <a:t>TextView2</a:t>
            </a:r>
            <a:endParaRPr lang="ko-KR" altLang="en-US" sz="1100" dirty="0"/>
          </a:p>
        </p:txBody>
      </p:sp>
      <p:sp>
        <p:nvSpPr>
          <p:cNvPr id="44" name="TextBox 43">
            <a:extLst>
              <a:ext uri="{FF2B5EF4-FFF2-40B4-BE49-F238E27FC236}">
                <a16:creationId xmlns:a16="http://schemas.microsoft.com/office/drawing/2014/main" id="{40EF0551-8859-4DAA-98E1-17B22A0378F0}"/>
              </a:ext>
            </a:extLst>
          </p:cNvPr>
          <p:cNvSpPr txBox="1"/>
          <p:nvPr/>
        </p:nvSpPr>
        <p:spPr>
          <a:xfrm>
            <a:off x="1952935" y="3705160"/>
            <a:ext cx="902882" cy="261610"/>
          </a:xfrm>
          <a:prstGeom prst="rect">
            <a:avLst/>
          </a:prstGeom>
          <a:noFill/>
        </p:spPr>
        <p:txBody>
          <a:bodyPr wrap="square" rtlCol="0">
            <a:spAutoFit/>
          </a:bodyPr>
          <a:lstStyle/>
          <a:p>
            <a:pPr algn="ctr"/>
            <a:r>
              <a:rPr lang="en-US" altLang="ko-KR" sz="1100" dirty="0"/>
              <a:t>TextView3</a:t>
            </a:r>
            <a:endParaRPr lang="ko-KR" altLang="en-US" sz="1100" dirty="0"/>
          </a:p>
        </p:txBody>
      </p:sp>
      <p:sp>
        <p:nvSpPr>
          <p:cNvPr id="45" name="TextBox 44">
            <a:extLst>
              <a:ext uri="{FF2B5EF4-FFF2-40B4-BE49-F238E27FC236}">
                <a16:creationId xmlns:a16="http://schemas.microsoft.com/office/drawing/2014/main" id="{318AE6F6-CEBB-45E9-B42C-8061D3F56306}"/>
              </a:ext>
            </a:extLst>
          </p:cNvPr>
          <p:cNvSpPr txBox="1"/>
          <p:nvPr/>
        </p:nvSpPr>
        <p:spPr>
          <a:xfrm>
            <a:off x="5784169" y="4136764"/>
            <a:ext cx="827471" cy="261610"/>
          </a:xfrm>
          <a:prstGeom prst="rect">
            <a:avLst/>
          </a:prstGeom>
          <a:noFill/>
        </p:spPr>
        <p:txBody>
          <a:bodyPr wrap="none" rtlCol="0">
            <a:spAutoFit/>
          </a:bodyPr>
          <a:lstStyle/>
          <a:p>
            <a:pPr algn="ctr"/>
            <a:r>
              <a:rPr lang="en-US" altLang="ko-KR" sz="1100" dirty="0"/>
              <a:t>TextField2</a:t>
            </a:r>
            <a:endParaRPr lang="ko-KR" altLang="en-US" sz="1100" dirty="0"/>
          </a:p>
        </p:txBody>
      </p:sp>
    </p:spTree>
    <p:extLst>
      <p:ext uri="{BB962C8B-B14F-4D97-AF65-F5344CB8AC3E}">
        <p14:creationId xmlns:p14="http://schemas.microsoft.com/office/powerpoint/2010/main" val="2100926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폰트, 디자인, 영수증이(가) 표시된 사진&#10;&#10;자동 생성된 설명">
            <a:extLst>
              <a:ext uri="{FF2B5EF4-FFF2-40B4-BE49-F238E27FC236}">
                <a16:creationId xmlns:a16="http://schemas.microsoft.com/office/drawing/2014/main" id="{3AF10E42-C0FE-45C4-A4A6-0DBD53F9BE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1840" y="1534471"/>
            <a:ext cx="2174856"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sz="1000" dirty="0"/>
              <a:t>시니어</a:t>
            </a:r>
            <a:r>
              <a:rPr lang="en-US" altLang="ko-KR" sz="1000" dirty="0"/>
              <a:t>,</a:t>
            </a:r>
            <a:r>
              <a:rPr lang="ko-KR" altLang="en-US" sz="1000" dirty="0"/>
              <a:t>보호자</a:t>
            </a:r>
            <a:r>
              <a:rPr lang="en-US" altLang="ko-KR" sz="1000" dirty="0"/>
              <a:t>_</a:t>
            </a:r>
            <a:r>
              <a:rPr lang="ko-KR" altLang="en-US" sz="1000" dirty="0"/>
              <a:t>회원가입</a:t>
            </a:r>
            <a:r>
              <a:rPr lang="en-US" altLang="ko-KR" sz="1000" dirty="0"/>
              <a:t>_</a:t>
            </a:r>
            <a:r>
              <a:rPr lang="ko-KR" altLang="en-US" sz="1000" dirty="0"/>
              <a:t>전화번호인증 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3387737" y="1137534"/>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전화번호 인증 </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8275036" y="755897"/>
          <a:ext cx="3759640" cy="2532440"/>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전화번호 인증 페이지</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endPar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통신사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본인 통신사 선택</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1000" b="1" spc="0" baseline="0" dirty="0">
                          <a:solidFill>
                            <a:schemeClr val="tx1"/>
                          </a:solidFill>
                          <a:latin typeface="나눔고딕" panose="020D0604000000000000" pitchFamily="50" charset="-127"/>
                          <a:ea typeface="나눔고딕" panose="020D0604000000000000" pitchFamily="50" charset="-127"/>
                        </a:rPr>
                        <a:t>전체동의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전체 </a:t>
                      </a:r>
                      <a:r>
                        <a:rPr lang="ko-KR" altLang="en-US" sz="800" b="0" spc="0" baseline="0" dirty="0" err="1">
                          <a:solidFill>
                            <a:schemeClr val="tx1"/>
                          </a:solidFill>
                          <a:latin typeface="나눔고딕" panose="020D0604000000000000" pitchFamily="50" charset="-127"/>
                          <a:ea typeface="나눔고딕" panose="020D0604000000000000" pitchFamily="50" charset="-127"/>
                        </a:rPr>
                        <a:t>동의해야지</a:t>
                      </a:r>
                      <a:r>
                        <a:rPr lang="ko-KR" altLang="en-US" sz="800" b="0" spc="0" baseline="0" dirty="0">
                          <a:solidFill>
                            <a:schemeClr val="tx1"/>
                          </a:solidFill>
                          <a:latin typeface="나눔고딕" panose="020D0604000000000000" pitchFamily="50" charset="-127"/>
                          <a:ea typeface="나눔고딕" panose="020D0604000000000000" pitchFamily="50" charset="-127"/>
                        </a:rPr>
                        <a:t> 인증 가능</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1000" b="1" spc="0" baseline="0" dirty="0">
                          <a:solidFill>
                            <a:schemeClr val="tx1"/>
                          </a:solidFill>
                          <a:latin typeface="나눔고딕" panose="020D0604000000000000" pitchFamily="50" charset="-127"/>
                          <a:ea typeface="나눔고딕" panose="020D0604000000000000" pitchFamily="50" charset="-127"/>
                        </a:rPr>
                        <a:t>인증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a:solidFill>
                            <a:schemeClr val="tx1"/>
                          </a:solidFill>
                          <a:latin typeface="나눔고딕" panose="020D0604000000000000" pitchFamily="50" charset="-127"/>
                          <a:ea typeface="나눔고딕" panose="020D0604000000000000" pitchFamily="50" charset="-127"/>
                        </a:rPr>
                        <a:t>pass/</a:t>
                      </a:r>
                      <a:r>
                        <a:rPr lang="ko-KR" altLang="en-US" sz="800" b="0" spc="0" baseline="0" dirty="0">
                          <a:solidFill>
                            <a:schemeClr val="tx1"/>
                          </a:solidFill>
                          <a:latin typeface="나눔고딕" panose="020D0604000000000000" pitchFamily="50" charset="-127"/>
                          <a:ea typeface="나눔고딕" panose="020D0604000000000000" pitchFamily="50" charset="-127"/>
                        </a:rPr>
                        <a:t>전화번호 인증 선택하기</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120831"/>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30" name="왼쪽 중괄호 29">
            <a:extLst>
              <a:ext uri="{FF2B5EF4-FFF2-40B4-BE49-F238E27FC236}">
                <a16:creationId xmlns:a16="http://schemas.microsoft.com/office/drawing/2014/main" id="{BACE2AFA-A06B-46FE-8ADE-E173DCAB76DE}"/>
              </a:ext>
            </a:extLst>
          </p:cNvPr>
          <p:cNvSpPr/>
          <p:nvPr/>
        </p:nvSpPr>
        <p:spPr>
          <a:xfrm>
            <a:off x="3175114" y="2821842"/>
            <a:ext cx="442219" cy="1101499"/>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25CC88D3-739A-49AF-88E2-120E6DBBF3D2}"/>
              </a:ext>
            </a:extLst>
          </p:cNvPr>
          <p:cNvSpPr/>
          <p:nvPr/>
        </p:nvSpPr>
        <p:spPr>
          <a:xfrm>
            <a:off x="2921974" y="324673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2" name="왼쪽 중괄호 21">
            <a:extLst>
              <a:ext uri="{FF2B5EF4-FFF2-40B4-BE49-F238E27FC236}">
                <a16:creationId xmlns:a16="http://schemas.microsoft.com/office/drawing/2014/main" id="{9B5C842E-43A9-4725-8D8B-72028A52220B}"/>
              </a:ext>
            </a:extLst>
          </p:cNvPr>
          <p:cNvSpPr/>
          <p:nvPr/>
        </p:nvSpPr>
        <p:spPr>
          <a:xfrm rot="10800000">
            <a:off x="5370222" y="4436313"/>
            <a:ext cx="792788" cy="51572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9" name="타원 18">
            <a:extLst>
              <a:ext uri="{FF2B5EF4-FFF2-40B4-BE49-F238E27FC236}">
                <a16:creationId xmlns:a16="http://schemas.microsoft.com/office/drawing/2014/main" id="{2D76F878-0835-4956-A470-42E34BDF051B}"/>
              </a:ext>
            </a:extLst>
          </p:cNvPr>
          <p:cNvSpPr/>
          <p:nvPr/>
        </p:nvSpPr>
        <p:spPr>
          <a:xfrm>
            <a:off x="6217978" y="458604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24" name="왼쪽 중괄호 23">
            <a:extLst>
              <a:ext uri="{FF2B5EF4-FFF2-40B4-BE49-F238E27FC236}">
                <a16:creationId xmlns:a16="http://schemas.microsoft.com/office/drawing/2014/main" id="{CE346EFE-E29D-4077-88B7-00615CAA09CD}"/>
              </a:ext>
            </a:extLst>
          </p:cNvPr>
          <p:cNvSpPr/>
          <p:nvPr/>
        </p:nvSpPr>
        <p:spPr>
          <a:xfrm>
            <a:off x="2971833" y="4036133"/>
            <a:ext cx="442219" cy="356581"/>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5" name="타원 24">
            <a:extLst>
              <a:ext uri="{FF2B5EF4-FFF2-40B4-BE49-F238E27FC236}">
                <a16:creationId xmlns:a16="http://schemas.microsoft.com/office/drawing/2014/main" id="{D6B7EE81-2475-4DE6-B9F8-9EC1C0BECD07}"/>
              </a:ext>
            </a:extLst>
          </p:cNvPr>
          <p:cNvSpPr/>
          <p:nvPr/>
        </p:nvSpPr>
        <p:spPr>
          <a:xfrm>
            <a:off x="2715647" y="403613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3180236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스크린샷, 폰트, 화이트이(가) 표시된 사진&#10;&#10;자동 생성된 설명">
            <a:extLst>
              <a:ext uri="{FF2B5EF4-FFF2-40B4-BE49-F238E27FC236}">
                <a16:creationId xmlns:a16="http://schemas.microsoft.com/office/drawing/2014/main" id="{9E3B9780-2E76-4A2B-B043-47D7CEA727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6976" y="1670155"/>
            <a:ext cx="2174855"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sz="1000" dirty="0"/>
              <a:t>시니어</a:t>
            </a:r>
            <a:r>
              <a:rPr lang="en-US" altLang="ko-KR" sz="1000" dirty="0"/>
              <a:t>_</a:t>
            </a:r>
            <a:r>
              <a:rPr lang="ko-KR" altLang="en-US" sz="1000" dirty="0"/>
              <a:t>회원가입</a:t>
            </a:r>
            <a:r>
              <a:rPr lang="en-US" altLang="ko-KR" sz="1000" dirty="0"/>
              <a:t>_</a:t>
            </a:r>
            <a:r>
              <a:rPr lang="ko-KR" altLang="en-US" sz="1000" dirty="0"/>
              <a:t>완료페이지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3383102" y="117992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 완료 </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8275036" y="755897"/>
          <a:ext cx="3759640" cy="1948232"/>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 완료 안내 페이지</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시니어용</a:t>
                      </a:r>
                      <a:endPar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TextView1</a:t>
                      </a: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환영문구</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en-US" altLang="ko-KR" sz="800" b="0" spc="0" baseline="0" dirty="0">
                          <a:solidFill>
                            <a:schemeClr val="tx1"/>
                          </a:solidFill>
                          <a:latin typeface="나눔고딕" panose="020D0604000000000000" pitchFamily="50" charset="-127"/>
                          <a:ea typeface="나눔고딕" panose="020D0604000000000000" pitchFamily="50" charset="-127"/>
                        </a:rPr>
                        <a:t>OO</a:t>
                      </a:r>
                      <a:r>
                        <a:rPr lang="ko-KR" altLang="en-US" sz="800" b="0" spc="0" baseline="0" dirty="0">
                          <a:solidFill>
                            <a:schemeClr val="tx1"/>
                          </a:solidFill>
                          <a:latin typeface="나눔고딕" panose="020D0604000000000000" pitchFamily="50" charset="-127"/>
                          <a:ea typeface="나눔고딕" panose="020D0604000000000000" pitchFamily="50" charset="-127"/>
                        </a:rPr>
                        <a:t>에 가입자 이름이 포함된다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TextView2</a:t>
                      </a:r>
                    </a:p>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a:solidFill>
                            <a:schemeClr val="tx1"/>
                          </a:solidFill>
                          <a:latin typeface="나눔고딕" panose="020D0604000000000000" pitchFamily="50" charset="-127"/>
                          <a:ea typeface="나눔고딕" panose="020D0604000000000000" pitchFamily="50" charset="-127"/>
                        </a:rPr>
                        <a:t>3</a:t>
                      </a:r>
                      <a:r>
                        <a:rPr lang="ko-KR" altLang="en-US" sz="800" b="0" spc="0" baseline="0" dirty="0" err="1">
                          <a:solidFill>
                            <a:schemeClr val="tx1"/>
                          </a:solidFill>
                          <a:latin typeface="나눔고딕" panose="020D0604000000000000" pitchFamily="50" charset="-127"/>
                          <a:ea typeface="나눔고딕" panose="020D0604000000000000" pitchFamily="50" charset="-127"/>
                        </a:rPr>
                        <a:t>초뒤에</a:t>
                      </a:r>
                      <a:r>
                        <a:rPr lang="ko-KR" altLang="en-US"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메인페이지로</a:t>
                      </a:r>
                      <a:r>
                        <a:rPr lang="ko-KR" altLang="en-US" sz="800" b="0" spc="0" baseline="0" dirty="0">
                          <a:solidFill>
                            <a:schemeClr val="tx1"/>
                          </a:solidFill>
                          <a:latin typeface="나눔고딕" panose="020D0604000000000000" pitchFamily="50" charset="-127"/>
                          <a:ea typeface="나눔고딕" panose="020D0604000000000000" pitchFamily="50" charset="-127"/>
                        </a:rPr>
                        <a:t> 이동함을 명시한다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2759724" y="327847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30" name="왼쪽 중괄호 29">
            <a:extLst>
              <a:ext uri="{FF2B5EF4-FFF2-40B4-BE49-F238E27FC236}">
                <a16:creationId xmlns:a16="http://schemas.microsoft.com/office/drawing/2014/main" id="{BACE2AFA-A06B-46FE-8ADE-E173DCAB76DE}"/>
              </a:ext>
            </a:extLst>
          </p:cNvPr>
          <p:cNvSpPr/>
          <p:nvPr/>
        </p:nvSpPr>
        <p:spPr>
          <a:xfrm>
            <a:off x="2987544" y="3145772"/>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25CC88D3-739A-49AF-88E2-120E6DBBF3D2}"/>
              </a:ext>
            </a:extLst>
          </p:cNvPr>
          <p:cNvSpPr/>
          <p:nvPr/>
        </p:nvSpPr>
        <p:spPr>
          <a:xfrm>
            <a:off x="2771271" y="407211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4" name="왼쪽 중괄호 23">
            <a:extLst>
              <a:ext uri="{FF2B5EF4-FFF2-40B4-BE49-F238E27FC236}">
                <a16:creationId xmlns:a16="http://schemas.microsoft.com/office/drawing/2014/main" id="{CE346EFE-E29D-4077-88B7-00615CAA09CD}"/>
              </a:ext>
            </a:extLst>
          </p:cNvPr>
          <p:cNvSpPr/>
          <p:nvPr/>
        </p:nvSpPr>
        <p:spPr>
          <a:xfrm>
            <a:off x="3000536" y="3938216"/>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TextBox 16">
            <a:extLst>
              <a:ext uri="{FF2B5EF4-FFF2-40B4-BE49-F238E27FC236}">
                <a16:creationId xmlns:a16="http://schemas.microsoft.com/office/drawing/2014/main" id="{311485FA-4EA7-45EC-B0F1-67ED09BE6963}"/>
              </a:ext>
            </a:extLst>
          </p:cNvPr>
          <p:cNvSpPr txBox="1"/>
          <p:nvPr/>
        </p:nvSpPr>
        <p:spPr>
          <a:xfrm>
            <a:off x="1924196" y="3255804"/>
            <a:ext cx="902882" cy="261610"/>
          </a:xfrm>
          <a:prstGeom prst="rect">
            <a:avLst/>
          </a:prstGeom>
          <a:noFill/>
        </p:spPr>
        <p:txBody>
          <a:bodyPr wrap="square" rtlCol="0">
            <a:spAutoFit/>
          </a:bodyPr>
          <a:lstStyle/>
          <a:p>
            <a:pPr algn="ctr"/>
            <a:r>
              <a:rPr lang="en-US" altLang="ko-KR" sz="1100" dirty="0"/>
              <a:t>TextView1</a:t>
            </a:r>
            <a:endParaRPr lang="ko-KR" altLang="en-US" sz="1100" dirty="0"/>
          </a:p>
        </p:txBody>
      </p:sp>
      <p:sp>
        <p:nvSpPr>
          <p:cNvPr id="19" name="TextBox 18">
            <a:extLst>
              <a:ext uri="{FF2B5EF4-FFF2-40B4-BE49-F238E27FC236}">
                <a16:creationId xmlns:a16="http://schemas.microsoft.com/office/drawing/2014/main" id="{14AE6BD5-C041-4126-97EB-8B9311E5EAEA}"/>
              </a:ext>
            </a:extLst>
          </p:cNvPr>
          <p:cNvSpPr txBox="1"/>
          <p:nvPr/>
        </p:nvSpPr>
        <p:spPr>
          <a:xfrm>
            <a:off x="1960407" y="4055854"/>
            <a:ext cx="902882" cy="261610"/>
          </a:xfrm>
          <a:prstGeom prst="rect">
            <a:avLst/>
          </a:prstGeom>
          <a:noFill/>
        </p:spPr>
        <p:txBody>
          <a:bodyPr wrap="square" rtlCol="0">
            <a:spAutoFit/>
          </a:bodyPr>
          <a:lstStyle/>
          <a:p>
            <a:pPr algn="ctr"/>
            <a:r>
              <a:rPr lang="en-US" altLang="ko-KR" sz="1100" dirty="0"/>
              <a:t>TextView2</a:t>
            </a:r>
            <a:endParaRPr lang="ko-KR" altLang="en-US" sz="1100" dirty="0"/>
          </a:p>
        </p:txBody>
      </p:sp>
    </p:spTree>
    <p:extLst>
      <p:ext uri="{BB962C8B-B14F-4D97-AF65-F5344CB8AC3E}">
        <p14:creationId xmlns:p14="http://schemas.microsoft.com/office/powerpoint/2010/main" val="770116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그림 6" descr="텍스트, 스크린샷, 폰트, 화이트이(가) 표시된 사진&#10;&#10;자동 생성된 설명">
            <a:extLst>
              <a:ext uri="{FF2B5EF4-FFF2-40B4-BE49-F238E27FC236}">
                <a16:creationId xmlns:a16="http://schemas.microsoft.com/office/drawing/2014/main" id="{15803EEE-570B-4A8E-A0F4-A4670FBD03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4701" y="1646011"/>
            <a:ext cx="2174855"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sz="1000" dirty="0"/>
              <a:t>보호자</a:t>
            </a:r>
            <a:r>
              <a:rPr lang="en-US" altLang="ko-KR" sz="1000" dirty="0"/>
              <a:t>_</a:t>
            </a:r>
            <a:r>
              <a:rPr lang="ko-KR" altLang="en-US" sz="1000" dirty="0"/>
              <a:t>회원가입</a:t>
            </a:r>
            <a:r>
              <a:rPr lang="en-US" altLang="ko-KR" sz="1000" dirty="0"/>
              <a:t>_</a:t>
            </a:r>
            <a:r>
              <a:rPr lang="ko-KR" altLang="en-US" sz="1000" dirty="0"/>
              <a:t>시니어인증 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3370991" y="1264702"/>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보호자</a:t>
            </a:r>
            <a:r>
              <a:rPr lang="en-US" altLang="ko-KR" sz="1000" dirty="0">
                <a:solidFill>
                  <a:schemeClr val="bg1"/>
                </a:solidFill>
              </a:rPr>
              <a:t>_</a:t>
            </a:r>
            <a:r>
              <a:rPr lang="ko-KR" altLang="en-US" sz="1000" dirty="0">
                <a:solidFill>
                  <a:schemeClr val="bg1"/>
                </a:solidFill>
              </a:rPr>
              <a:t>시니어인증 </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8275036" y="755897"/>
          <a:ext cx="3759640" cy="5455598"/>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시니어 정보 입력 페이지</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Tx/>
                        <a:buNone/>
                      </a:pP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보호자에게만 해당되는 회원가입 페이지</a:t>
                      </a:r>
                      <a:endPar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1000" b="1" dirty="0"/>
                        <a:t>TextView1</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회원가입 페이지에서 시니어 정보 </a:t>
                      </a:r>
                      <a:r>
                        <a:rPr lang="ko-KR" altLang="en-US" sz="800" b="0" spc="0" baseline="0" dirty="0" err="1">
                          <a:solidFill>
                            <a:schemeClr val="tx1"/>
                          </a:solidFill>
                          <a:latin typeface="나눔고딕" panose="020D0604000000000000" pitchFamily="50" charset="-127"/>
                          <a:ea typeface="나눔고딕" panose="020D0604000000000000" pitchFamily="50" charset="-127"/>
                        </a:rPr>
                        <a:t>입력창임을</a:t>
                      </a:r>
                      <a:r>
                        <a:rPr lang="ko-KR" altLang="en-US" sz="800" b="0" spc="0" baseline="0" dirty="0">
                          <a:solidFill>
                            <a:schemeClr val="tx1"/>
                          </a:solidFill>
                          <a:latin typeface="나눔고딕" panose="020D0604000000000000" pitchFamily="50" charset="-127"/>
                          <a:ea typeface="나눔고딕" panose="020D0604000000000000" pitchFamily="50" charset="-127"/>
                        </a:rPr>
                        <a:t> 명시</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dirty="0"/>
                        <a:t>TextView2</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이름 </a:t>
                      </a:r>
                      <a:r>
                        <a:rPr lang="ko-KR" altLang="en-US" sz="800" b="0" spc="0" baseline="0" dirty="0" err="1">
                          <a:solidFill>
                            <a:schemeClr val="tx1"/>
                          </a:solidFill>
                          <a:latin typeface="나눔고딕" panose="020D0604000000000000" pitchFamily="50" charset="-127"/>
                          <a:ea typeface="나눔고딕" panose="020D0604000000000000" pitchFamily="50" charset="-127"/>
                        </a:rPr>
                        <a:t>쓰는칸임을</a:t>
                      </a:r>
                      <a:r>
                        <a:rPr lang="ko-KR" altLang="en-US" sz="800" b="0" spc="0" baseline="0" dirty="0">
                          <a:solidFill>
                            <a:schemeClr val="tx1"/>
                          </a:solidFill>
                          <a:latin typeface="나눔고딕" panose="020D0604000000000000" pitchFamily="50" charset="-127"/>
                          <a:ea typeface="나눔고딕" panose="020D0604000000000000" pitchFamily="50" charset="-127"/>
                        </a:rPr>
                        <a:t> 명시</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dirty="0"/>
                        <a:t>TextField1: </a:t>
                      </a:r>
                      <a:r>
                        <a:rPr lang="ko-KR" altLang="en-US" sz="1000" b="1" dirty="0"/>
                        <a:t>이름</a:t>
                      </a:r>
                      <a:endParaRPr lang="en-US" altLang="ko-KR" sz="1000" b="1" dirty="0"/>
                    </a:p>
                    <a:p>
                      <a:pPr marL="0" indent="0">
                        <a:lnSpc>
                          <a:spcPct val="100000"/>
                        </a:lnSpc>
                        <a:buFontTx/>
                        <a:buNone/>
                      </a:pP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시니어 이름 입력</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120831"/>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dirty="0"/>
                        <a:t>TextView3</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전화번호 </a:t>
                      </a:r>
                      <a:r>
                        <a:rPr lang="ko-KR" altLang="en-US" sz="800" b="0" spc="0" baseline="0" dirty="0" err="1">
                          <a:solidFill>
                            <a:schemeClr val="tx1"/>
                          </a:solidFill>
                          <a:latin typeface="나눔고딕" panose="020D0604000000000000" pitchFamily="50" charset="-127"/>
                          <a:ea typeface="나눔고딕" panose="020D0604000000000000" pitchFamily="50" charset="-127"/>
                        </a:rPr>
                        <a:t>입력칸을</a:t>
                      </a:r>
                      <a:r>
                        <a:rPr lang="ko-KR" altLang="en-US" sz="800" b="0" spc="0" baseline="0" dirty="0">
                          <a:solidFill>
                            <a:schemeClr val="tx1"/>
                          </a:solidFill>
                          <a:latin typeface="나눔고딕" panose="020D0604000000000000" pitchFamily="50" charset="-127"/>
                          <a:ea typeface="나눔고딕" panose="020D0604000000000000" pitchFamily="50" charset="-127"/>
                        </a:rPr>
                        <a:t> 명시</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8521492"/>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dirty="0"/>
                        <a:t>TextField2: </a:t>
                      </a:r>
                      <a:r>
                        <a:rPr lang="ko-KR" altLang="en-US" sz="1000" b="1" dirty="0"/>
                        <a:t>전화번호</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전화번호는 </a:t>
                      </a:r>
                      <a:r>
                        <a:rPr lang="en-US" altLang="ko-KR" sz="800" b="0" spc="0" baseline="0" dirty="0">
                          <a:solidFill>
                            <a:schemeClr val="tx1"/>
                          </a:solidFill>
                          <a:latin typeface="나눔고딕" panose="020D0604000000000000" pitchFamily="50" charset="-127"/>
                          <a:ea typeface="나눔고딕" panose="020D0604000000000000" pitchFamily="50" charset="-127"/>
                        </a:rPr>
                        <a:t>01012345678</a:t>
                      </a:r>
                      <a:r>
                        <a:rPr lang="ko-KR" altLang="en-US" sz="800" b="0" spc="0" baseline="0" dirty="0">
                          <a:solidFill>
                            <a:schemeClr val="tx1"/>
                          </a:solidFill>
                          <a:latin typeface="나눔고딕" panose="020D0604000000000000" pitchFamily="50" charset="-127"/>
                          <a:ea typeface="나눔고딕" panose="020D0604000000000000" pitchFamily="50" charset="-127"/>
                        </a:rPr>
                        <a:t>형식으로 입력한다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5044684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dirty="0"/>
                        <a:t>TextView4</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가족 관계증명서 올리는 칸 명시</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35428144"/>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7</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dirty="0"/>
                        <a:t>Button3: </a:t>
                      </a:r>
                      <a:r>
                        <a:rPr lang="ko-KR" altLang="en-US" sz="1000" b="1" dirty="0"/>
                        <a:t>파일 올리기</a:t>
                      </a:r>
                      <a:endParaRPr lang="en-US" altLang="ko-KR" sz="1000" b="1" dirty="0"/>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핸드폰 파일에 접근가능</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가족관계증명서를 올릴 수 있다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36861984"/>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8</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dirty="0"/>
                        <a:t>Button4</a:t>
                      </a:r>
                    </a:p>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버튼 </a:t>
                      </a:r>
                      <a:r>
                        <a:rPr lang="ko-KR" altLang="en-US" sz="800" b="0" spc="0" baseline="0" dirty="0" err="1">
                          <a:solidFill>
                            <a:schemeClr val="tx1"/>
                          </a:solidFill>
                          <a:latin typeface="나눔고딕" panose="020D0604000000000000" pitchFamily="50" charset="-127"/>
                          <a:ea typeface="나눔고딕" panose="020D0604000000000000" pitchFamily="50" charset="-127"/>
                        </a:rPr>
                        <a:t>클릭시</a:t>
                      </a:r>
                      <a:r>
                        <a:rPr lang="ko-KR" altLang="en-US" sz="800" b="0" spc="0" baseline="0" dirty="0">
                          <a:solidFill>
                            <a:schemeClr val="tx1"/>
                          </a:solidFill>
                          <a:latin typeface="나눔고딕" panose="020D0604000000000000" pitchFamily="50" charset="-127"/>
                          <a:ea typeface="나눔고딕" panose="020D0604000000000000" pitchFamily="50" charset="-127"/>
                        </a:rPr>
                        <a:t> 가입완료 페이지로 넘어간다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42651635"/>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40" name="왼쪽 중괄호 39">
            <a:extLst>
              <a:ext uri="{FF2B5EF4-FFF2-40B4-BE49-F238E27FC236}">
                <a16:creationId xmlns:a16="http://schemas.microsoft.com/office/drawing/2014/main" id="{590BE5B0-BABE-42C1-8113-18AA9D8FEA6A}"/>
              </a:ext>
            </a:extLst>
          </p:cNvPr>
          <p:cNvSpPr/>
          <p:nvPr/>
        </p:nvSpPr>
        <p:spPr>
          <a:xfrm>
            <a:off x="2447523" y="1869984"/>
            <a:ext cx="1040362" cy="8295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1" name="타원 40">
            <a:extLst>
              <a:ext uri="{FF2B5EF4-FFF2-40B4-BE49-F238E27FC236}">
                <a16:creationId xmlns:a16="http://schemas.microsoft.com/office/drawing/2014/main" id="{8F126423-7DA1-433D-952E-D1F3CFE9A922}"/>
              </a:ext>
            </a:extLst>
          </p:cNvPr>
          <p:cNvSpPr/>
          <p:nvPr/>
        </p:nvSpPr>
        <p:spPr>
          <a:xfrm>
            <a:off x="2354101" y="2135676"/>
            <a:ext cx="216273" cy="21361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42" name="TextBox 41">
            <a:extLst>
              <a:ext uri="{FF2B5EF4-FFF2-40B4-BE49-F238E27FC236}">
                <a16:creationId xmlns:a16="http://schemas.microsoft.com/office/drawing/2014/main" id="{765F9BC5-1FDB-4E99-9486-B80A502B0521}"/>
              </a:ext>
            </a:extLst>
          </p:cNvPr>
          <p:cNvSpPr txBox="1"/>
          <p:nvPr/>
        </p:nvSpPr>
        <p:spPr>
          <a:xfrm>
            <a:off x="1527462" y="2111678"/>
            <a:ext cx="902882" cy="261610"/>
          </a:xfrm>
          <a:prstGeom prst="rect">
            <a:avLst/>
          </a:prstGeom>
          <a:noFill/>
        </p:spPr>
        <p:txBody>
          <a:bodyPr wrap="square" rtlCol="0">
            <a:spAutoFit/>
          </a:bodyPr>
          <a:lstStyle/>
          <a:p>
            <a:pPr algn="ctr"/>
            <a:r>
              <a:rPr lang="en-US" altLang="ko-KR" sz="1100" dirty="0"/>
              <a:t>TextView1</a:t>
            </a:r>
            <a:endParaRPr lang="ko-KR" altLang="en-US" sz="1100" dirty="0"/>
          </a:p>
        </p:txBody>
      </p:sp>
      <p:sp>
        <p:nvSpPr>
          <p:cNvPr id="43" name="타원 42">
            <a:extLst>
              <a:ext uri="{FF2B5EF4-FFF2-40B4-BE49-F238E27FC236}">
                <a16:creationId xmlns:a16="http://schemas.microsoft.com/office/drawing/2014/main" id="{6D9C6EC7-2946-4CC1-A835-24CEA34673AE}"/>
              </a:ext>
            </a:extLst>
          </p:cNvPr>
          <p:cNvSpPr/>
          <p:nvPr/>
        </p:nvSpPr>
        <p:spPr>
          <a:xfrm>
            <a:off x="2538845" y="353334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44" name="왼쪽 중괄호 43">
            <a:extLst>
              <a:ext uri="{FF2B5EF4-FFF2-40B4-BE49-F238E27FC236}">
                <a16:creationId xmlns:a16="http://schemas.microsoft.com/office/drawing/2014/main" id="{87CC9224-A4F6-4835-B45F-42E5D3FAE2D0}"/>
              </a:ext>
            </a:extLst>
          </p:cNvPr>
          <p:cNvSpPr/>
          <p:nvPr/>
        </p:nvSpPr>
        <p:spPr>
          <a:xfrm>
            <a:off x="2748296" y="2722215"/>
            <a:ext cx="442219" cy="26161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5" name="타원 44">
            <a:extLst>
              <a:ext uri="{FF2B5EF4-FFF2-40B4-BE49-F238E27FC236}">
                <a16:creationId xmlns:a16="http://schemas.microsoft.com/office/drawing/2014/main" id="{E5E64EC3-0831-43DB-A729-D9B0217F0A2F}"/>
              </a:ext>
            </a:extLst>
          </p:cNvPr>
          <p:cNvSpPr/>
          <p:nvPr/>
        </p:nvSpPr>
        <p:spPr>
          <a:xfrm>
            <a:off x="2538128" y="273022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46" name="왼쪽 중괄호 45">
            <a:extLst>
              <a:ext uri="{FF2B5EF4-FFF2-40B4-BE49-F238E27FC236}">
                <a16:creationId xmlns:a16="http://schemas.microsoft.com/office/drawing/2014/main" id="{E9A099B8-BE34-4431-8A65-8FC4475138C3}"/>
              </a:ext>
            </a:extLst>
          </p:cNvPr>
          <p:cNvSpPr/>
          <p:nvPr/>
        </p:nvSpPr>
        <p:spPr>
          <a:xfrm>
            <a:off x="2754273" y="3471688"/>
            <a:ext cx="442219" cy="277931"/>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7" name="TextBox 46">
            <a:extLst>
              <a:ext uri="{FF2B5EF4-FFF2-40B4-BE49-F238E27FC236}">
                <a16:creationId xmlns:a16="http://schemas.microsoft.com/office/drawing/2014/main" id="{1A3E6F5D-7F9A-40DC-AF03-AEE10FF427E6}"/>
              </a:ext>
            </a:extLst>
          </p:cNvPr>
          <p:cNvSpPr txBox="1"/>
          <p:nvPr/>
        </p:nvSpPr>
        <p:spPr>
          <a:xfrm>
            <a:off x="1559355" y="2722215"/>
            <a:ext cx="902882" cy="261610"/>
          </a:xfrm>
          <a:prstGeom prst="rect">
            <a:avLst/>
          </a:prstGeom>
          <a:noFill/>
        </p:spPr>
        <p:txBody>
          <a:bodyPr wrap="square" rtlCol="0">
            <a:spAutoFit/>
          </a:bodyPr>
          <a:lstStyle/>
          <a:p>
            <a:pPr algn="ctr"/>
            <a:r>
              <a:rPr lang="en-US" altLang="ko-KR" sz="1100" dirty="0"/>
              <a:t>TextView2</a:t>
            </a:r>
            <a:endParaRPr lang="ko-KR" altLang="en-US" sz="1100" dirty="0"/>
          </a:p>
        </p:txBody>
      </p:sp>
      <p:sp>
        <p:nvSpPr>
          <p:cNvPr id="48" name="TextBox 47">
            <a:extLst>
              <a:ext uri="{FF2B5EF4-FFF2-40B4-BE49-F238E27FC236}">
                <a16:creationId xmlns:a16="http://schemas.microsoft.com/office/drawing/2014/main" id="{8CA31D96-8347-415A-83D7-71CC1C51F583}"/>
              </a:ext>
            </a:extLst>
          </p:cNvPr>
          <p:cNvSpPr txBox="1"/>
          <p:nvPr/>
        </p:nvSpPr>
        <p:spPr>
          <a:xfrm>
            <a:off x="1671843" y="3588938"/>
            <a:ext cx="943614" cy="261610"/>
          </a:xfrm>
          <a:prstGeom prst="rect">
            <a:avLst/>
          </a:prstGeom>
          <a:noFill/>
        </p:spPr>
        <p:txBody>
          <a:bodyPr wrap="square" rtlCol="0">
            <a:spAutoFit/>
          </a:bodyPr>
          <a:lstStyle/>
          <a:p>
            <a:pPr algn="ctr"/>
            <a:r>
              <a:rPr lang="en-US" altLang="ko-KR" sz="1100" dirty="0"/>
              <a:t>TextView3</a:t>
            </a:r>
            <a:endParaRPr lang="ko-KR" altLang="en-US" sz="1100" dirty="0"/>
          </a:p>
        </p:txBody>
      </p:sp>
      <p:sp>
        <p:nvSpPr>
          <p:cNvPr id="49" name="타원 48">
            <a:extLst>
              <a:ext uri="{FF2B5EF4-FFF2-40B4-BE49-F238E27FC236}">
                <a16:creationId xmlns:a16="http://schemas.microsoft.com/office/drawing/2014/main" id="{2C0BA896-E125-4324-96BA-14E8BA9B36C1}"/>
              </a:ext>
            </a:extLst>
          </p:cNvPr>
          <p:cNvSpPr/>
          <p:nvPr/>
        </p:nvSpPr>
        <p:spPr>
          <a:xfrm>
            <a:off x="2524879" y="439205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6</a:t>
            </a:r>
            <a:endParaRPr lang="ko-KR" altLang="en-US" sz="900" dirty="0">
              <a:latin typeface="Arial Black" panose="020B0A04020102020204" pitchFamily="34" charset="0"/>
            </a:endParaRPr>
          </a:p>
        </p:txBody>
      </p:sp>
      <p:sp>
        <p:nvSpPr>
          <p:cNvPr id="50" name="왼쪽 중괄호 49">
            <a:extLst>
              <a:ext uri="{FF2B5EF4-FFF2-40B4-BE49-F238E27FC236}">
                <a16:creationId xmlns:a16="http://schemas.microsoft.com/office/drawing/2014/main" id="{B74BDA9B-E873-477E-8E9C-581054B158FA}"/>
              </a:ext>
            </a:extLst>
          </p:cNvPr>
          <p:cNvSpPr/>
          <p:nvPr/>
        </p:nvSpPr>
        <p:spPr>
          <a:xfrm>
            <a:off x="2735175" y="4321313"/>
            <a:ext cx="442219" cy="287018"/>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51" name="TextBox 50">
            <a:extLst>
              <a:ext uri="{FF2B5EF4-FFF2-40B4-BE49-F238E27FC236}">
                <a16:creationId xmlns:a16="http://schemas.microsoft.com/office/drawing/2014/main" id="{C1DB6319-CCE9-4F3B-AD3F-7A9934394440}"/>
              </a:ext>
            </a:extLst>
          </p:cNvPr>
          <p:cNvSpPr txBox="1"/>
          <p:nvPr/>
        </p:nvSpPr>
        <p:spPr>
          <a:xfrm>
            <a:off x="1652975" y="4369390"/>
            <a:ext cx="902882" cy="261610"/>
          </a:xfrm>
          <a:prstGeom prst="rect">
            <a:avLst/>
          </a:prstGeom>
          <a:noFill/>
        </p:spPr>
        <p:txBody>
          <a:bodyPr wrap="square" rtlCol="0">
            <a:spAutoFit/>
          </a:bodyPr>
          <a:lstStyle/>
          <a:p>
            <a:pPr algn="ctr"/>
            <a:r>
              <a:rPr lang="en-US" altLang="ko-KR" sz="1100" dirty="0"/>
              <a:t>TextView4</a:t>
            </a:r>
            <a:endParaRPr lang="ko-KR" altLang="en-US" sz="1100" dirty="0"/>
          </a:p>
        </p:txBody>
      </p:sp>
      <p:sp>
        <p:nvSpPr>
          <p:cNvPr id="55" name="타원 54">
            <a:extLst>
              <a:ext uri="{FF2B5EF4-FFF2-40B4-BE49-F238E27FC236}">
                <a16:creationId xmlns:a16="http://schemas.microsoft.com/office/drawing/2014/main" id="{22A00931-181A-4288-8E52-93DE0E9249C5}"/>
              </a:ext>
            </a:extLst>
          </p:cNvPr>
          <p:cNvSpPr/>
          <p:nvPr/>
        </p:nvSpPr>
        <p:spPr>
          <a:xfrm>
            <a:off x="5697610" y="470720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7</a:t>
            </a:r>
            <a:endParaRPr lang="ko-KR" altLang="en-US" sz="900" dirty="0">
              <a:latin typeface="Arial Black" panose="020B0A04020102020204" pitchFamily="34" charset="0"/>
            </a:endParaRPr>
          </a:p>
        </p:txBody>
      </p:sp>
      <p:sp>
        <p:nvSpPr>
          <p:cNvPr id="56" name="왼쪽 중괄호 55">
            <a:extLst>
              <a:ext uri="{FF2B5EF4-FFF2-40B4-BE49-F238E27FC236}">
                <a16:creationId xmlns:a16="http://schemas.microsoft.com/office/drawing/2014/main" id="{A2BEF03C-EDFB-4812-A8B5-13485D9742A3}"/>
              </a:ext>
            </a:extLst>
          </p:cNvPr>
          <p:cNvSpPr/>
          <p:nvPr/>
        </p:nvSpPr>
        <p:spPr>
          <a:xfrm rot="10800000">
            <a:off x="3888354" y="4636459"/>
            <a:ext cx="1860728"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57" name="TextBox 56">
            <a:extLst>
              <a:ext uri="{FF2B5EF4-FFF2-40B4-BE49-F238E27FC236}">
                <a16:creationId xmlns:a16="http://schemas.microsoft.com/office/drawing/2014/main" id="{1F490C99-F747-413B-BB99-819787D75181}"/>
              </a:ext>
            </a:extLst>
          </p:cNvPr>
          <p:cNvSpPr txBox="1"/>
          <p:nvPr/>
        </p:nvSpPr>
        <p:spPr>
          <a:xfrm>
            <a:off x="5836099" y="4661868"/>
            <a:ext cx="872529" cy="261610"/>
          </a:xfrm>
          <a:prstGeom prst="rect">
            <a:avLst/>
          </a:prstGeom>
          <a:noFill/>
        </p:spPr>
        <p:txBody>
          <a:bodyPr wrap="square" rtlCol="0">
            <a:spAutoFit/>
          </a:bodyPr>
          <a:lstStyle/>
          <a:p>
            <a:pPr algn="ctr"/>
            <a:r>
              <a:rPr lang="en-US" altLang="ko-KR" sz="1100" dirty="0"/>
              <a:t>Button3</a:t>
            </a:r>
            <a:endParaRPr lang="ko-KR" altLang="en-US" sz="1100" dirty="0"/>
          </a:p>
        </p:txBody>
      </p:sp>
      <p:sp>
        <p:nvSpPr>
          <p:cNvPr id="58" name="TextBox 57">
            <a:extLst>
              <a:ext uri="{FF2B5EF4-FFF2-40B4-BE49-F238E27FC236}">
                <a16:creationId xmlns:a16="http://schemas.microsoft.com/office/drawing/2014/main" id="{26839E2B-E308-4D83-BE25-ECE5366C69E6}"/>
              </a:ext>
            </a:extLst>
          </p:cNvPr>
          <p:cNvSpPr txBox="1"/>
          <p:nvPr/>
        </p:nvSpPr>
        <p:spPr>
          <a:xfrm>
            <a:off x="6022813" y="3028763"/>
            <a:ext cx="917399" cy="261610"/>
          </a:xfrm>
          <a:prstGeom prst="rect">
            <a:avLst/>
          </a:prstGeom>
          <a:noFill/>
        </p:spPr>
        <p:txBody>
          <a:bodyPr wrap="square" rtlCol="0">
            <a:spAutoFit/>
          </a:bodyPr>
          <a:lstStyle/>
          <a:p>
            <a:pPr algn="ctr"/>
            <a:r>
              <a:rPr lang="en-US" altLang="ko-KR" sz="1100" dirty="0"/>
              <a:t>TextField1</a:t>
            </a:r>
            <a:endParaRPr lang="ko-KR" altLang="en-US" sz="1100" dirty="0"/>
          </a:p>
        </p:txBody>
      </p:sp>
      <p:sp>
        <p:nvSpPr>
          <p:cNvPr id="59" name="왼쪽 중괄호 58">
            <a:extLst>
              <a:ext uri="{FF2B5EF4-FFF2-40B4-BE49-F238E27FC236}">
                <a16:creationId xmlns:a16="http://schemas.microsoft.com/office/drawing/2014/main" id="{FC0D0A8A-7F47-4962-8BCA-59993EF7A250}"/>
              </a:ext>
            </a:extLst>
          </p:cNvPr>
          <p:cNvSpPr/>
          <p:nvPr/>
        </p:nvSpPr>
        <p:spPr>
          <a:xfrm rot="10800000">
            <a:off x="5280082" y="2983825"/>
            <a:ext cx="619125"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60" name="타원 59">
            <a:extLst>
              <a:ext uri="{FF2B5EF4-FFF2-40B4-BE49-F238E27FC236}">
                <a16:creationId xmlns:a16="http://schemas.microsoft.com/office/drawing/2014/main" id="{109B1A4E-CA79-4D2F-8A51-80367D48CCDC}"/>
              </a:ext>
            </a:extLst>
          </p:cNvPr>
          <p:cNvSpPr/>
          <p:nvPr/>
        </p:nvSpPr>
        <p:spPr>
          <a:xfrm>
            <a:off x="5868800" y="3051432"/>
            <a:ext cx="21558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61" name="TextBox 60">
            <a:extLst>
              <a:ext uri="{FF2B5EF4-FFF2-40B4-BE49-F238E27FC236}">
                <a16:creationId xmlns:a16="http://schemas.microsoft.com/office/drawing/2014/main" id="{EF3236C8-6E62-46F9-8CF1-8E9D1B6FB905}"/>
              </a:ext>
            </a:extLst>
          </p:cNvPr>
          <p:cNvSpPr txBox="1"/>
          <p:nvPr/>
        </p:nvSpPr>
        <p:spPr>
          <a:xfrm>
            <a:off x="6053220" y="3865625"/>
            <a:ext cx="872529" cy="261610"/>
          </a:xfrm>
          <a:prstGeom prst="rect">
            <a:avLst/>
          </a:prstGeom>
          <a:noFill/>
        </p:spPr>
        <p:txBody>
          <a:bodyPr wrap="square" rtlCol="0">
            <a:spAutoFit/>
          </a:bodyPr>
          <a:lstStyle/>
          <a:p>
            <a:pPr algn="ctr"/>
            <a:r>
              <a:rPr lang="en-US" altLang="ko-KR" sz="1100" dirty="0"/>
              <a:t>TextField2</a:t>
            </a:r>
            <a:endParaRPr lang="ko-KR" altLang="en-US" sz="1100" dirty="0"/>
          </a:p>
        </p:txBody>
      </p:sp>
      <p:sp>
        <p:nvSpPr>
          <p:cNvPr id="62" name="왼쪽 중괄호 61">
            <a:extLst>
              <a:ext uri="{FF2B5EF4-FFF2-40B4-BE49-F238E27FC236}">
                <a16:creationId xmlns:a16="http://schemas.microsoft.com/office/drawing/2014/main" id="{B18ECF98-3836-4E53-922F-1C417E29C3F0}"/>
              </a:ext>
            </a:extLst>
          </p:cNvPr>
          <p:cNvSpPr/>
          <p:nvPr/>
        </p:nvSpPr>
        <p:spPr>
          <a:xfrm rot="10800000">
            <a:off x="5310489" y="3820687"/>
            <a:ext cx="619125"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63" name="타원 62">
            <a:extLst>
              <a:ext uri="{FF2B5EF4-FFF2-40B4-BE49-F238E27FC236}">
                <a16:creationId xmlns:a16="http://schemas.microsoft.com/office/drawing/2014/main" id="{28F2FE46-7CC3-4BCC-A120-E6E9BEB8E3B4}"/>
              </a:ext>
            </a:extLst>
          </p:cNvPr>
          <p:cNvSpPr/>
          <p:nvPr/>
        </p:nvSpPr>
        <p:spPr>
          <a:xfrm>
            <a:off x="5899207" y="3888294"/>
            <a:ext cx="21558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64" name="TextBox 63">
            <a:extLst>
              <a:ext uri="{FF2B5EF4-FFF2-40B4-BE49-F238E27FC236}">
                <a16:creationId xmlns:a16="http://schemas.microsoft.com/office/drawing/2014/main" id="{BF746612-CE7B-455D-8FF6-02877AD015C7}"/>
              </a:ext>
            </a:extLst>
          </p:cNvPr>
          <p:cNvSpPr txBox="1"/>
          <p:nvPr/>
        </p:nvSpPr>
        <p:spPr>
          <a:xfrm>
            <a:off x="5640931" y="5210674"/>
            <a:ext cx="685815" cy="261610"/>
          </a:xfrm>
          <a:prstGeom prst="rect">
            <a:avLst/>
          </a:prstGeom>
          <a:noFill/>
        </p:spPr>
        <p:txBody>
          <a:bodyPr wrap="square" rtlCol="0">
            <a:spAutoFit/>
          </a:bodyPr>
          <a:lstStyle/>
          <a:p>
            <a:pPr algn="ctr"/>
            <a:r>
              <a:rPr lang="en-US" altLang="ko-KR" sz="1100" dirty="0"/>
              <a:t>Button4</a:t>
            </a:r>
            <a:endParaRPr lang="ko-KR" altLang="en-US" sz="1100" dirty="0"/>
          </a:p>
        </p:txBody>
      </p:sp>
      <p:sp>
        <p:nvSpPr>
          <p:cNvPr id="65" name="왼쪽 중괄호 64">
            <a:extLst>
              <a:ext uri="{FF2B5EF4-FFF2-40B4-BE49-F238E27FC236}">
                <a16:creationId xmlns:a16="http://schemas.microsoft.com/office/drawing/2014/main" id="{5742E12F-6D55-460B-895E-6D0B87AA5DB6}"/>
              </a:ext>
            </a:extLst>
          </p:cNvPr>
          <p:cNvSpPr/>
          <p:nvPr/>
        </p:nvSpPr>
        <p:spPr>
          <a:xfrm rot="10800000">
            <a:off x="4898200" y="5165736"/>
            <a:ext cx="619125"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66" name="타원 65">
            <a:extLst>
              <a:ext uri="{FF2B5EF4-FFF2-40B4-BE49-F238E27FC236}">
                <a16:creationId xmlns:a16="http://schemas.microsoft.com/office/drawing/2014/main" id="{908088C4-1E4D-4CCE-9AB1-AF4503493F36}"/>
              </a:ext>
            </a:extLst>
          </p:cNvPr>
          <p:cNvSpPr/>
          <p:nvPr/>
        </p:nvSpPr>
        <p:spPr>
          <a:xfrm>
            <a:off x="5486918" y="5233343"/>
            <a:ext cx="21558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8</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045818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sz="1000" dirty="0"/>
              <a:t>보호자</a:t>
            </a:r>
            <a:r>
              <a:rPr lang="en-US" altLang="ko-KR" sz="1000" dirty="0"/>
              <a:t>_</a:t>
            </a:r>
            <a:r>
              <a:rPr lang="ko-KR" altLang="en-US" sz="1000" dirty="0"/>
              <a:t>회원가입</a:t>
            </a:r>
            <a:r>
              <a:rPr lang="en-US" altLang="ko-KR" sz="1000" dirty="0"/>
              <a:t>_</a:t>
            </a:r>
            <a:r>
              <a:rPr lang="ko-KR" altLang="en-US" sz="1000" dirty="0"/>
              <a:t>완료페이지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3423296" y="1258647"/>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 완료 </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8275036" y="755897"/>
          <a:ext cx="3759640" cy="2532440"/>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 완료 안내 페이지</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보호자용</a:t>
                      </a:r>
                      <a:endPar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1000" b="1" dirty="0">
                          <a:latin typeface="나눔고딕" panose="020D0604000000000000" pitchFamily="50" charset="-127"/>
                          <a:ea typeface="나눔고딕" panose="020D0604000000000000" pitchFamily="50" charset="-127"/>
                        </a:rPr>
                        <a:t>TextView1</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800" b="0" spc="0" baseline="0" dirty="0">
                          <a:solidFill>
                            <a:schemeClr val="tx1"/>
                          </a:solidFill>
                          <a:latin typeface="나눔고딕" panose="020D0604000000000000" pitchFamily="50" charset="-127"/>
                          <a:ea typeface="나눔고딕" panose="020D0604000000000000" pitchFamily="50" charset="-127"/>
                        </a:rPr>
                        <a:t>- OO</a:t>
                      </a:r>
                      <a:r>
                        <a:rPr lang="ko-KR" altLang="en-US" sz="800" b="0" spc="0" baseline="0" dirty="0">
                          <a:solidFill>
                            <a:schemeClr val="tx1"/>
                          </a:solidFill>
                          <a:latin typeface="나눔고딕" panose="020D0604000000000000" pitchFamily="50" charset="-127"/>
                          <a:ea typeface="나눔고딕" panose="020D0604000000000000" pitchFamily="50" charset="-127"/>
                        </a:rPr>
                        <a:t>에 가입자 이름이 포함된다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TextView2</a:t>
                      </a:r>
                    </a:p>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가입에 걸리는 소요시간을 안내한다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endParaRPr lang="en-US" altLang="ko-KR" sz="10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dirty="0">
                          <a:latin typeface="나눔고딕" panose="020D0604000000000000" pitchFamily="50" charset="-127"/>
                          <a:ea typeface="나눔고딕" panose="020D0604000000000000" pitchFamily="50" charset="-127"/>
                        </a:rPr>
                        <a:t>Button1</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a:solidFill>
                            <a:schemeClr val="tx1"/>
                          </a:solidFill>
                          <a:latin typeface="나눔고딕" panose="020D0604000000000000" pitchFamily="50" charset="-127"/>
                          <a:ea typeface="나눔고딕" panose="020D0604000000000000" pitchFamily="50" charset="-127"/>
                        </a:rPr>
                        <a:t>3</a:t>
                      </a:r>
                      <a:r>
                        <a:rPr lang="ko-KR" altLang="en-US" sz="800" b="0" spc="0" baseline="0" dirty="0" err="1">
                          <a:solidFill>
                            <a:schemeClr val="tx1"/>
                          </a:solidFill>
                          <a:latin typeface="나눔고딕" panose="020D0604000000000000" pitchFamily="50" charset="-127"/>
                          <a:ea typeface="나눔고딕" panose="020D0604000000000000" pitchFamily="50" charset="-127"/>
                        </a:rPr>
                        <a:t>초뒤에</a:t>
                      </a:r>
                      <a:r>
                        <a:rPr lang="ko-KR" altLang="en-US"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메인페이지로</a:t>
                      </a:r>
                      <a:r>
                        <a:rPr lang="ko-KR" altLang="en-US" sz="800" b="0" spc="0" baseline="0" dirty="0">
                          <a:solidFill>
                            <a:schemeClr val="tx1"/>
                          </a:solidFill>
                          <a:latin typeface="나눔고딕" panose="020D0604000000000000" pitchFamily="50" charset="-127"/>
                          <a:ea typeface="나눔고딕" panose="020D0604000000000000" pitchFamily="50" charset="-127"/>
                        </a:rPr>
                        <a:t> 이동한다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19863241"/>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5" name="타원 14">
            <a:extLst>
              <a:ext uri="{FF2B5EF4-FFF2-40B4-BE49-F238E27FC236}">
                <a16:creationId xmlns:a16="http://schemas.microsoft.com/office/drawing/2014/main" id="{A18923CA-2696-4623-B3C0-4BD38938C0DA}"/>
              </a:ext>
            </a:extLst>
          </p:cNvPr>
          <p:cNvSpPr/>
          <p:nvPr/>
        </p:nvSpPr>
        <p:spPr>
          <a:xfrm>
            <a:off x="2580471" y="324687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7" name="왼쪽 중괄호 16">
            <a:extLst>
              <a:ext uri="{FF2B5EF4-FFF2-40B4-BE49-F238E27FC236}">
                <a16:creationId xmlns:a16="http://schemas.microsoft.com/office/drawing/2014/main" id="{C9428C16-30C6-4C01-9B57-47C9D2187F99}"/>
              </a:ext>
            </a:extLst>
          </p:cNvPr>
          <p:cNvSpPr/>
          <p:nvPr/>
        </p:nvSpPr>
        <p:spPr>
          <a:xfrm>
            <a:off x="2796744" y="3106568"/>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9" name="왼쪽 중괄호 18">
            <a:extLst>
              <a:ext uri="{FF2B5EF4-FFF2-40B4-BE49-F238E27FC236}">
                <a16:creationId xmlns:a16="http://schemas.microsoft.com/office/drawing/2014/main" id="{F1928E21-E40D-49B0-AD70-675A09723FA8}"/>
              </a:ext>
            </a:extLst>
          </p:cNvPr>
          <p:cNvSpPr/>
          <p:nvPr/>
        </p:nvSpPr>
        <p:spPr>
          <a:xfrm>
            <a:off x="2557824" y="4282907"/>
            <a:ext cx="838227" cy="394973"/>
          </a:xfrm>
          <a:prstGeom prst="leftBrace">
            <a:avLst>
              <a:gd name="adj1" fmla="val 49697"/>
              <a:gd name="adj2" fmla="val 5833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타원 19">
            <a:extLst>
              <a:ext uri="{FF2B5EF4-FFF2-40B4-BE49-F238E27FC236}">
                <a16:creationId xmlns:a16="http://schemas.microsoft.com/office/drawing/2014/main" id="{5CF9221B-850A-46E9-9621-CA93E6449C87}"/>
              </a:ext>
            </a:extLst>
          </p:cNvPr>
          <p:cNvSpPr/>
          <p:nvPr/>
        </p:nvSpPr>
        <p:spPr>
          <a:xfrm>
            <a:off x="5747581" y="360345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2" name="타원 21">
            <a:extLst>
              <a:ext uri="{FF2B5EF4-FFF2-40B4-BE49-F238E27FC236}">
                <a16:creationId xmlns:a16="http://schemas.microsoft.com/office/drawing/2014/main" id="{E7A19971-50E1-4FA7-A352-59E8596FA133}"/>
              </a:ext>
            </a:extLst>
          </p:cNvPr>
          <p:cNvSpPr/>
          <p:nvPr/>
        </p:nvSpPr>
        <p:spPr>
          <a:xfrm>
            <a:off x="2338166" y="437225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23" name="왼쪽 중괄호 22">
            <a:extLst>
              <a:ext uri="{FF2B5EF4-FFF2-40B4-BE49-F238E27FC236}">
                <a16:creationId xmlns:a16="http://schemas.microsoft.com/office/drawing/2014/main" id="{798B1C3A-CDE4-4753-B23C-6CE39DFBAE9A}"/>
              </a:ext>
            </a:extLst>
          </p:cNvPr>
          <p:cNvSpPr/>
          <p:nvPr/>
        </p:nvSpPr>
        <p:spPr>
          <a:xfrm rot="10800000">
            <a:off x="5305362" y="3603455"/>
            <a:ext cx="442219" cy="21627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25" name="그림 24" descr="텍스트, 스크린샷, 폰트, 화이트이(가) 표시된 사진&#10;&#10;자동 생성된 설명">
            <a:extLst>
              <a:ext uri="{FF2B5EF4-FFF2-40B4-BE49-F238E27FC236}">
                <a16:creationId xmlns:a16="http://schemas.microsoft.com/office/drawing/2014/main" id="{31D132FA-7864-4579-9236-67F43D8F13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1840" y="1684159"/>
            <a:ext cx="2174855" cy="4320000"/>
          </a:xfrm>
          <a:prstGeom prst="rect">
            <a:avLst/>
          </a:prstGeom>
        </p:spPr>
      </p:pic>
      <p:sp>
        <p:nvSpPr>
          <p:cNvPr id="21" name="TextBox 20">
            <a:extLst>
              <a:ext uri="{FF2B5EF4-FFF2-40B4-BE49-F238E27FC236}">
                <a16:creationId xmlns:a16="http://schemas.microsoft.com/office/drawing/2014/main" id="{65690D69-3D05-4607-8331-3D59F7E119F5}"/>
              </a:ext>
            </a:extLst>
          </p:cNvPr>
          <p:cNvSpPr txBox="1"/>
          <p:nvPr/>
        </p:nvSpPr>
        <p:spPr>
          <a:xfrm>
            <a:off x="1777022" y="3193866"/>
            <a:ext cx="902882" cy="261610"/>
          </a:xfrm>
          <a:prstGeom prst="rect">
            <a:avLst/>
          </a:prstGeom>
          <a:noFill/>
        </p:spPr>
        <p:txBody>
          <a:bodyPr wrap="square" rtlCol="0">
            <a:spAutoFit/>
          </a:bodyPr>
          <a:lstStyle/>
          <a:p>
            <a:pPr algn="ctr"/>
            <a:r>
              <a:rPr lang="en-US" altLang="ko-KR" sz="1100" dirty="0"/>
              <a:t>TextView1</a:t>
            </a:r>
            <a:endParaRPr lang="ko-KR" altLang="en-US" sz="1100" dirty="0"/>
          </a:p>
        </p:txBody>
      </p:sp>
      <p:sp>
        <p:nvSpPr>
          <p:cNvPr id="24" name="TextBox 23">
            <a:extLst>
              <a:ext uri="{FF2B5EF4-FFF2-40B4-BE49-F238E27FC236}">
                <a16:creationId xmlns:a16="http://schemas.microsoft.com/office/drawing/2014/main" id="{A6060B0A-CC81-4794-8C16-6E39758D1171}"/>
              </a:ext>
            </a:extLst>
          </p:cNvPr>
          <p:cNvSpPr txBox="1"/>
          <p:nvPr/>
        </p:nvSpPr>
        <p:spPr>
          <a:xfrm>
            <a:off x="5891418" y="3580786"/>
            <a:ext cx="902882" cy="261610"/>
          </a:xfrm>
          <a:prstGeom prst="rect">
            <a:avLst/>
          </a:prstGeom>
          <a:noFill/>
        </p:spPr>
        <p:txBody>
          <a:bodyPr wrap="square" rtlCol="0">
            <a:spAutoFit/>
          </a:bodyPr>
          <a:lstStyle/>
          <a:p>
            <a:pPr algn="ctr"/>
            <a:r>
              <a:rPr lang="en-US" altLang="ko-KR" sz="1100" dirty="0"/>
              <a:t>TextView2</a:t>
            </a:r>
            <a:endParaRPr lang="ko-KR" altLang="en-US" sz="1100" dirty="0"/>
          </a:p>
        </p:txBody>
      </p:sp>
      <p:sp>
        <p:nvSpPr>
          <p:cNvPr id="26" name="TextBox 25">
            <a:extLst>
              <a:ext uri="{FF2B5EF4-FFF2-40B4-BE49-F238E27FC236}">
                <a16:creationId xmlns:a16="http://schemas.microsoft.com/office/drawing/2014/main" id="{595146F3-9F20-487F-AD86-9172583CC839}"/>
              </a:ext>
            </a:extLst>
          </p:cNvPr>
          <p:cNvSpPr txBox="1"/>
          <p:nvPr/>
        </p:nvSpPr>
        <p:spPr>
          <a:xfrm>
            <a:off x="1601039" y="4350049"/>
            <a:ext cx="872529" cy="261610"/>
          </a:xfrm>
          <a:prstGeom prst="rect">
            <a:avLst/>
          </a:prstGeom>
          <a:noFill/>
        </p:spPr>
        <p:txBody>
          <a:bodyPr wrap="square" rtlCol="0">
            <a:spAutoFit/>
          </a:bodyPr>
          <a:lstStyle/>
          <a:p>
            <a:pPr algn="ctr"/>
            <a:r>
              <a:rPr lang="en-US" altLang="ko-KR" sz="1100" dirty="0"/>
              <a:t>Button1</a:t>
            </a:r>
            <a:endParaRPr lang="ko-KR" altLang="en-US" sz="1100" dirty="0"/>
          </a:p>
        </p:txBody>
      </p:sp>
    </p:spTree>
    <p:extLst>
      <p:ext uri="{BB962C8B-B14F-4D97-AF65-F5344CB8AC3E}">
        <p14:creationId xmlns:p14="http://schemas.microsoft.com/office/powerpoint/2010/main" val="2437823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D526C-5BE4-C914-F77F-353EBA3FB6EC}"/>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5C03000C-CFA9-D2DE-68F9-A14431672E88}"/>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6BAA7DF0-E338-8374-8D8E-5E455965DC55}"/>
              </a:ext>
            </a:extLst>
          </p:cNvPr>
          <p:cNvSpPr>
            <a:spLocks noGrp="1"/>
          </p:cNvSpPr>
          <p:nvPr>
            <p:ph type="body" sz="quarter" idx="13"/>
          </p:nvPr>
        </p:nvSpPr>
        <p:spPr/>
        <p:txBody>
          <a:bodyPr/>
          <a:lstStyle/>
          <a:p>
            <a:r>
              <a:rPr lang="ko-KR" altLang="en-US" dirty="0"/>
              <a:t>메인 화면</a:t>
            </a:r>
          </a:p>
        </p:txBody>
      </p:sp>
      <p:sp>
        <p:nvSpPr>
          <p:cNvPr id="10" name="텍스트 개체 틀 9">
            <a:extLst>
              <a:ext uri="{FF2B5EF4-FFF2-40B4-BE49-F238E27FC236}">
                <a16:creationId xmlns:a16="http://schemas.microsoft.com/office/drawing/2014/main" id="{B19A031D-658A-5765-35D3-8386FD14D4C7}"/>
              </a:ext>
            </a:extLst>
          </p:cNvPr>
          <p:cNvSpPr>
            <a:spLocks noGrp="1"/>
          </p:cNvSpPr>
          <p:nvPr>
            <p:ph type="body" sz="quarter" idx="15"/>
          </p:nvPr>
        </p:nvSpPr>
        <p:spPr/>
        <p:txBody>
          <a:bodyPr/>
          <a:lstStyle/>
          <a:p>
            <a:r>
              <a:rPr lang="ko-KR" altLang="en-US" dirty="0"/>
              <a:t>메인 화면</a:t>
            </a:r>
          </a:p>
        </p:txBody>
      </p:sp>
      <p:sp>
        <p:nvSpPr>
          <p:cNvPr id="2" name="텍스트 개체 틀 1">
            <a:extLst>
              <a:ext uri="{FF2B5EF4-FFF2-40B4-BE49-F238E27FC236}">
                <a16:creationId xmlns:a16="http://schemas.microsoft.com/office/drawing/2014/main" id="{DB455854-3D44-1F34-4B4F-6311EF38D5D6}"/>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A0218361-A680-FB8A-0554-9CC79FBBC92B}"/>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E33BFD4A-D63B-0F0C-5FD7-FBD84AF6D43C}"/>
              </a:ext>
            </a:extLst>
          </p:cNvPr>
          <p:cNvGraphicFramePr>
            <a:graphicFrameLocks noGrp="1"/>
          </p:cNvGraphicFramePr>
          <p:nvPr/>
        </p:nvGraphicFramePr>
        <p:xfrm>
          <a:off x="8294914" y="755897"/>
          <a:ext cx="3739762" cy="3788436"/>
        </p:xfrm>
        <a:graphic>
          <a:graphicData uri="http://schemas.openxmlformats.org/drawingml/2006/table">
            <a:tbl>
              <a:tblPr firstRow="1" bandRow="1">
                <a:tableStyleId>{5C22544A-7EE6-4342-B048-85BDC9FD1C3A}</a:tableStyleId>
              </a:tblPr>
              <a:tblGrid>
                <a:gridCol w="469341">
                  <a:extLst>
                    <a:ext uri="{9D8B030D-6E8A-4147-A177-3AD203B41FA5}">
                      <a16:colId xmlns:a16="http://schemas.microsoft.com/office/drawing/2014/main" val="3530039664"/>
                    </a:ext>
                  </a:extLst>
                </a:gridCol>
                <a:gridCol w="3270421">
                  <a:extLst>
                    <a:ext uri="{9D8B030D-6E8A-4147-A177-3AD203B41FA5}">
                      <a16:colId xmlns:a16="http://schemas.microsoft.com/office/drawing/2014/main" val="2911310704"/>
                    </a:ext>
                  </a:extLst>
                </a:gridCol>
              </a:tblGrid>
              <a:tr h="29000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메인 화면</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7991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환영인사</a:t>
                      </a:r>
                      <a:r>
                        <a:rPr lang="en-US" altLang="ko-KR" sz="1000" b="1" spc="0" baseline="0" dirty="0">
                          <a:solidFill>
                            <a:schemeClr val="tx1"/>
                          </a:solidFill>
                          <a:latin typeface="나눔고딕" panose="020D0604000000000000" pitchFamily="50" charset="-127"/>
                          <a:ea typeface="나눔고딕" panose="020D0604000000000000" pitchFamily="50" charset="-127"/>
                        </a:rPr>
                        <a:t>. Text, Weather View</a:t>
                      </a: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환영인사 텍스트와 날씨 위젯을 통해 날씨와 온도를 알려준다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날씨 위젯</a:t>
                      </a: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 기상청 공공 데이터 </a:t>
                      </a:r>
                      <a:r>
                        <a:rPr lang="en-US" altLang="ko-KR" sz="800" b="0" spc="0" baseline="0" dirty="0">
                          <a:solidFill>
                            <a:schemeClr val="tx1"/>
                          </a:solidFill>
                          <a:latin typeface="나눔고딕" panose="020D0604000000000000" pitchFamily="50" charset="-127"/>
                          <a:ea typeface="나눔고딕" panose="020D0604000000000000" pitchFamily="50" charset="-127"/>
                        </a:rPr>
                        <a:t>OPEN-API</a:t>
                      </a:r>
                      <a:r>
                        <a:rPr lang="ko-KR" altLang="en-US" sz="800" b="0" spc="0" baseline="0" dirty="0">
                          <a:solidFill>
                            <a:schemeClr val="tx1"/>
                          </a:solidFill>
                          <a:latin typeface="나눔고딕" panose="020D0604000000000000" pitchFamily="50" charset="-127"/>
                          <a:ea typeface="나눔고딕" panose="020D0604000000000000" pitchFamily="50" charset="-127"/>
                        </a:rPr>
                        <a:t> 활용</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37991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전화 바로가기</a:t>
                      </a:r>
                      <a:r>
                        <a:rPr lang="en-US" altLang="ko-KR" sz="1000" b="1" spc="0" baseline="0" dirty="0">
                          <a:solidFill>
                            <a:schemeClr val="tx1"/>
                          </a:solidFill>
                          <a:latin typeface="나눔고딕" panose="020D0604000000000000" pitchFamily="50" charset="-127"/>
                          <a:ea typeface="나눔고딕" panose="020D0604000000000000" pitchFamily="50" charset="-127"/>
                        </a:rPr>
                        <a:t>. Dial Button</a:t>
                      </a: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a:solidFill>
                            <a:schemeClr val="tx1"/>
                          </a:solidFill>
                          <a:latin typeface="나눔고딕" panose="020D0604000000000000" pitchFamily="50" charset="-127"/>
                          <a:ea typeface="나눔고딕" panose="020D0604000000000000" pitchFamily="50" charset="-127"/>
                        </a:rPr>
                        <a:t>주요 연락처와 긴급 전화를 바로 걸 수 있는 메뉴</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a:solidFill>
                            <a:schemeClr val="tx1"/>
                          </a:solidFill>
                          <a:latin typeface="나눔고딕" panose="020D0604000000000000" pitchFamily="50" charset="-127"/>
                          <a:ea typeface="나눔고딕" panose="020D0604000000000000" pitchFamily="50" charset="-127"/>
                          <a:hlinkClick r:id="rId2" action="ppaction://hlinksldjump"/>
                        </a:rPr>
                        <a:t>전화 바로가기 페이지 이동</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214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카메라 바로가기</a:t>
                      </a:r>
                      <a:r>
                        <a:rPr lang="en-US" altLang="ko-KR" sz="1000" b="1" spc="0" baseline="0" dirty="0">
                          <a:solidFill>
                            <a:schemeClr val="tx1"/>
                          </a:solidFill>
                          <a:latin typeface="나눔고딕" panose="020D0604000000000000" pitchFamily="50" charset="-127"/>
                          <a:ea typeface="나눔고딕" panose="020D0604000000000000" pitchFamily="50" charset="-127"/>
                        </a:rPr>
                        <a:t>. Camera Button</a:t>
                      </a: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rPr>
                        <a:t>카메라 사진 찍기 어플과 갤러리를 바로 갈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hlinkClick r:id="rId3" action="ppaction://hlinksldjump"/>
                        </a:rPr>
                        <a:t>카메라 페이지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214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문화센터 바로가기</a:t>
                      </a:r>
                      <a:r>
                        <a:rPr lang="en-US" altLang="ko-KR" sz="1000" b="1" spc="0" baseline="0" dirty="0">
                          <a:solidFill>
                            <a:schemeClr val="tx1"/>
                          </a:solidFill>
                          <a:latin typeface="나눔고딕" panose="020D0604000000000000" pitchFamily="50" charset="-127"/>
                          <a:ea typeface="나눔고딕" panose="020D0604000000000000" pitchFamily="50" charset="-127"/>
                        </a:rPr>
                        <a:t>. Cultural Center Page Button</a:t>
                      </a: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rPr>
                        <a:t>문화센터 목록과 정보가 뜨는 웹페이지를 바로 갈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hlinkClick r:id="rId4" action="ppaction://hlinksldjump"/>
                        </a:rPr>
                        <a:t>문화센터 홈페이지</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0118172"/>
                  </a:ext>
                </a:extLst>
              </a:tr>
              <a:tr h="3214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지난이야기</a:t>
                      </a:r>
                      <a:r>
                        <a:rPr lang="en-US" altLang="ko-KR" sz="1000" b="1" spc="0" baseline="0" dirty="0">
                          <a:solidFill>
                            <a:schemeClr val="tx1"/>
                          </a:solidFill>
                          <a:latin typeface="나눔고딕" panose="020D0604000000000000" pitchFamily="50" charset="-127"/>
                          <a:ea typeface="나눔고딕" panose="020D0604000000000000" pitchFamily="50" charset="-127"/>
                        </a:rPr>
                        <a:t>. History Button</a:t>
                      </a: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a:solidFill>
                            <a:schemeClr val="tx1"/>
                          </a:solidFill>
                          <a:latin typeface="나눔고딕" panose="020D0604000000000000" pitchFamily="50" charset="-127"/>
                          <a:ea typeface="나눔고딕" panose="020D0604000000000000" pitchFamily="50" charset="-127"/>
                        </a:rPr>
                        <a:t>보호자와 어르신과 주고 받은 사진들의 지난 사진을 볼 수 있는 메뉴</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a:solidFill>
                            <a:schemeClr val="tx1"/>
                          </a:solidFill>
                          <a:latin typeface="나눔고딕" panose="020D0604000000000000" pitchFamily="50" charset="-127"/>
                          <a:ea typeface="나눔고딕" panose="020D0604000000000000" pitchFamily="50" charset="-127"/>
                          <a:hlinkClick r:id="rId5" action="ppaction://hlinksldjump"/>
                        </a:rPr>
                        <a:t>지난 이야기 페이지 이동</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5821933"/>
                  </a:ext>
                </a:extLst>
              </a:tr>
              <a:tr h="3214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내 근처 장소 찾기</a:t>
                      </a:r>
                      <a:r>
                        <a:rPr lang="en-US" altLang="ko-KR" sz="1000" b="1" spc="0" baseline="0" dirty="0">
                          <a:solidFill>
                            <a:schemeClr val="tx1"/>
                          </a:solidFill>
                          <a:latin typeface="나눔고딕" panose="020D0604000000000000" pitchFamily="50" charset="-127"/>
                          <a:ea typeface="나눔고딕" panose="020D0604000000000000" pitchFamily="50" charset="-127"/>
                        </a:rPr>
                        <a:t> Map Button</a:t>
                      </a: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a:solidFill>
                            <a:schemeClr val="tx1"/>
                          </a:solidFill>
                          <a:latin typeface="나눔고딕" panose="020D0604000000000000" pitchFamily="50" charset="-127"/>
                          <a:ea typeface="나눔고딕" panose="020D0604000000000000" pitchFamily="50" charset="-127"/>
                        </a:rPr>
                        <a:t>주변 경로당</a:t>
                      </a: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 무더위 쉼터 같은 곳들을 표시 해주고 안내 해주는 메뉴</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a:solidFill>
                            <a:schemeClr val="tx1"/>
                          </a:solidFill>
                          <a:latin typeface="나눔고딕" panose="020D0604000000000000" pitchFamily="50" charset="-127"/>
                          <a:ea typeface="나눔고딕" panose="020D0604000000000000" pitchFamily="50" charset="-127"/>
                          <a:hlinkClick r:id="rId6" action="ppaction://hlinksldjump"/>
                        </a:rPr>
                        <a:t>근처 장소 찾기 페이지 이동</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5265579"/>
                  </a:ext>
                </a:extLst>
              </a:tr>
              <a:tr h="3214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7</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키오스크 도움</a:t>
                      </a:r>
                      <a:r>
                        <a:rPr lang="en-US" altLang="ko-KR" sz="1000" b="1" spc="0" baseline="0" dirty="0">
                          <a:solidFill>
                            <a:schemeClr val="tx1"/>
                          </a:solidFill>
                          <a:latin typeface="나눔고딕" panose="020D0604000000000000" pitchFamily="50" charset="-127"/>
                          <a:ea typeface="나눔고딕" panose="020D0604000000000000" pitchFamily="50" charset="-127"/>
                        </a:rPr>
                        <a:t>. Kiosk Explanation Button</a:t>
                      </a: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a:solidFill>
                            <a:schemeClr val="tx1"/>
                          </a:solidFill>
                          <a:latin typeface="나눔고딕" panose="020D0604000000000000" pitchFamily="50" charset="-127"/>
                          <a:ea typeface="나눔고딕" panose="020D0604000000000000" pitchFamily="50" charset="-127"/>
                        </a:rPr>
                        <a:t>키오스크 도움을 주는 유튜브 링크로 연결된다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카테고리 분류</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hlinkClick r:id="rId7" action="ppaction://hlinksldjump"/>
                        </a:rPr>
                        <a:t>키오스크 영상 페이지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4563433"/>
                  </a:ext>
                </a:extLst>
              </a:tr>
              <a:tr h="217111">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64" name="직사각형 63">
            <a:extLst>
              <a:ext uri="{FF2B5EF4-FFF2-40B4-BE49-F238E27FC236}">
                <a16:creationId xmlns:a16="http://schemas.microsoft.com/office/drawing/2014/main" id="{E803123F-C93D-1845-1742-9172586B7A91}"/>
              </a:ext>
            </a:extLst>
          </p:cNvPr>
          <p:cNvSpPr/>
          <p:nvPr/>
        </p:nvSpPr>
        <p:spPr>
          <a:xfrm>
            <a:off x="3770521" y="1477510"/>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5" name="TextBox 64">
            <a:extLst>
              <a:ext uri="{FF2B5EF4-FFF2-40B4-BE49-F238E27FC236}">
                <a16:creationId xmlns:a16="http://schemas.microsoft.com/office/drawing/2014/main" id="{954718DE-4917-C197-505C-ED3A7B6D8427}"/>
              </a:ext>
            </a:extLst>
          </p:cNvPr>
          <p:cNvSpPr txBox="1"/>
          <p:nvPr/>
        </p:nvSpPr>
        <p:spPr>
          <a:xfrm>
            <a:off x="3844424" y="1156998"/>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메인 화면</a:t>
            </a:r>
          </a:p>
        </p:txBody>
      </p:sp>
      <p:sp>
        <p:nvSpPr>
          <p:cNvPr id="66" name="타원 65">
            <a:extLst>
              <a:ext uri="{FF2B5EF4-FFF2-40B4-BE49-F238E27FC236}">
                <a16:creationId xmlns:a16="http://schemas.microsoft.com/office/drawing/2014/main" id="{17D3435D-01C1-F965-1B03-7A511FDF0BCF}"/>
              </a:ext>
            </a:extLst>
          </p:cNvPr>
          <p:cNvSpPr/>
          <p:nvPr/>
        </p:nvSpPr>
        <p:spPr>
          <a:xfrm>
            <a:off x="3328505" y="202554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67" name="TextBox 66">
            <a:extLst>
              <a:ext uri="{FF2B5EF4-FFF2-40B4-BE49-F238E27FC236}">
                <a16:creationId xmlns:a16="http://schemas.microsoft.com/office/drawing/2014/main" id="{ACF8618C-16AA-C5C3-4AA7-7FC9EBC88BAB}"/>
              </a:ext>
            </a:extLst>
          </p:cNvPr>
          <p:cNvSpPr txBox="1"/>
          <p:nvPr/>
        </p:nvSpPr>
        <p:spPr>
          <a:xfrm>
            <a:off x="4516971" y="5571861"/>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68" name="타원 67">
            <a:extLst>
              <a:ext uri="{FF2B5EF4-FFF2-40B4-BE49-F238E27FC236}">
                <a16:creationId xmlns:a16="http://schemas.microsoft.com/office/drawing/2014/main" id="{4019E846-90C4-9E83-D363-50F18974B5D7}"/>
              </a:ext>
            </a:extLst>
          </p:cNvPr>
          <p:cNvSpPr/>
          <p:nvPr/>
        </p:nvSpPr>
        <p:spPr>
          <a:xfrm>
            <a:off x="3346264" y="304573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69" name="타원 68">
            <a:extLst>
              <a:ext uri="{FF2B5EF4-FFF2-40B4-BE49-F238E27FC236}">
                <a16:creationId xmlns:a16="http://schemas.microsoft.com/office/drawing/2014/main" id="{226F503D-B67E-EFC0-9D5F-D9E4EC72AFEF}"/>
              </a:ext>
            </a:extLst>
          </p:cNvPr>
          <p:cNvSpPr/>
          <p:nvPr/>
        </p:nvSpPr>
        <p:spPr>
          <a:xfrm>
            <a:off x="3415040" y="401368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70" name="왼쪽 중괄호 16">
            <a:extLst>
              <a:ext uri="{FF2B5EF4-FFF2-40B4-BE49-F238E27FC236}">
                <a16:creationId xmlns:a16="http://schemas.microsoft.com/office/drawing/2014/main" id="{740B8E6F-2F0E-C048-9DA1-E845D43762BB}"/>
              </a:ext>
            </a:extLst>
          </p:cNvPr>
          <p:cNvSpPr/>
          <p:nvPr/>
        </p:nvSpPr>
        <p:spPr>
          <a:xfrm>
            <a:off x="3547713" y="1702340"/>
            <a:ext cx="313624" cy="85653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71" name="왼쪽 중괄호 36">
            <a:extLst>
              <a:ext uri="{FF2B5EF4-FFF2-40B4-BE49-F238E27FC236}">
                <a16:creationId xmlns:a16="http://schemas.microsoft.com/office/drawing/2014/main" id="{5B05659D-45B6-881D-4D61-20C95840733F}"/>
              </a:ext>
            </a:extLst>
          </p:cNvPr>
          <p:cNvSpPr/>
          <p:nvPr/>
        </p:nvSpPr>
        <p:spPr>
          <a:xfrm>
            <a:off x="3536477" y="2774405"/>
            <a:ext cx="336097" cy="752296"/>
          </a:xfrm>
          <a:prstGeom prst="leftBrace">
            <a:avLst>
              <a:gd name="adj1" fmla="val 21658"/>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72" name="타원 71">
            <a:extLst>
              <a:ext uri="{FF2B5EF4-FFF2-40B4-BE49-F238E27FC236}">
                <a16:creationId xmlns:a16="http://schemas.microsoft.com/office/drawing/2014/main" id="{D1826372-5720-21D4-C5C4-86AB6778563F}"/>
              </a:ext>
            </a:extLst>
          </p:cNvPr>
          <p:cNvSpPr/>
          <p:nvPr/>
        </p:nvSpPr>
        <p:spPr>
          <a:xfrm>
            <a:off x="3406154" y="511495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73" name="타원 72">
            <a:extLst>
              <a:ext uri="{FF2B5EF4-FFF2-40B4-BE49-F238E27FC236}">
                <a16:creationId xmlns:a16="http://schemas.microsoft.com/office/drawing/2014/main" id="{99F4327C-7E44-7F15-88D3-B43309450F93}"/>
              </a:ext>
            </a:extLst>
          </p:cNvPr>
          <p:cNvSpPr/>
          <p:nvPr/>
        </p:nvSpPr>
        <p:spPr>
          <a:xfrm>
            <a:off x="5940266" y="314449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75" name="타원 74">
            <a:extLst>
              <a:ext uri="{FF2B5EF4-FFF2-40B4-BE49-F238E27FC236}">
                <a16:creationId xmlns:a16="http://schemas.microsoft.com/office/drawing/2014/main" id="{74D0E099-4FFA-8298-7591-1BE20139ED02}"/>
              </a:ext>
            </a:extLst>
          </p:cNvPr>
          <p:cNvSpPr/>
          <p:nvPr/>
        </p:nvSpPr>
        <p:spPr>
          <a:xfrm>
            <a:off x="5929979" y="408555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6</a:t>
            </a:r>
            <a:endParaRPr lang="ko-KR" altLang="en-US" sz="900" dirty="0">
              <a:latin typeface="Arial Black" panose="020B0A04020102020204" pitchFamily="34" charset="0"/>
            </a:endParaRPr>
          </a:p>
        </p:txBody>
      </p:sp>
      <p:sp>
        <p:nvSpPr>
          <p:cNvPr id="76" name="타원 75">
            <a:extLst>
              <a:ext uri="{FF2B5EF4-FFF2-40B4-BE49-F238E27FC236}">
                <a16:creationId xmlns:a16="http://schemas.microsoft.com/office/drawing/2014/main" id="{A95632F5-2524-CFB2-93DA-0F87AFCDFF73}"/>
              </a:ext>
            </a:extLst>
          </p:cNvPr>
          <p:cNvSpPr/>
          <p:nvPr/>
        </p:nvSpPr>
        <p:spPr>
          <a:xfrm>
            <a:off x="5940266" y="504767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7</a:t>
            </a:r>
            <a:endParaRPr lang="ko-KR" altLang="en-US" sz="900" dirty="0">
              <a:latin typeface="Arial Black" panose="020B0A04020102020204" pitchFamily="34" charset="0"/>
            </a:endParaRPr>
          </a:p>
        </p:txBody>
      </p:sp>
      <p:pic>
        <p:nvPicPr>
          <p:cNvPr id="77" name="그림 76" descr="텍스트, 스크린샷, 폰트, 번호이(가) 표시된 사진&#10;&#10;AI가 생성한 콘텐츠는 부정확할 수 있습니다.">
            <a:extLst>
              <a:ext uri="{FF2B5EF4-FFF2-40B4-BE49-F238E27FC236}">
                <a16:creationId xmlns:a16="http://schemas.microsoft.com/office/drawing/2014/main" id="{E675C97E-E786-A252-8D3E-C048B952622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92707" y="1466991"/>
            <a:ext cx="1974346" cy="4328045"/>
          </a:xfrm>
          <a:prstGeom prst="rect">
            <a:avLst/>
          </a:prstGeom>
        </p:spPr>
      </p:pic>
      <p:sp>
        <p:nvSpPr>
          <p:cNvPr id="80" name="왼쪽 중괄호 36">
            <a:extLst>
              <a:ext uri="{FF2B5EF4-FFF2-40B4-BE49-F238E27FC236}">
                <a16:creationId xmlns:a16="http://schemas.microsoft.com/office/drawing/2014/main" id="{9C8CABDC-2C85-AC25-3055-02D6DA1E343B}"/>
              </a:ext>
            </a:extLst>
          </p:cNvPr>
          <p:cNvSpPr/>
          <p:nvPr/>
        </p:nvSpPr>
        <p:spPr>
          <a:xfrm flipH="1">
            <a:off x="5687645" y="2774405"/>
            <a:ext cx="256230" cy="752296"/>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1" name="왼쪽 중괄호 36">
            <a:extLst>
              <a:ext uri="{FF2B5EF4-FFF2-40B4-BE49-F238E27FC236}">
                <a16:creationId xmlns:a16="http://schemas.microsoft.com/office/drawing/2014/main" id="{AF3FD8E2-0ABE-DC60-3049-C280E89EAB7B}"/>
              </a:ext>
            </a:extLst>
          </p:cNvPr>
          <p:cNvSpPr/>
          <p:nvPr/>
        </p:nvSpPr>
        <p:spPr>
          <a:xfrm flipH="1">
            <a:off x="5664999" y="3860404"/>
            <a:ext cx="256230" cy="615827"/>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2" name="왼쪽 중괄호 36">
            <a:extLst>
              <a:ext uri="{FF2B5EF4-FFF2-40B4-BE49-F238E27FC236}">
                <a16:creationId xmlns:a16="http://schemas.microsoft.com/office/drawing/2014/main" id="{824517CD-CFD9-3B4F-95FD-F0C03A02292A}"/>
              </a:ext>
            </a:extLst>
          </p:cNvPr>
          <p:cNvSpPr/>
          <p:nvPr/>
        </p:nvSpPr>
        <p:spPr>
          <a:xfrm flipH="1">
            <a:off x="5664999" y="4847897"/>
            <a:ext cx="256230" cy="615827"/>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3" name="왼쪽 중괄호 36">
            <a:extLst>
              <a:ext uri="{FF2B5EF4-FFF2-40B4-BE49-F238E27FC236}">
                <a16:creationId xmlns:a16="http://schemas.microsoft.com/office/drawing/2014/main" id="{11A10042-EA1E-09EF-A9A3-069761D2A301}"/>
              </a:ext>
            </a:extLst>
          </p:cNvPr>
          <p:cNvSpPr/>
          <p:nvPr/>
        </p:nvSpPr>
        <p:spPr>
          <a:xfrm>
            <a:off x="3618820" y="4762552"/>
            <a:ext cx="235984" cy="807819"/>
          </a:xfrm>
          <a:prstGeom prst="leftBrace">
            <a:avLst>
              <a:gd name="adj1" fmla="val 21658"/>
              <a:gd name="adj2" fmla="val 54913"/>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4" name="왼쪽 중괄호 36">
            <a:extLst>
              <a:ext uri="{FF2B5EF4-FFF2-40B4-BE49-F238E27FC236}">
                <a16:creationId xmlns:a16="http://schemas.microsoft.com/office/drawing/2014/main" id="{75CF7CF6-885D-602D-5CE5-16199B8DD1D2}"/>
              </a:ext>
            </a:extLst>
          </p:cNvPr>
          <p:cNvSpPr/>
          <p:nvPr/>
        </p:nvSpPr>
        <p:spPr>
          <a:xfrm>
            <a:off x="3618668" y="3765848"/>
            <a:ext cx="256230" cy="679643"/>
          </a:xfrm>
          <a:prstGeom prst="leftBrace">
            <a:avLst>
              <a:gd name="adj1" fmla="val 21658"/>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5" name="TextBox 84">
            <a:extLst>
              <a:ext uri="{FF2B5EF4-FFF2-40B4-BE49-F238E27FC236}">
                <a16:creationId xmlns:a16="http://schemas.microsoft.com/office/drawing/2014/main" id="{60C268C2-CC2A-C009-FEDA-65FE84A9AFE0}"/>
              </a:ext>
            </a:extLst>
          </p:cNvPr>
          <p:cNvSpPr txBox="1"/>
          <p:nvPr/>
        </p:nvSpPr>
        <p:spPr>
          <a:xfrm>
            <a:off x="2546963" y="2023223"/>
            <a:ext cx="1188010" cy="276999"/>
          </a:xfrm>
          <a:prstGeom prst="rect">
            <a:avLst/>
          </a:prstGeom>
          <a:noFill/>
        </p:spPr>
        <p:txBody>
          <a:bodyPr wrap="square" rtlCol="0">
            <a:spAutoFit/>
          </a:bodyPr>
          <a:lstStyle/>
          <a:p>
            <a:r>
              <a:rPr kumimoji="1" lang="en-US" altLang="ko-KR" sz="1200" dirty="0"/>
              <a:t>,</a:t>
            </a:r>
            <a:r>
              <a:rPr kumimoji="1" lang="ko-KR" altLang="en-US" sz="1200" dirty="0"/>
              <a:t> </a:t>
            </a:r>
            <a:r>
              <a:rPr kumimoji="1" lang="en-US" altLang="ko-KR" sz="1200" dirty="0"/>
              <a:t>Text</a:t>
            </a:r>
          </a:p>
        </p:txBody>
      </p:sp>
      <p:sp>
        <p:nvSpPr>
          <p:cNvPr id="86" name="TextBox 85">
            <a:extLst>
              <a:ext uri="{FF2B5EF4-FFF2-40B4-BE49-F238E27FC236}">
                <a16:creationId xmlns:a16="http://schemas.microsoft.com/office/drawing/2014/main" id="{24E86759-9A04-09E3-E0EA-8254AB62C893}"/>
              </a:ext>
            </a:extLst>
          </p:cNvPr>
          <p:cNvSpPr txBox="1"/>
          <p:nvPr/>
        </p:nvSpPr>
        <p:spPr>
          <a:xfrm>
            <a:off x="2752259" y="2945384"/>
            <a:ext cx="1188010" cy="461665"/>
          </a:xfrm>
          <a:prstGeom prst="rect">
            <a:avLst/>
          </a:prstGeom>
          <a:noFill/>
        </p:spPr>
        <p:txBody>
          <a:bodyPr wrap="square" rtlCol="0">
            <a:spAutoFit/>
          </a:bodyPr>
          <a:lstStyle/>
          <a:p>
            <a:r>
              <a:rPr kumimoji="1" lang="en-US" altLang="ko-KR" sz="1200" dirty="0"/>
              <a:t>  Dial</a:t>
            </a:r>
          </a:p>
          <a:p>
            <a:r>
              <a:rPr kumimoji="1" lang="en-US" altLang="ko-KR" sz="1200" dirty="0"/>
              <a:t>Button</a:t>
            </a:r>
            <a:endParaRPr kumimoji="1" lang="ko-KR" altLang="en-US" sz="1200" dirty="0"/>
          </a:p>
        </p:txBody>
      </p:sp>
      <p:sp>
        <p:nvSpPr>
          <p:cNvPr id="87" name="TextBox 86">
            <a:extLst>
              <a:ext uri="{FF2B5EF4-FFF2-40B4-BE49-F238E27FC236}">
                <a16:creationId xmlns:a16="http://schemas.microsoft.com/office/drawing/2014/main" id="{3A920C5D-EFE4-D63B-2184-ABBFC99CD84E}"/>
              </a:ext>
            </a:extLst>
          </p:cNvPr>
          <p:cNvSpPr txBox="1"/>
          <p:nvPr/>
        </p:nvSpPr>
        <p:spPr>
          <a:xfrm>
            <a:off x="2734500" y="3890990"/>
            <a:ext cx="1188010" cy="461665"/>
          </a:xfrm>
          <a:prstGeom prst="rect">
            <a:avLst/>
          </a:prstGeom>
          <a:noFill/>
        </p:spPr>
        <p:txBody>
          <a:bodyPr wrap="square" rtlCol="0">
            <a:spAutoFit/>
          </a:bodyPr>
          <a:lstStyle/>
          <a:p>
            <a:r>
              <a:rPr kumimoji="1" lang="en-US" altLang="ko-KR" sz="1200" dirty="0"/>
              <a:t>Camera</a:t>
            </a:r>
          </a:p>
          <a:p>
            <a:r>
              <a:rPr kumimoji="1" lang="en-US" altLang="ko-KR" sz="1200" dirty="0"/>
              <a:t>Button</a:t>
            </a:r>
            <a:endParaRPr kumimoji="1" lang="ko-KR" altLang="en-US" sz="1200" dirty="0"/>
          </a:p>
        </p:txBody>
      </p:sp>
      <p:sp>
        <p:nvSpPr>
          <p:cNvPr id="88" name="TextBox 87">
            <a:extLst>
              <a:ext uri="{FF2B5EF4-FFF2-40B4-BE49-F238E27FC236}">
                <a16:creationId xmlns:a16="http://schemas.microsoft.com/office/drawing/2014/main" id="{6E14E9D9-7C77-53F4-B711-D4595D920F1A}"/>
              </a:ext>
            </a:extLst>
          </p:cNvPr>
          <p:cNvSpPr txBox="1"/>
          <p:nvPr/>
        </p:nvSpPr>
        <p:spPr>
          <a:xfrm>
            <a:off x="1869153" y="5071011"/>
            <a:ext cx="2102263" cy="461665"/>
          </a:xfrm>
          <a:prstGeom prst="rect">
            <a:avLst/>
          </a:prstGeom>
          <a:noFill/>
        </p:spPr>
        <p:txBody>
          <a:bodyPr wrap="square" rtlCol="0">
            <a:spAutoFit/>
          </a:bodyPr>
          <a:lstStyle/>
          <a:p>
            <a:r>
              <a:rPr kumimoji="1" lang="en-US" altLang="ko-KR" sz="1200" dirty="0"/>
              <a:t>Cultural Center Page</a:t>
            </a:r>
          </a:p>
          <a:p>
            <a:r>
              <a:rPr kumimoji="1" lang="en-US" altLang="ko-KR" sz="1200" dirty="0"/>
              <a:t>            Button</a:t>
            </a:r>
            <a:endParaRPr kumimoji="1" lang="ko-KR" altLang="en-US" sz="1200" dirty="0"/>
          </a:p>
        </p:txBody>
      </p:sp>
      <p:sp>
        <p:nvSpPr>
          <p:cNvPr id="89" name="TextBox 88">
            <a:extLst>
              <a:ext uri="{FF2B5EF4-FFF2-40B4-BE49-F238E27FC236}">
                <a16:creationId xmlns:a16="http://schemas.microsoft.com/office/drawing/2014/main" id="{8492A211-2152-ABF8-B34C-E2F4AD5A7514}"/>
              </a:ext>
            </a:extLst>
          </p:cNvPr>
          <p:cNvSpPr txBox="1"/>
          <p:nvPr/>
        </p:nvSpPr>
        <p:spPr>
          <a:xfrm>
            <a:off x="2275437" y="1848662"/>
            <a:ext cx="1188010" cy="276999"/>
          </a:xfrm>
          <a:prstGeom prst="rect">
            <a:avLst/>
          </a:prstGeom>
          <a:noFill/>
        </p:spPr>
        <p:txBody>
          <a:bodyPr wrap="square" rtlCol="0">
            <a:spAutoFit/>
          </a:bodyPr>
          <a:lstStyle/>
          <a:p>
            <a:r>
              <a:rPr kumimoji="1" lang="en-US" altLang="ko-KR" sz="1200" dirty="0"/>
              <a:t>Weather View</a:t>
            </a:r>
          </a:p>
        </p:txBody>
      </p:sp>
      <p:sp>
        <p:nvSpPr>
          <p:cNvPr id="90" name="TextBox 89">
            <a:extLst>
              <a:ext uri="{FF2B5EF4-FFF2-40B4-BE49-F238E27FC236}">
                <a16:creationId xmlns:a16="http://schemas.microsoft.com/office/drawing/2014/main" id="{C61B1ABD-8D0A-E71A-C9D1-1559A76FF009}"/>
              </a:ext>
            </a:extLst>
          </p:cNvPr>
          <p:cNvSpPr txBox="1"/>
          <p:nvPr/>
        </p:nvSpPr>
        <p:spPr>
          <a:xfrm>
            <a:off x="6108861" y="3114130"/>
            <a:ext cx="1241634" cy="276999"/>
          </a:xfrm>
          <a:prstGeom prst="rect">
            <a:avLst/>
          </a:prstGeom>
          <a:noFill/>
        </p:spPr>
        <p:txBody>
          <a:bodyPr wrap="square" rtlCol="0">
            <a:spAutoFit/>
          </a:bodyPr>
          <a:lstStyle/>
          <a:p>
            <a:r>
              <a:rPr kumimoji="1" lang="en-US" altLang="ko-KR" sz="1200" dirty="0"/>
              <a:t>History Button</a:t>
            </a:r>
            <a:endParaRPr kumimoji="1" lang="ko-KR" altLang="en-US" sz="1200" dirty="0"/>
          </a:p>
        </p:txBody>
      </p:sp>
      <p:sp>
        <p:nvSpPr>
          <p:cNvPr id="91" name="TextBox 90">
            <a:extLst>
              <a:ext uri="{FF2B5EF4-FFF2-40B4-BE49-F238E27FC236}">
                <a16:creationId xmlns:a16="http://schemas.microsoft.com/office/drawing/2014/main" id="{BFCE12CD-0C63-8DB6-2F66-38898DE007DE}"/>
              </a:ext>
            </a:extLst>
          </p:cNvPr>
          <p:cNvSpPr txBox="1"/>
          <p:nvPr/>
        </p:nvSpPr>
        <p:spPr>
          <a:xfrm>
            <a:off x="6119747" y="4055189"/>
            <a:ext cx="1188010" cy="276999"/>
          </a:xfrm>
          <a:prstGeom prst="rect">
            <a:avLst/>
          </a:prstGeom>
          <a:noFill/>
        </p:spPr>
        <p:txBody>
          <a:bodyPr wrap="square" rtlCol="0">
            <a:spAutoFit/>
          </a:bodyPr>
          <a:lstStyle/>
          <a:p>
            <a:r>
              <a:rPr kumimoji="1" lang="en-US" altLang="ko-KR" sz="1200" dirty="0"/>
              <a:t>Map Button</a:t>
            </a:r>
            <a:endParaRPr kumimoji="1" lang="ko-KR" altLang="en-US" sz="1200" dirty="0"/>
          </a:p>
        </p:txBody>
      </p:sp>
      <p:sp>
        <p:nvSpPr>
          <p:cNvPr id="92" name="TextBox 91">
            <a:extLst>
              <a:ext uri="{FF2B5EF4-FFF2-40B4-BE49-F238E27FC236}">
                <a16:creationId xmlns:a16="http://schemas.microsoft.com/office/drawing/2014/main" id="{449F5B7E-DABE-0385-1A4C-3AA5129745B8}"/>
              </a:ext>
            </a:extLst>
          </p:cNvPr>
          <p:cNvSpPr txBox="1"/>
          <p:nvPr/>
        </p:nvSpPr>
        <p:spPr>
          <a:xfrm>
            <a:off x="6156539" y="4935628"/>
            <a:ext cx="1587500" cy="461665"/>
          </a:xfrm>
          <a:prstGeom prst="rect">
            <a:avLst/>
          </a:prstGeom>
          <a:noFill/>
        </p:spPr>
        <p:txBody>
          <a:bodyPr wrap="square" rtlCol="0">
            <a:spAutoFit/>
          </a:bodyPr>
          <a:lstStyle/>
          <a:p>
            <a:r>
              <a:rPr kumimoji="1" lang="en-US" altLang="ko-KR" sz="1200" dirty="0"/>
              <a:t>Kiosk </a:t>
            </a:r>
            <a:r>
              <a:rPr kumimoji="1" lang="en" altLang="ko-KR" sz="1200" dirty="0"/>
              <a:t>Explanation</a:t>
            </a:r>
          </a:p>
          <a:p>
            <a:r>
              <a:rPr kumimoji="1" lang="en" altLang="ko-KR" sz="1200" dirty="0"/>
              <a:t>Button</a:t>
            </a:r>
            <a:endParaRPr kumimoji="1" lang="ko-KR" altLang="en-US" sz="1200" dirty="0"/>
          </a:p>
        </p:txBody>
      </p:sp>
      <p:sp>
        <p:nvSpPr>
          <p:cNvPr id="4" name="TextBox 3">
            <a:extLst>
              <a:ext uri="{FF2B5EF4-FFF2-40B4-BE49-F238E27FC236}">
                <a16:creationId xmlns:a16="http://schemas.microsoft.com/office/drawing/2014/main" id="{F019AECE-23E8-9781-2D2D-432334D0433A}"/>
              </a:ext>
            </a:extLst>
          </p:cNvPr>
          <p:cNvSpPr txBox="1"/>
          <p:nvPr/>
        </p:nvSpPr>
        <p:spPr>
          <a:xfrm>
            <a:off x="3856027" y="3359716"/>
            <a:ext cx="1043112" cy="246221"/>
          </a:xfrm>
          <a:prstGeom prst="rect">
            <a:avLst/>
          </a:prstGeom>
          <a:noFill/>
        </p:spPr>
        <p:txBody>
          <a:bodyPr wrap="square" rtlCol="0">
            <a:spAutoFit/>
          </a:bodyPr>
          <a:lstStyle/>
          <a:p>
            <a:r>
              <a:rPr kumimoji="1" lang="ko-KR" altLang="en-US" sz="1000" dirty="0"/>
              <a:t>전화 번호부</a:t>
            </a:r>
          </a:p>
        </p:txBody>
      </p:sp>
      <p:sp>
        <p:nvSpPr>
          <p:cNvPr id="5" name="TextBox 4">
            <a:extLst>
              <a:ext uri="{FF2B5EF4-FFF2-40B4-BE49-F238E27FC236}">
                <a16:creationId xmlns:a16="http://schemas.microsoft.com/office/drawing/2014/main" id="{830A012A-6496-5DC0-CA61-370775C58197}"/>
              </a:ext>
            </a:extLst>
          </p:cNvPr>
          <p:cNvSpPr txBox="1"/>
          <p:nvPr/>
        </p:nvSpPr>
        <p:spPr>
          <a:xfrm>
            <a:off x="4866138" y="3359716"/>
            <a:ext cx="1043112" cy="246221"/>
          </a:xfrm>
          <a:prstGeom prst="rect">
            <a:avLst/>
          </a:prstGeom>
          <a:noFill/>
        </p:spPr>
        <p:txBody>
          <a:bodyPr wrap="square" rtlCol="0">
            <a:spAutoFit/>
          </a:bodyPr>
          <a:lstStyle/>
          <a:p>
            <a:r>
              <a:rPr kumimoji="1" lang="ko-KR" altLang="en-US" sz="1000" dirty="0"/>
              <a:t>지난 이야기</a:t>
            </a:r>
          </a:p>
        </p:txBody>
      </p:sp>
      <p:sp>
        <p:nvSpPr>
          <p:cNvPr id="6" name="TextBox 5">
            <a:extLst>
              <a:ext uri="{FF2B5EF4-FFF2-40B4-BE49-F238E27FC236}">
                <a16:creationId xmlns:a16="http://schemas.microsoft.com/office/drawing/2014/main" id="{C9B2765A-F492-3BC0-5484-37E0B60E5440}"/>
              </a:ext>
            </a:extLst>
          </p:cNvPr>
          <p:cNvSpPr txBox="1"/>
          <p:nvPr/>
        </p:nvSpPr>
        <p:spPr>
          <a:xfrm>
            <a:off x="3935405" y="4361652"/>
            <a:ext cx="1043112" cy="246221"/>
          </a:xfrm>
          <a:prstGeom prst="rect">
            <a:avLst/>
          </a:prstGeom>
          <a:noFill/>
        </p:spPr>
        <p:txBody>
          <a:bodyPr wrap="square" rtlCol="0">
            <a:spAutoFit/>
          </a:bodyPr>
          <a:lstStyle/>
          <a:p>
            <a:r>
              <a:rPr kumimoji="1" lang="ko-KR" altLang="en-US" sz="1000" dirty="0"/>
              <a:t>사진 찍기</a:t>
            </a:r>
          </a:p>
        </p:txBody>
      </p:sp>
      <p:sp>
        <p:nvSpPr>
          <p:cNvPr id="7" name="TextBox 6">
            <a:extLst>
              <a:ext uri="{FF2B5EF4-FFF2-40B4-BE49-F238E27FC236}">
                <a16:creationId xmlns:a16="http://schemas.microsoft.com/office/drawing/2014/main" id="{0451F4F5-53FC-6732-2AEE-68A27E875277}"/>
              </a:ext>
            </a:extLst>
          </p:cNvPr>
          <p:cNvSpPr txBox="1"/>
          <p:nvPr/>
        </p:nvSpPr>
        <p:spPr>
          <a:xfrm>
            <a:off x="4832357" y="4361651"/>
            <a:ext cx="1043112" cy="246221"/>
          </a:xfrm>
          <a:prstGeom prst="rect">
            <a:avLst/>
          </a:prstGeom>
          <a:noFill/>
        </p:spPr>
        <p:txBody>
          <a:bodyPr wrap="square" rtlCol="0">
            <a:spAutoFit/>
          </a:bodyPr>
          <a:lstStyle/>
          <a:p>
            <a:r>
              <a:rPr kumimoji="1" lang="ko-KR" altLang="en-US" sz="1000" dirty="0"/>
              <a:t>내 주변 시설</a:t>
            </a:r>
          </a:p>
        </p:txBody>
      </p:sp>
      <p:sp>
        <p:nvSpPr>
          <p:cNvPr id="11" name="직사각형 10">
            <a:extLst>
              <a:ext uri="{FF2B5EF4-FFF2-40B4-BE49-F238E27FC236}">
                <a16:creationId xmlns:a16="http://schemas.microsoft.com/office/drawing/2014/main" id="{B2360B55-0618-2CF0-0692-98F6CB02F850}"/>
              </a:ext>
            </a:extLst>
          </p:cNvPr>
          <p:cNvSpPr/>
          <p:nvPr/>
        </p:nvSpPr>
        <p:spPr>
          <a:xfrm>
            <a:off x="3877367" y="4768913"/>
            <a:ext cx="797397" cy="789777"/>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ko-KR" altLang="en-US" sz="2400" dirty="0">
                <a:solidFill>
                  <a:schemeClr val="tx1"/>
                </a:solidFill>
              </a:rPr>
              <a:t>문화 교실</a:t>
            </a:r>
            <a:r>
              <a:rPr kumimoji="1" lang="ko-KR" altLang="en-US" dirty="0">
                <a:solidFill>
                  <a:schemeClr val="tx1"/>
                </a:solidFill>
              </a:rPr>
              <a:t> </a:t>
            </a:r>
          </a:p>
        </p:txBody>
      </p:sp>
      <p:sp>
        <p:nvSpPr>
          <p:cNvPr id="12" name="직사각형 11">
            <a:extLst>
              <a:ext uri="{FF2B5EF4-FFF2-40B4-BE49-F238E27FC236}">
                <a16:creationId xmlns:a16="http://schemas.microsoft.com/office/drawing/2014/main" id="{23CE1F7D-2240-D504-43D3-BCF1CD59B7E0}"/>
              </a:ext>
            </a:extLst>
          </p:cNvPr>
          <p:cNvSpPr/>
          <p:nvPr/>
        </p:nvSpPr>
        <p:spPr>
          <a:xfrm>
            <a:off x="4856509" y="4756295"/>
            <a:ext cx="797397" cy="789777"/>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ko-KR" altLang="en-US" sz="2400" dirty="0">
                <a:solidFill>
                  <a:schemeClr val="tx1"/>
                </a:solidFill>
              </a:rPr>
              <a:t>키오스크</a:t>
            </a:r>
            <a:r>
              <a:rPr kumimoji="1" lang="ko-KR" altLang="en-US" dirty="0">
                <a:solidFill>
                  <a:schemeClr val="tx1"/>
                </a:solidFill>
              </a:rPr>
              <a:t> </a:t>
            </a:r>
          </a:p>
        </p:txBody>
      </p:sp>
    </p:spTree>
    <p:extLst>
      <p:ext uri="{BB962C8B-B14F-4D97-AF65-F5344CB8AC3E}">
        <p14:creationId xmlns:p14="http://schemas.microsoft.com/office/powerpoint/2010/main" val="20831580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F0B09-D339-8641-062C-E336EBCBD9D7}"/>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F1C0DCDF-E327-0818-0344-C0DBC6DBA899}"/>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F25C7455-1B3B-DB3A-E58D-71D08C41C265}"/>
              </a:ext>
            </a:extLst>
          </p:cNvPr>
          <p:cNvSpPr>
            <a:spLocks noGrp="1"/>
          </p:cNvSpPr>
          <p:nvPr>
            <p:ph type="body" sz="quarter" idx="13"/>
          </p:nvPr>
        </p:nvSpPr>
        <p:spPr/>
        <p:txBody>
          <a:bodyPr/>
          <a:lstStyle/>
          <a:p>
            <a:r>
              <a:rPr lang="ko-KR" altLang="en-US" dirty="0"/>
              <a:t>바로 전화</a:t>
            </a:r>
          </a:p>
        </p:txBody>
      </p:sp>
      <p:sp>
        <p:nvSpPr>
          <p:cNvPr id="6" name="텍스트 개체 틀 5">
            <a:extLst>
              <a:ext uri="{FF2B5EF4-FFF2-40B4-BE49-F238E27FC236}">
                <a16:creationId xmlns:a16="http://schemas.microsoft.com/office/drawing/2014/main" id="{49789CB0-A416-6728-1BA5-491A2FA2B75A}"/>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6E6F15B1-F230-F0A9-5ECB-74279E9781A3}"/>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2258A865-CF4D-BD99-02CB-48F417B727D5}"/>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9EFACFBF-5E95-51F7-4105-2600689CE843}"/>
              </a:ext>
            </a:extLst>
          </p:cNvPr>
          <p:cNvGraphicFramePr>
            <a:graphicFrameLocks noGrp="1"/>
          </p:cNvGraphicFramePr>
          <p:nvPr/>
        </p:nvGraphicFramePr>
        <p:xfrm>
          <a:off x="8294914" y="755896"/>
          <a:ext cx="3739762" cy="3814275"/>
        </p:xfrm>
        <a:graphic>
          <a:graphicData uri="http://schemas.openxmlformats.org/drawingml/2006/table">
            <a:tbl>
              <a:tblPr firstRow="1" bandRow="1">
                <a:tableStyleId>{5C22544A-7EE6-4342-B048-85BDC9FD1C3A}</a:tableStyleId>
              </a:tblPr>
              <a:tblGrid>
                <a:gridCol w="469340">
                  <a:extLst>
                    <a:ext uri="{9D8B030D-6E8A-4147-A177-3AD203B41FA5}">
                      <a16:colId xmlns:a16="http://schemas.microsoft.com/office/drawing/2014/main" val="3530039664"/>
                    </a:ext>
                  </a:extLst>
                </a:gridCol>
                <a:gridCol w="3270422">
                  <a:extLst>
                    <a:ext uri="{9D8B030D-6E8A-4147-A177-3AD203B41FA5}">
                      <a16:colId xmlns:a16="http://schemas.microsoft.com/office/drawing/2014/main" val="2911310704"/>
                    </a:ext>
                  </a:extLst>
                </a:gridCol>
              </a:tblGrid>
              <a:tr h="67168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err="1">
                          <a:solidFill>
                            <a:schemeClr val="tx1"/>
                          </a:solidFill>
                          <a:latin typeface="나눔고딕" panose="020D0604000000000000" pitchFamily="50" charset="-127"/>
                          <a:ea typeface="나눔고딕" panose="020D0604000000000000" pitchFamily="50" charset="-127"/>
                        </a:rPr>
                        <a:t>바로전화</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87991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보호자</a:t>
                      </a: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1000" b="1" spc="0" baseline="0" dirty="0">
                          <a:solidFill>
                            <a:schemeClr val="tx1"/>
                          </a:solidFill>
                          <a:latin typeface="나눔고딕" panose="020D0604000000000000" pitchFamily="50" charset="-127"/>
                          <a:ea typeface="나눔고딕" panose="020D0604000000000000" pitchFamily="50" charset="-127"/>
                        </a:rPr>
                        <a:t>목록</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이름을 클릭 하면 자동으로 연결 되는 버튼</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87991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긴급전화</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긴급 상황에 클릭으로 </a:t>
                      </a:r>
                      <a:r>
                        <a:rPr lang="en-US" altLang="ko-KR" sz="800" b="0" spc="0" baseline="0" dirty="0">
                          <a:solidFill>
                            <a:schemeClr val="tx1"/>
                          </a:solidFill>
                          <a:latin typeface="나눔고딕" panose="020D0604000000000000" pitchFamily="50" charset="-127"/>
                          <a:ea typeface="나눔고딕" panose="020D0604000000000000" pitchFamily="50" charset="-127"/>
                        </a:rPr>
                        <a:t>119,112</a:t>
                      </a:r>
                      <a:r>
                        <a:rPr lang="ko-KR" altLang="en-US" sz="800" b="0" spc="0" baseline="0" dirty="0">
                          <a:solidFill>
                            <a:schemeClr val="tx1"/>
                          </a:solidFill>
                          <a:latin typeface="나눔고딕" panose="020D0604000000000000" pitchFamily="50" charset="-127"/>
                          <a:ea typeface="나눔고딕" panose="020D0604000000000000" pitchFamily="50" charset="-127"/>
                        </a:rPr>
                        <a:t> 자동연결 가능한 버튼 </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55223439"/>
                  </a:ext>
                </a:extLst>
              </a:tr>
              <a:tr h="87991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홈 버튼</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메인 화면으로 가는 버튼 </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1645136"/>
                  </a:ext>
                </a:extLst>
              </a:tr>
              <a:tr h="50285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5" name="직사각형 24">
            <a:extLst>
              <a:ext uri="{FF2B5EF4-FFF2-40B4-BE49-F238E27FC236}">
                <a16:creationId xmlns:a16="http://schemas.microsoft.com/office/drawing/2014/main" id="{EB3A1E94-7A99-260F-3945-0275F0041C62}"/>
              </a:ext>
            </a:extLst>
          </p:cNvPr>
          <p:cNvSpPr/>
          <p:nvPr/>
        </p:nvSpPr>
        <p:spPr>
          <a:xfrm>
            <a:off x="3493732" y="1204620"/>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a:extLst>
              <a:ext uri="{FF2B5EF4-FFF2-40B4-BE49-F238E27FC236}">
                <a16:creationId xmlns:a16="http://schemas.microsoft.com/office/drawing/2014/main" id="{1DBEF35E-3524-986F-BCC5-3E3D1BB9A91C}"/>
              </a:ext>
            </a:extLst>
          </p:cNvPr>
          <p:cNvSpPr/>
          <p:nvPr/>
        </p:nvSpPr>
        <p:spPr>
          <a:xfrm>
            <a:off x="3069900" y="309079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7" name="TextBox 26">
            <a:extLst>
              <a:ext uri="{FF2B5EF4-FFF2-40B4-BE49-F238E27FC236}">
                <a16:creationId xmlns:a16="http://schemas.microsoft.com/office/drawing/2014/main" id="{F57AF2CA-028E-5882-2D1D-0FB408E16DAE}"/>
              </a:ext>
            </a:extLst>
          </p:cNvPr>
          <p:cNvSpPr txBox="1"/>
          <p:nvPr/>
        </p:nvSpPr>
        <p:spPr>
          <a:xfrm>
            <a:off x="4240182" y="5298971"/>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29" name="왼쪽 중괄호 34">
            <a:extLst>
              <a:ext uri="{FF2B5EF4-FFF2-40B4-BE49-F238E27FC236}">
                <a16:creationId xmlns:a16="http://schemas.microsoft.com/office/drawing/2014/main" id="{E0CE2B72-ECB2-4229-6A7E-962D8606899B}"/>
              </a:ext>
            </a:extLst>
          </p:cNvPr>
          <p:cNvSpPr/>
          <p:nvPr/>
        </p:nvSpPr>
        <p:spPr>
          <a:xfrm rot="5400000">
            <a:off x="4357916" y="2640899"/>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30" name="그림 29">
            <a:extLst>
              <a:ext uri="{FF2B5EF4-FFF2-40B4-BE49-F238E27FC236}">
                <a16:creationId xmlns:a16="http://schemas.microsoft.com/office/drawing/2014/main" id="{E7F50325-4314-C054-21BB-A0D23DC672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1473" y="1204619"/>
            <a:ext cx="1998791" cy="4448765"/>
          </a:xfrm>
          <a:prstGeom prst="rect">
            <a:avLst/>
          </a:prstGeom>
        </p:spPr>
      </p:pic>
      <p:sp>
        <p:nvSpPr>
          <p:cNvPr id="31" name="왼쪽 중괄호 16">
            <a:extLst>
              <a:ext uri="{FF2B5EF4-FFF2-40B4-BE49-F238E27FC236}">
                <a16:creationId xmlns:a16="http://schemas.microsoft.com/office/drawing/2014/main" id="{806AD4EE-6E72-ED79-0EE2-3B9151A02ACA}"/>
              </a:ext>
            </a:extLst>
          </p:cNvPr>
          <p:cNvSpPr/>
          <p:nvPr/>
        </p:nvSpPr>
        <p:spPr>
          <a:xfrm flipH="1">
            <a:off x="5374144" y="4661816"/>
            <a:ext cx="216273" cy="837210"/>
          </a:xfrm>
          <a:prstGeom prst="leftBrace">
            <a:avLst>
              <a:gd name="adj1" fmla="val 49697"/>
              <a:gd name="adj2" fmla="val 52511"/>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2" name="타원 31">
            <a:extLst>
              <a:ext uri="{FF2B5EF4-FFF2-40B4-BE49-F238E27FC236}">
                <a16:creationId xmlns:a16="http://schemas.microsoft.com/office/drawing/2014/main" id="{B87ED335-24DC-EA7A-B970-314EB76D8383}"/>
              </a:ext>
            </a:extLst>
          </p:cNvPr>
          <p:cNvSpPr/>
          <p:nvPr/>
        </p:nvSpPr>
        <p:spPr>
          <a:xfrm>
            <a:off x="5482280" y="497697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pic>
        <p:nvPicPr>
          <p:cNvPr id="33" name="그림 32" descr="텍스트, 스크린샷, 폰트, 디자인이(가) 표시된 사진&#10;&#10;AI가 생성한 콘텐츠는 부정확할 수 있습니다.">
            <a:extLst>
              <a:ext uri="{FF2B5EF4-FFF2-40B4-BE49-F238E27FC236}">
                <a16:creationId xmlns:a16="http://schemas.microsoft.com/office/drawing/2014/main" id="{9728D9DC-28FB-F531-E55F-AF37771D58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3732" y="1204618"/>
            <a:ext cx="1996532" cy="4448764"/>
          </a:xfrm>
          <a:prstGeom prst="rect">
            <a:avLst/>
          </a:prstGeom>
        </p:spPr>
      </p:pic>
      <p:sp>
        <p:nvSpPr>
          <p:cNvPr id="34" name="왼쪽 중괄호 16">
            <a:extLst>
              <a:ext uri="{FF2B5EF4-FFF2-40B4-BE49-F238E27FC236}">
                <a16:creationId xmlns:a16="http://schemas.microsoft.com/office/drawing/2014/main" id="{B0D65CE9-5FF2-D3D8-BC2D-D077C8E89AD7}"/>
              </a:ext>
            </a:extLst>
          </p:cNvPr>
          <p:cNvSpPr/>
          <p:nvPr/>
        </p:nvSpPr>
        <p:spPr>
          <a:xfrm>
            <a:off x="3287303" y="1920362"/>
            <a:ext cx="313624" cy="256743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6" name="왼쪽 중괄호 16">
            <a:extLst>
              <a:ext uri="{FF2B5EF4-FFF2-40B4-BE49-F238E27FC236}">
                <a16:creationId xmlns:a16="http://schemas.microsoft.com/office/drawing/2014/main" id="{3DCAFFF5-2173-5EA2-AC82-F8E69EB38322}"/>
              </a:ext>
            </a:extLst>
          </p:cNvPr>
          <p:cNvSpPr/>
          <p:nvPr/>
        </p:nvSpPr>
        <p:spPr>
          <a:xfrm flipH="1">
            <a:off x="5374143" y="4722969"/>
            <a:ext cx="196642" cy="699545"/>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7" name="TextBox 36">
            <a:extLst>
              <a:ext uri="{FF2B5EF4-FFF2-40B4-BE49-F238E27FC236}">
                <a16:creationId xmlns:a16="http://schemas.microsoft.com/office/drawing/2014/main" id="{DBC31BEB-BD71-2E7D-1A78-80469E05AB7F}"/>
              </a:ext>
            </a:extLst>
          </p:cNvPr>
          <p:cNvSpPr txBox="1"/>
          <p:nvPr/>
        </p:nvSpPr>
        <p:spPr>
          <a:xfrm>
            <a:off x="2475895" y="3060431"/>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
        <p:nvSpPr>
          <p:cNvPr id="38" name="TextBox 37">
            <a:extLst>
              <a:ext uri="{FF2B5EF4-FFF2-40B4-BE49-F238E27FC236}">
                <a16:creationId xmlns:a16="http://schemas.microsoft.com/office/drawing/2014/main" id="{BAA0EBA9-0793-2685-F1BC-E3F61329B49F}"/>
              </a:ext>
            </a:extLst>
          </p:cNvPr>
          <p:cNvSpPr txBox="1"/>
          <p:nvPr/>
        </p:nvSpPr>
        <p:spPr>
          <a:xfrm>
            <a:off x="5634725" y="4941921"/>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
        <p:nvSpPr>
          <p:cNvPr id="4" name="타원 3">
            <a:extLst>
              <a:ext uri="{FF2B5EF4-FFF2-40B4-BE49-F238E27FC236}">
                <a16:creationId xmlns:a16="http://schemas.microsoft.com/office/drawing/2014/main" id="{D38595A7-FDF6-8AB1-9D7E-CE8423B187E4}"/>
              </a:ext>
            </a:extLst>
          </p:cNvPr>
          <p:cNvSpPr/>
          <p:nvPr/>
        </p:nvSpPr>
        <p:spPr>
          <a:xfrm>
            <a:off x="4132045" y="135897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3099278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FDDAE-8146-B815-A5A2-763C054D6776}"/>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880CEDD8-69E3-22AD-D270-635B12A640A1}"/>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FE14DA37-794A-4B0D-CEA0-D3E13AB624D8}"/>
              </a:ext>
            </a:extLst>
          </p:cNvPr>
          <p:cNvSpPr>
            <a:spLocks noGrp="1"/>
          </p:cNvSpPr>
          <p:nvPr>
            <p:ph type="body" sz="quarter" idx="13"/>
          </p:nvPr>
        </p:nvSpPr>
        <p:spPr/>
        <p:txBody>
          <a:bodyPr/>
          <a:lstStyle/>
          <a:p>
            <a:r>
              <a:rPr lang="ko-KR" altLang="en-US" dirty="0" err="1"/>
              <a:t>재접속</a:t>
            </a:r>
            <a:r>
              <a:rPr lang="ko-KR" altLang="en-US" dirty="0"/>
              <a:t> 팝업</a:t>
            </a:r>
          </a:p>
        </p:txBody>
      </p:sp>
      <p:sp>
        <p:nvSpPr>
          <p:cNvPr id="4" name="텍스트 개체 틀 3">
            <a:extLst>
              <a:ext uri="{FF2B5EF4-FFF2-40B4-BE49-F238E27FC236}">
                <a16:creationId xmlns:a16="http://schemas.microsoft.com/office/drawing/2014/main" id="{83CDB675-7D69-8018-DC47-72EFF72212D4}"/>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15998939-A0FD-DFCB-96DA-0D7A7282EF7A}"/>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46B27DE7-673D-50CC-2C38-2E6DBF62231F}"/>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1BD5B066-FB02-60D4-1F39-A46C3DEDBFD0}"/>
              </a:ext>
            </a:extLst>
          </p:cNvPr>
          <p:cNvGraphicFramePr>
            <a:graphicFrameLocks noGrp="1"/>
          </p:cNvGraphicFramePr>
          <p:nvPr/>
        </p:nvGraphicFramePr>
        <p:xfrm>
          <a:off x="8284028" y="788555"/>
          <a:ext cx="3740669" cy="2922123"/>
        </p:xfrm>
        <a:graphic>
          <a:graphicData uri="http://schemas.openxmlformats.org/drawingml/2006/table">
            <a:tbl>
              <a:tblPr firstRow="1" bandRow="1">
                <a:tableStyleId>{5C22544A-7EE6-4342-B048-85BDC9FD1C3A}</a:tableStyleId>
              </a:tblPr>
              <a:tblGrid>
                <a:gridCol w="469455">
                  <a:extLst>
                    <a:ext uri="{9D8B030D-6E8A-4147-A177-3AD203B41FA5}">
                      <a16:colId xmlns:a16="http://schemas.microsoft.com/office/drawing/2014/main" val="3530039664"/>
                    </a:ext>
                  </a:extLst>
                </a:gridCol>
                <a:gridCol w="3271214">
                  <a:extLst>
                    <a:ext uri="{9D8B030D-6E8A-4147-A177-3AD203B41FA5}">
                      <a16:colId xmlns:a16="http://schemas.microsoft.com/office/drawing/2014/main" val="2911310704"/>
                    </a:ext>
                  </a:extLst>
                </a:gridCol>
              </a:tblGrid>
              <a:tr h="51457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lang="ko-KR" altLang="en-US" sz="1000" b="1" spc="0" baseline="0" dirty="0" err="1">
                          <a:solidFill>
                            <a:schemeClr val="tx1"/>
                          </a:solidFill>
                          <a:latin typeface="나눔고딕" panose="020D0604000000000000" pitchFamily="50" charset="-127"/>
                          <a:ea typeface="나눔고딕" panose="020D0604000000000000" pitchFamily="50" charset="-127"/>
                        </a:rPr>
                        <a:t>재접속</a:t>
                      </a:r>
                      <a:r>
                        <a:rPr lang="ko-KR" altLang="en-US" sz="1000" b="1" spc="0" baseline="0" dirty="0">
                          <a:solidFill>
                            <a:schemeClr val="tx1"/>
                          </a:solidFill>
                          <a:latin typeface="나눔고딕" panose="020D0604000000000000" pitchFamily="50" charset="-127"/>
                          <a:ea typeface="나눔고딕" panose="020D0604000000000000" pitchFamily="50" charset="-127"/>
                        </a:rPr>
                        <a:t> 팝업</a:t>
                      </a:r>
                      <a:endParaRPr kumimoji="0" lang="en-US" altLang="ko-KR" sz="10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67410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err="1">
                          <a:solidFill>
                            <a:schemeClr val="tx1"/>
                          </a:solidFill>
                          <a:latin typeface="나눔고딕" panose="020D0604000000000000" pitchFamily="50" charset="-127"/>
                          <a:ea typeface="나눔고딕" panose="020D0604000000000000" pitchFamily="50" charset="-127"/>
                        </a:rPr>
                        <a:t>재접속</a:t>
                      </a:r>
                      <a:r>
                        <a:rPr lang="ko-KR" altLang="en-US" sz="1000" b="1" spc="0" baseline="0" dirty="0">
                          <a:solidFill>
                            <a:schemeClr val="tx1"/>
                          </a:solidFill>
                          <a:latin typeface="나눔고딕" panose="020D0604000000000000" pitchFamily="50" charset="-127"/>
                          <a:ea typeface="나눔고딕" panose="020D0604000000000000" pitchFamily="50" charset="-127"/>
                        </a:rPr>
                        <a:t> 시 </a:t>
                      </a:r>
                      <a:r>
                        <a:rPr lang="ko-KR" altLang="en-US" sz="1000" b="1" spc="0" baseline="0" dirty="0" err="1">
                          <a:solidFill>
                            <a:schemeClr val="tx1"/>
                          </a:solidFill>
                          <a:latin typeface="나눔고딕" panose="020D0604000000000000" pitchFamily="50" charset="-127"/>
                          <a:ea typeface="나눔고딕" panose="020D0604000000000000" pitchFamily="50" charset="-127"/>
                        </a:rPr>
                        <a:t>팝업창</a:t>
                      </a:r>
                      <a:r>
                        <a:rPr lang="en-US" altLang="ko-KR" sz="1000" b="1" spc="0" baseline="0" dirty="0">
                          <a:solidFill>
                            <a:schemeClr val="tx1"/>
                          </a:solidFill>
                          <a:latin typeface="나눔고딕" panose="020D0604000000000000" pitchFamily="50" charset="-127"/>
                          <a:ea typeface="나눔고딕" panose="020D0604000000000000" pitchFamily="50" charset="-127"/>
                        </a:rPr>
                        <a:t>. Popup</a:t>
                      </a:r>
                    </a:p>
                    <a:p>
                      <a:pPr>
                        <a:lnSpc>
                          <a:spcPct val="100000"/>
                        </a:lnSpc>
                      </a:pP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재접속</a:t>
                      </a:r>
                      <a:r>
                        <a:rPr lang="ko-KR" altLang="en-US" sz="800" b="0" spc="0" baseline="0" dirty="0">
                          <a:solidFill>
                            <a:schemeClr val="tx1"/>
                          </a:solidFill>
                          <a:latin typeface="나눔고딕" panose="020D0604000000000000" pitchFamily="50" charset="-127"/>
                          <a:ea typeface="나눔고딕" panose="020D0604000000000000" pitchFamily="50" charset="-127"/>
                        </a:rPr>
                        <a:t> 시에 이전에 찍었던 사진이 팝업창에 뜬다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67410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1000" b="0" spc="0" baseline="0" dirty="0">
                          <a:solidFill>
                            <a:schemeClr val="tx1"/>
                          </a:solidFill>
                          <a:latin typeface="나눔고딕" panose="020D0604000000000000" pitchFamily="50" charset="-127"/>
                          <a:ea typeface="나눔고딕" panose="020D0604000000000000" pitchFamily="50" charset="-127"/>
                        </a:rPr>
                        <a:t>”</a:t>
                      </a:r>
                      <a:r>
                        <a:rPr lang="ko-KR" altLang="en-US" sz="1000" b="1" spc="0" baseline="0" dirty="0">
                          <a:solidFill>
                            <a:schemeClr val="tx1"/>
                          </a:solidFill>
                          <a:latin typeface="나눔고딕" panose="020D0604000000000000" pitchFamily="50" charset="-127"/>
                          <a:ea typeface="나눔고딕" panose="020D0604000000000000" pitchFamily="50" charset="-127"/>
                        </a:rPr>
                        <a:t>응</a:t>
                      </a:r>
                      <a:r>
                        <a:rPr lang="en-US" altLang="ko-KR" sz="1000" b="1" spc="0" baseline="0" dirty="0">
                          <a:solidFill>
                            <a:schemeClr val="tx1"/>
                          </a:solidFill>
                          <a:latin typeface="나눔고딕" panose="020D0604000000000000" pitchFamily="50" charset="-127"/>
                          <a:ea typeface="나눔고딕" panose="020D0604000000000000" pitchFamily="50" charset="-127"/>
                        </a:rPr>
                        <a:t>”</a:t>
                      </a:r>
                      <a:r>
                        <a:rPr lang="ko-KR" altLang="en-US" sz="1000" b="1" spc="0" baseline="0" dirty="0">
                          <a:solidFill>
                            <a:schemeClr val="tx1"/>
                          </a:solidFill>
                          <a:latin typeface="나눔고딕" panose="020D0604000000000000" pitchFamily="50" charset="-127"/>
                          <a:ea typeface="나눔고딕" panose="020D0604000000000000" pitchFamily="50" charset="-127"/>
                        </a:rPr>
                        <a:t> 버튼을 눌렀을 때</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보호자에게 사진을 보낸다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67410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1000" b="0" spc="0" baseline="0" dirty="0">
                          <a:solidFill>
                            <a:schemeClr val="tx1"/>
                          </a:solidFill>
                          <a:latin typeface="나눔고딕" panose="020D0604000000000000" pitchFamily="50" charset="-127"/>
                          <a:ea typeface="나눔고딕" panose="020D0604000000000000" pitchFamily="50" charset="-127"/>
                        </a:rPr>
                        <a:t>”</a:t>
                      </a:r>
                      <a:r>
                        <a:rPr lang="ko-KR" altLang="en-US" sz="1000" b="1" spc="0" baseline="0" dirty="0">
                          <a:solidFill>
                            <a:schemeClr val="tx1"/>
                          </a:solidFill>
                          <a:latin typeface="나눔고딕" panose="020D0604000000000000" pitchFamily="50" charset="-127"/>
                          <a:ea typeface="나눔고딕" panose="020D0604000000000000" pitchFamily="50" charset="-127"/>
                        </a:rPr>
                        <a:t>아니</a:t>
                      </a:r>
                      <a:r>
                        <a:rPr lang="en-US" altLang="ko-KR" sz="1000" b="1" spc="0" baseline="0" dirty="0">
                          <a:solidFill>
                            <a:schemeClr val="tx1"/>
                          </a:solidFill>
                          <a:latin typeface="나눔고딕" panose="020D0604000000000000" pitchFamily="50" charset="-127"/>
                          <a:ea typeface="나눔고딕" panose="020D0604000000000000" pitchFamily="50" charset="-127"/>
                        </a:rPr>
                        <a:t>”</a:t>
                      </a:r>
                      <a:r>
                        <a:rPr lang="ko-KR" altLang="en-US" sz="1000" b="1" spc="0" baseline="0" dirty="0">
                          <a:solidFill>
                            <a:schemeClr val="tx1"/>
                          </a:solidFill>
                          <a:latin typeface="나눔고딕" panose="020D0604000000000000" pitchFamily="50" charset="-127"/>
                          <a:ea typeface="나눔고딕" panose="020D0604000000000000" pitchFamily="50" charset="-127"/>
                        </a:rPr>
                        <a:t> 버튼을 눌렀을 때</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팝업 창이 닫힌다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1347388"/>
                  </a:ext>
                </a:extLst>
              </a:tr>
              <a:tr h="385236">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6" name="직사각형 25">
            <a:extLst>
              <a:ext uri="{FF2B5EF4-FFF2-40B4-BE49-F238E27FC236}">
                <a16:creationId xmlns:a16="http://schemas.microsoft.com/office/drawing/2014/main" id="{092370E4-A9B3-56A7-7B6A-756CC43905D6}"/>
              </a:ext>
            </a:extLst>
          </p:cNvPr>
          <p:cNvSpPr/>
          <p:nvPr/>
        </p:nvSpPr>
        <p:spPr>
          <a:xfrm>
            <a:off x="3224591" y="1387842"/>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TextBox 26">
            <a:extLst>
              <a:ext uri="{FF2B5EF4-FFF2-40B4-BE49-F238E27FC236}">
                <a16:creationId xmlns:a16="http://schemas.microsoft.com/office/drawing/2014/main" id="{E2D06B6E-F708-C2DF-D446-DAE8431FF37D}"/>
              </a:ext>
            </a:extLst>
          </p:cNvPr>
          <p:cNvSpPr txBox="1"/>
          <p:nvPr/>
        </p:nvSpPr>
        <p:spPr>
          <a:xfrm>
            <a:off x="3298350" y="966287"/>
            <a:ext cx="1851944" cy="246221"/>
          </a:xfrm>
          <a:prstGeom prst="rect">
            <a:avLst/>
          </a:prstGeom>
          <a:solidFill>
            <a:schemeClr val="tx1"/>
          </a:solidFill>
        </p:spPr>
        <p:txBody>
          <a:bodyPr wrap="square" rtlCol="0">
            <a:spAutoFit/>
          </a:bodyPr>
          <a:lstStyle/>
          <a:p>
            <a:pPr algn="ctr"/>
            <a:r>
              <a:rPr lang="ko-KR" altLang="en-US" sz="1000" dirty="0" err="1">
                <a:solidFill>
                  <a:schemeClr val="bg1"/>
                </a:solidFill>
              </a:rPr>
              <a:t>재접속</a:t>
            </a:r>
            <a:r>
              <a:rPr lang="ko-KR" altLang="en-US" sz="1000" dirty="0">
                <a:solidFill>
                  <a:schemeClr val="bg1"/>
                </a:solidFill>
              </a:rPr>
              <a:t> 팝업</a:t>
            </a:r>
          </a:p>
        </p:txBody>
      </p:sp>
      <p:sp>
        <p:nvSpPr>
          <p:cNvPr id="29" name="타원 28">
            <a:extLst>
              <a:ext uri="{FF2B5EF4-FFF2-40B4-BE49-F238E27FC236}">
                <a16:creationId xmlns:a16="http://schemas.microsoft.com/office/drawing/2014/main" id="{8E5D9515-A5B8-3EA7-7C74-F2492D5A6FA1}"/>
              </a:ext>
            </a:extLst>
          </p:cNvPr>
          <p:cNvSpPr/>
          <p:nvPr/>
        </p:nvSpPr>
        <p:spPr>
          <a:xfrm>
            <a:off x="2651588" y="346190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0" name="TextBox 29">
            <a:extLst>
              <a:ext uri="{FF2B5EF4-FFF2-40B4-BE49-F238E27FC236}">
                <a16:creationId xmlns:a16="http://schemas.microsoft.com/office/drawing/2014/main" id="{D0C16768-85AF-29DF-0EDE-CB153005E3C3}"/>
              </a:ext>
            </a:extLst>
          </p:cNvPr>
          <p:cNvSpPr txBox="1"/>
          <p:nvPr/>
        </p:nvSpPr>
        <p:spPr>
          <a:xfrm>
            <a:off x="3971041" y="5482193"/>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1" name="왼쪽 중괄호 34">
            <a:extLst>
              <a:ext uri="{FF2B5EF4-FFF2-40B4-BE49-F238E27FC236}">
                <a16:creationId xmlns:a16="http://schemas.microsoft.com/office/drawing/2014/main" id="{29A3D96A-D1C6-F2CA-4E53-AC31688FE0AD}"/>
              </a:ext>
            </a:extLst>
          </p:cNvPr>
          <p:cNvSpPr/>
          <p:nvPr/>
        </p:nvSpPr>
        <p:spPr>
          <a:xfrm rot="5400000">
            <a:off x="4088775" y="2824121"/>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2" name="왼쪽 중괄호 16">
            <a:extLst>
              <a:ext uri="{FF2B5EF4-FFF2-40B4-BE49-F238E27FC236}">
                <a16:creationId xmlns:a16="http://schemas.microsoft.com/office/drawing/2014/main" id="{E8588E16-9343-3352-4129-0FDA745660A4}"/>
              </a:ext>
            </a:extLst>
          </p:cNvPr>
          <p:cNvSpPr/>
          <p:nvPr/>
        </p:nvSpPr>
        <p:spPr>
          <a:xfrm>
            <a:off x="2890453" y="1414613"/>
            <a:ext cx="313624" cy="4317526"/>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33" name="그림 32">
            <a:extLst>
              <a:ext uri="{FF2B5EF4-FFF2-40B4-BE49-F238E27FC236}">
                <a16:creationId xmlns:a16="http://schemas.microsoft.com/office/drawing/2014/main" id="{1D30CB38-6EC3-AB06-7631-542448F02C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4076" y="1387842"/>
            <a:ext cx="2040495" cy="4364405"/>
          </a:xfrm>
          <a:prstGeom prst="rect">
            <a:avLst/>
          </a:prstGeom>
        </p:spPr>
      </p:pic>
      <p:sp>
        <p:nvSpPr>
          <p:cNvPr id="34" name="타원 33">
            <a:extLst>
              <a:ext uri="{FF2B5EF4-FFF2-40B4-BE49-F238E27FC236}">
                <a16:creationId xmlns:a16="http://schemas.microsoft.com/office/drawing/2014/main" id="{9194B809-A6E8-ADD9-1D34-0B2EB07DA0E5}"/>
              </a:ext>
            </a:extLst>
          </p:cNvPr>
          <p:cNvSpPr/>
          <p:nvPr/>
        </p:nvSpPr>
        <p:spPr>
          <a:xfrm>
            <a:off x="2879665" y="508368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36" name="타원 35">
            <a:extLst>
              <a:ext uri="{FF2B5EF4-FFF2-40B4-BE49-F238E27FC236}">
                <a16:creationId xmlns:a16="http://schemas.microsoft.com/office/drawing/2014/main" id="{4351F8ED-958C-20DE-4239-0FC633DD4DEE}"/>
              </a:ext>
            </a:extLst>
          </p:cNvPr>
          <p:cNvSpPr/>
          <p:nvPr/>
        </p:nvSpPr>
        <p:spPr>
          <a:xfrm>
            <a:off x="5362430" y="514349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pic>
        <p:nvPicPr>
          <p:cNvPr id="37" name="그림 36" descr="텍스트, 만화 영화, 인간의 얼굴이(가) 표시된 사진&#10;&#10;AI가 생성한 콘텐츠는 부정확할 수 있습니다.">
            <a:extLst>
              <a:ext uri="{FF2B5EF4-FFF2-40B4-BE49-F238E27FC236}">
                <a16:creationId xmlns:a16="http://schemas.microsoft.com/office/drawing/2014/main" id="{A54B7587-D8CE-21AB-820A-4B7D58332B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3297" y="1393508"/>
            <a:ext cx="2040495" cy="4358739"/>
          </a:xfrm>
          <a:prstGeom prst="rect">
            <a:avLst/>
          </a:prstGeom>
        </p:spPr>
      </p:pic>
      <p:sp>
        <p:nvSpPr>
          <p:cNvPr id="39" name="왼쪽 중괄호 16">
            <a:extLst>
              <a:ext uri="{FF2B5EF4-FFF2-40B4-BE49-F238E27FC236}">
                <a16:creationId xmlns:a16="http://schemas.microsoft.com/office/drawing/2014/main" id="{A3424C7F-10AD-4F12-4B7A-CDC0BF142478}"/>
              </a:ext>
            </a:extLst>
          </p:cNvPr>
          <p:cNvSpPr/>
          <p:nvPr/>
        </p:nvSpPr>
        <p:spPr>
          <a:xfrm>
            <a:off x="3091021" y="4969578"/>
            <a:ext cx="244552" cy="44449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0" name="왼쪽 중괄호 36">
            <a:extLst>
              <a:ext uri="{FF2B5EF4-FFF2-40B4-BE49-F238E27FC236}">
                <a16:creationId xmlns:a16="http://schemas.microsoft.com/office/drawing/2014/main" id="{7CBDB320-30DA-7F87-E6D7-4CB9E047688B}"/>
              </a:ext>
            </a:extLst>
          </p:cNvPr>
          <p:cNvSpPr/>
          <p:nvPr/>
        </p:nvSpPr>
        <p:spPr>
          <a:xfrm flipH="1">
            <a:off x="5106200" y="5024223"/>
            <a:ext cx="256230" cy="454808"/>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1" name="TextBox 40">
            <a:extLst>
              <a:ext uri="{FF2B5EF4-FFF2-40B4-BE49-F238E27FC236}">
                <a16:creationId xmlns:a16="http://schemas.microsoft.com/office/drawing/2014/main" id="{96F779FB-4840-1DA9-9D25-5F791E4B81B2}"/>
              </a:ext>
            </a:extLst>
          </p:cNvPr>
          <p:cNvSpPr txBox="1"/>
          <p:nvPr/>
        </p:nvSpPr>
        <p:spPr>
          <a:xfrm>
            <a:off x="2057583" y="3433679"/>
            <a:ext cx="1188010" cy="276999"/>
          </a:xfrm>
          <a:prstGeom prst="rect">
            <a:avLst/>
          </a:prstGeom>
          <a:noFill/>
        </p:spPr>
        <p:txBody>
          <a:bodyPr wrap="square" rtlCol="0">
            <a:spAutoFit/>
          </a:bodyPr>
          <a:lstStyle/>
          <a:p>
            <a:r>
              <a:rPr kumimoji="1" lang="en-US" altLang="ko-KR" sz="1200" dirty="0"/>
              <a:t>Popup</a:t>
            </a:r>
            <a:endParaRPr kumimoji="1" lang="ko-KR" altLang="en-US" sz="1200" dirty="0"/>
          </a:p>
        </p:txBody>
      </p:sp>
      <p:sp>
        <p:nvSpPr>
          <p:cNvPr id="42" name="TextBox 41">
            <a:extLst>
              <a:ext uri="{FF2B5EF4-FFF2-40B4-BE49-F238E27FC236}">
                <a16:creationId xmlns:a16="http://schemas.microsoft.com/office/drawing/2014/main" id="{624E586F-ACD9-1BDA-0486-EFF5527D21AD}"/>
              </a:ext>
            </a:extLst>
          </p:cNvPr>
          <p:cNvSpPr txBox="1"/>
          <p:nvPr/>
        </p:nvSpPr>
        <p:spPr>
          <a:xfrm>
            <a:off x="5510739" y="5113126"/>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
        <p:nvSpPr>
          <p:cNvPr id="43" name="TextBox 42">
            <a:extLst>
              <a:ext uri="{FF2B5EF4-FFF2-40B4-BE49-F238E27FC236}">
                <a16:creationId xmlns:a16="http://schemas.microsoft.com/office/drawing/2014/main" id="{2C968597-1FB2-8AEB-0E68-51F732279006}"/>
              </a:ext>
            </a:extLst>
          </p:cNvPr>
          <p:cNvSpPr txBox="1"/>
          <p:nvPr/>
        </p:nvSpPr>
        <p:spPr>
          <a:xfrm>
            <a:off x="2296448" y="5053324"/>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Tree>
    <p:extLst>
      <p:ext uri="{BB962C8B-B14F-4D97-AF65-F5344CB8AC3E}">
        <p14:creationId xmlns:p14="http://schemas.microsoft.com/office/powerpoint/2010/main" val="628256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D55A5-ACA0-0DA9-36E2-AD989E3978D1}"/>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BACB01F2-2850-A685-64AB-BA3E3256230A}"/>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E428B5C9-46D8-002F-59A2-5F53C0FBC8B7}"/>
              </a:ext>
            </a:extLst>
          </p:cNvPr>
          <p:cNvSpPr>
            <a:spLocks noGrp="1"/>
          </p:cNvSpPr>
          <p:nvPr>
            <p:ph type="body" sz="quarter" idx="13"/>
          </p:nvPr>
        </p:nvSpPr>
        <p:spPr/>
        <p:txBody>
          <a:bodyPr/>
          <a:lstStyle/>
          <a:p>
            <a:r>
              <a:rPr lang="ko-KR" altLang="en-US" dirty="0"/>
              <a:t>지난 이야기</a:t>
            </a:r>
          </a:p>
        </p:txBody>
      </p:sp>
      <p:sp>
        <p:nvSpPr>
          <p:cNvPr id="6" name="텍스트 개체 틀 5">
            <a:extLst>
              <a:ext uri="{FF2B5EF4-FFF2-40B4-BE49-F238E27FC236}">
                <a16:creationId xmlns:a16="http://schemas.microsoft.com/office/drawing/2014/main" id="{6F0D6F55-2026-0451-CDED-677B336EF843}"/>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CC0FEA28-4B12-6CE8-6074-67A74B972C86}"/>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FF603E50-5BDD-3DA0-09E1-15AACFF1556E}"/>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D57CA9CB-7EC2-6D41-D12B-4F1397C2CF73}"/>
              </a:ext>
            </a:extLst>
          </p:cNvPr>
          <p:cNvGraphicFramePr>
            <a:graphicFrameLocks noGrp="1"/>
          </p:cNvGraphicFramePr>
          <p:nvPr/>
        </p:nvGraphicFramePr>
        <p:xfrm>
          <a:off x="8284029" y="755897"/>
          <a:ext cx="3750647" cy="3715487"/>
        </p:xfrm>
        <a:graphic>
          <a:graphicData uri="http://schemas.openxmlformats.org/drawingml/2006/table">
            <a:tbl>
              <a:tblPr firstRow="1" bandRow="1">
                <a:tableStyleId>{5C22544A-7EE6-4342-B048-85BDC9FD1C3A}</a:tableStyleId>
              </a:tblPr>
              <a:tblGrid>
                <a:gridCol w="432406">
                  <a:extLst>
                    <a:ext uri="{9D8B030D-6E8A-4147-A177-3AD203B41FA5}">
                      <a16:colId xmlns:a16="http://schemas.microsoft.com/office/drawing/2014/main" val="3530039664"/>
                    </a:ext>
                  </a:extLst>
                </a:gridCol>
                <a:gridCol w="3318241">
                  <a:extLst>
                    <a:ext uri="{9D8B030D-6E8A-4147-A177-3AD203B41FA5}">
                      <a16:colId xmlns:a16="http://schemas.microsoft.com/office/drawing/2014/main" val="2911310704"/>
                    </a:ext>
                  </a:extLst>
                </a:gridCol>
              </a:tblGrid>
              <a:tr h="61617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lang="ko-KR" altLang="en-US" sz="1000" b="1" spc="0" baseline="0" dirty="0">
                          <a:solidFill>
                            <a:schemeClr val="tx1"/>
                          </a:solidFill>
                          <a:latin typeface="나눔고딕" panose="020D0604000000000000" pitchFamily="50" charset="-127"/>
                          <a:ea typeface="나눔고딕" panose="020D0604000000000000" pitchFamily="50" charset="-127"/>
                        </a:rPr>
                        <a:t>지난 이야기</a:t>
                      </a:r>
                      <a:endParaRPr kumimoji="0" lang="en-US" altLang="ko-KR" sz="10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8071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지난 이야기</a:t>
                      </a:r>
                      <a:r>
                        <a:rPr lang="en-US" altLang="ko-KR" sz="1000" b="1" spc="0" baseline="0" dirty="0">
                          <a:solidFill>
                            <a:schemeClr val="tx1"/>
                          </a:solidFill>
                          <a:latin typeface="나눔고딕" panose="020D0604000000000000" pitchFamily="50" charset="-127"/>
                          <a:ea typeface="나눔고딕" panose="020D0604000000000000" pitchFamily="50" charset="-127"/>
                        </a:rPr>
                        <a:t>-</a:t>
                      </a:r>
                      <a:r>
                        <a:rPr lang="ko-KR" altLang="en-US" sz="1000" b="1" spc="0" baseline="0" dirty="0">
                          <a:solidFill>
                            <a:schemeClr val="tx1"/>
                          </a:solidFill>
                          <a:latin typeface="나눔고딕" panose="020D0604000000000000" pitchFamily="50" charset="-127"/>
                          <a:ea typeface="나눔고딕" panose="020D0604000000000000" pitchFamily="50" charset="-127"/>
                        </a:rPr>
                        <a:t>보호자</a:t>
                      </a:r>
                      <a:r>
                        <a:rPr lang="en-US" altLang="ko-KR" sz="1000" b="1" spc="0" baseline="0" dirty="0">
                          <a:solidFill>
                            <a:schemeClr val="tx1"/>
                          </a:solidFill>
                          <a:latin typeface="나눔고딕" panose="020D0604000000000000" pitchFamily="50" charset="-127"/>
                          <a:ea typeface="나눔고딕" panose="020D0604000000000000" pitchFamily="50" charset="-127"/>
                        </a:rPr>
                        <a:t>. Image view</a:t>
                      </a:r>
                    </a:p>
                    <a:p>
                      <a:pPr>
                        <a:lnSpc>
                          <a:spcPct val="100000"/>
                        </a:lnSpc>
                      </a:pPr>
                      <a:r>
                        <a:rPr lang="en-US" altLang="ko-KR" sz="10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보호자가 시니어에게 지난 날 보냈던 사진을 보여준다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91541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지난 이야기</a:t>
                      </a:r>
                      <a:r>
                        <a:rPr lang="en-US" altLang="ko-KR" sz="1000" b="1" spc="0" baseline="0" dirty="0">
                          <a:solidFill>
                            <a:schemeClr val="tx1"/>
                          </a:solidFill>
                          <a:latin typeface="나눔고딕" panose="020D0604000000000000" pitchFamily="50" charset="-127"/>
                          <a:ea typeface="나눔고딕" panose="020D0604000000000000" pitchFamily="50" charset="-127"/>
                        </a:rPr>
                        <a:t>-</a:t>
                      </a:r>
                      <a:r>
                        <a:rPr lang="ko-KR" altLang="en-US" sz="1000" b="1" spc="0" baseline="0" dirty="0">
                          <a:solidFill>
                            <a:schemeClr val="tx1"/>
                          </a:solidFill>
                          <a:latin typeface="나눔고딕" panose="020D0604000000000000" pitchFamily="50" charset="-127"/>
                          <a:ea typeface="나눔고딕" panose="020D0604000000000000" pitchFamily="50" charset="-127"/>
                        </a:rPr>
                        <a:t>시니어</a:t>
                      </a:r>
                      <a:r>
                        <a:rPr lang="en-US" altLang="ko-KR" sz="1000" b="1" spc="0" baseline="0" dirty="0">
                          <a:solidFill>
                            <a:schemeClr val="tx1"/>
                          </a:solidFill>
                          <a:latin typeface="나눔고딕" panose="020D0604000000000000" pitchFamily="50" charset="-127"/>
                          <a:ea typeface="나눔고딕" panose="020D0604000000000000" pitchFamily="50" charset="-127"/>
                        </a:rPr>
                        <a:t>. Image view</a:t>
                      </a:r>
                    </a:p>
                    <a:p>
                      <a:pPr>
                        <a:lnSpc>
                          <a:spcPct val="100000"/>
                        </a:lnSpc>
                      </a:pPr>
                      <a:r>
                        <a:rPr lang="en-US" altLang="ko-KR" sz="10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시니어가 보호자에게 지난 날 보냈던 사진을 보여준다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endParaRPr lang="en-US" altLang="ko-KR" sz="10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91541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홈 버튼</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메인 화면으로 가는 버튼 </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26248753"/>
                  </a:ext>
                </a:extLst>
              </a:tr>
              <a:tr h="461297">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8" name="직사각형 7">
            <a:extLst>
              <a:ext uri="{FF2B5EF4-FFF2-40B4-BE49-F238E27FC236}">
                <a16:creationId xmlns:a16="http://schemas.microsoft.com/office/drawing/2014/main" id="{5C86180A-6732-829C-3398-6B4C73B1B6BC}"/>
              </a:ext>
            </a:extLst>
          </p:cNvPr>
          <p:cNvSpPr/>
          <p:nvPr/>
        </p:nvSpPr>
        <p:spPr>
          <a:xfrm>
            <a:off x="3494248" y="1403340"/>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a:extLst>
              <a:ext uri="{FF2B5EF4-FFF2-40B4-BE49-F238E27FC236}">
                <a16:creationId xmlns:a16="http://schemas.microsoft.com/office/drawing/2014/main" id="{9397ABAC-FE9A-B8E8-ACA3-3590B4B04424}"/>
              </a:ext>
            </a:extLst>
          </p:cNvPr>
          <p:cNvSpPr txBox="1"/>
          <p:nvPr/>
        </p:nvSpPr>
        <p:spPr>
          <a:xfrm>
            <a:off x="3568151" y="1082828"/>
            <a:ext cx="1851944" cy="246221"/>
          </a:xfrm>
          <a:prstGeom prst="rect">
            <a:avLst/>
          </a:prstGeom>
          <a:solidFill>
            <a:schemeClr val="tx1"/>
          </a:solidFill>
        </p:spPr>
        <p:txBody>
          <a:bodyPr wrap="square" rtlCol="0">
            <a:spAutoFit/>
          </a:bodyPr>
          <a:lstStyle/>
          <a:p>
            <a:pPr algn="ctr"/>
            <a:r>
              <a:rPr lang="ko-KR" altLang="en-US" sz="1000">
                <a:solidFill>
                  <a:schemeClr val="bg1"/>
                </a:solidFill>
              </a:rPr>
              <a:t>지난 이야기</a:t>
            </a:r>
            <a:endParaRPr lang="ko-KR" altLang="en-US" sz="1000" dirty="0">
              <a:solidFill>
                <a:schemeClr val="bg1"/>
              </a:solidFill>
            </a:endParaRPr>
          </a:p>
        </p:txBody>
      </p:sp>
      <p:sp>
        <p:nvSpPr>
          <p:cNvPr id="11" name="타원 10">
            <a:extLst>
              <a:ext uri="{FF2B5EF4-FFF2-40B4-BE49-F238E27FC236}">
                <a16:creationId xmlns:a16="http://schemas.microsoft.com/office/drawing/2014/main" id="{972DC6A9-1CE2-0AAE-131F-F206DFFEA216}"/>
              </a:ext>
            </a:extLst>
          </p:cNvPr>
          <p:cNvSpPr/>
          <p:nvPr/>
        </p:nvSpPr>
        <p:spPr>
          <a:xfrm>
            <a:off x="2932349" y="243977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2" name="TextBox 11">
            <a:extLst>
              <a:ext uri="{FF2B5EF4-FFF2-40B4-BE49-F238E27FC236}">
                <a16:creationId xmlns:a16="http://schemas.microsoft.com/office/drawing/2014/main" id="{73D907FF-A719-898D-7818-1D319ECEC0F8}"/>
              </a:ext>
            </a:extLst>
          </p:cNvPr>
          <p:cNvSpPr txBox="1"/>
          <p:nvPr/>
        </p:nvSpPr>
        <p:spPr>
          <a:xfrm>
            <a:off x="4240698" y="5497691"/>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14" name="왼쪽 중괄호 34">
            <a:extLst>
              <a:ext uri="{FF2B5EF4-FFF2-40B4-BE49-F238E27FC236}">
                <a16:creationId xmlns:a16="http://schemas.microsoft.com/office/drawing/2014/main" id="{2BD864DD-F6A4-9A6D-10CF-31659437EDCC}"/>
              </a:ext>
            </a:extLst>
          </p:cNvPr>
          <p:cNvSpPr/>
          <p:nvPr/>
        </p:nvSpPr>
        <p:spPr>
          <a:xfrm rot="5400000">
            <a:off x="4358432" y="2839619"/>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9" name="왼쪽 중괄호 16">
            <a:extLst>
              <a:ext uri="{FF2B5EF4-FFF2-40B4-BE49-F238E27FC236}">
                <a16:creationId xmlns:a16="http://schemas.microsoft.com/office/drawing/2014/main" id="{61547B30-C891-6718-E410-1BB2362FF0E0}"/>
              </a:ext>
            </a:extLst>
          </p:cNvPr>
          <p:cNvSpPr/>
          <p:nvPr/>
        </p:nvSpPr>
        <p:spPr>
          <a:xfrm>
            <a:off x="3164385" y="2103217"/>
            <a:ext cx="313624" cy="889381"/>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20" name="그림 19">
            <a:extLst>
              <a:ext uri="{FF2B5EF4-FFF2-40B4-BE49-F238E27FC236}">
                <a16:creationId xmlns:a16="http://schemas.microsoft.com/office/drawing/2014/main" id="{9764030B-E9A7-07CA-6580-B1CEB6EAEE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0834" y="1403340"/>
            <a:ext cx="1999466" cy="4344298"/>
          </a:xfrm>
          <a:prstGeom prst="rect">
            <a:avLst/>
          </a:prstGeom>
        </p:spPr>
      </p:pic>
      <p:sp>
        <p:nvSpPr>
          <p:cNvPr id="21" name="타원 20">
            <a:extLst>
              <a:ext uri="{FF2B5EF4-FFF2-40B4-BE49-F238E27FC236}">
                <a16:creationId xmlns:a16="http://schemas.microsoft.com/office/drawing/2014/main" id="{A4AD1149-C137-B8D0-4A1F-BBCF22A65125}"/>
              </a:ext>
            </a:extLst>
          </p:cNvPr>
          <p:cNvSpPr/>
          <p:nvPr/>
        </p:nvSpPr>
        <p:spPr>
          <a:xfrm>
            <a:off x="5718642" y="38036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sp>
        <p:nvSpPr>
          <p:cNvPr id="22" name="왼쪽 중괄호 16">
            <a:extLst>
              <a:ext uri="{FF2B5EF4-FFF2-40B4-BE49-F238E27FC236}">
                <a16:creationId xmlns:a16="http://schemas.microsoft.com/office/drawing/2014/main" id="{52455FDB-C49E-1495-F340-4C136C0186D0}"/>
              </a:ext>
            </a:extLst>
          </p:cNvPr>
          <p:cNvSpPr/>
          <p:nvPr/>
        </p:nvSpPr>
        <p:spPr>
          <a:xfrm flipH="1">
            <a:off x="5423467" y="3148851"/>
            <a:ext cx="302284" cy="1462339"/>
          </a:xfrm>
          <a:prstGeom prst="leftBrace">
            <a:avLst>
              <a:gd name="adj1" fmla="val 49697"/>
              <a:gd name="adj2" fmla="val 51345"/>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23" name="그림 22" descr="스크린샷, 사람이(가) 표시된 사진&#10;&#10;AI가 생성한 콘텐츠는 부정확할 수 있습니다.">
            <a:extLst>
              <a:ext uri="{FF2B5EF4-FFF2-40B4-BE49-F238E27FC236}">
                <a16:creationId xmlns:a16="http://schemas.microsoft.com/office/drawing/2014/main" id="{537938AC-77C1-BDE3-03C2-C0CB18994E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5632" y="1403340"/>
            <a:ext cx="1994668" cy="4439588"/>
          </a:xfrm>
          <a:prstGeom prst="rect">
            <a:avLst/>
          </a:prstGeom>
        </p:spPr>
      </p:pic>
      <p:sp>
        <p:nvSpPr>
          <p:cNvPr id="24" name="TextBox 23">
            <a:extLst>
              <a:ext uri="{FF2B5EF4-FFF2-40B4-BE49-F238E27FC236}">
                <a16:creationId xmlns:a16="http://schemas.microsoft.com/office/drawing/2014/main" id="{E77A41A5-FCD1-C248-2C0D-F545557B74F3}"/>
              </a:ext>
            </a:extLst>
          </p:cNvPr>
          <p:cNvSpPr txBox="1"/>
          <p:nvPr/>
        </p:nvSpPr>
        <p:spPr>
          <a:xfrm>
            <a:off x="2002365" y="2409406"/>
            <a:ext cx="1188010" cy="276999"/>
          </a:xfrm>
          <a:prstGeom prst="rect">
            <a:avLst/>
          </a:prstGeom>
          <a:noFill/>
        </p:spPr>
        <p:txBody>
          <a:bodyPr wrap="square" rtlCol="0">
            <a:spAutoFit/>
          </a:bodyPr>
          <a:lstStyle/>
          <a:p>
            <a:r>
              <a:rPr kumimoji="1" lang="en-US" altLang="ko-KR" sz="1200" dirty="0"/>
              <a:t>Image view</a:t>
            </a:r>
            <a:endParaRPr kumimoji="1" lang="ko-KR" altLang="en-US" sz="1200" dirty="0"/>
          </a:p>
        </p:txBody>
      </p:sp>
      <p:sp>
        <p:nvSpPr>
          <p:cNvPr id="25" name="TextBox 24">
            <a:extLst>
              <a:ext uri="{FF2B5EF4-FFF2-40B4-BE49-F238E27FC236}">
                <a16:creationId xmlns:a16="http://schemas.microsoft.com/office/drawing/2014/main" id="{C29D5678-E947-AF6D-4276-623D105A45E4}"/>
              </a:ext>
            </a:extLst>
          </p:cNvPr>
          <p:cNvSpPr txBox="1"/>
          <p:nvPr/>
        </p:nvSpPr>
        <p:spPr>
          <a:xfrm>
            <a:off x="5886290" y="3773262"/>
            <a:ext cx="1188010" cy="276999"/>
          </a:xfrm>
          <a:prstGeom prst="rect">
            <a:avLst/>
          </a:prstGeom>
          <a:noFill/>
        </p:spPr>
        <p:txBody>
          <a:bodyPr wrap="square" rtlCol="0">
            <a:spAutoFit/>
          </a:bodyPr>
          <a:lstStyle/>
          <a:p>
            <a:r>
              <a:rPr kumimoji="1" lang="en-US" altLang="ko-KR" sz="1200" dirty="0"/>
              <a:t>Image view</a:t>
            </a:r>
            <a:endParaRPr kumimoji="1" lang="ko-KR" altLang="en-US" sz="1200" dirty="0"/>
          </a:p>
        </p:txBody>
      </p:sp>
      <p:sp>
        <p:nvSpPr>
          <p:cNvPr id="5" name="타원 4">
            <a:extLst>
              <a:ext uri="{FF2B5EF4-FFF2-40B4-BE49-F238E27FC236}">
                <a16:creationId xmlns:a16="http://schemas.microsoft.com/office/drawing/2014/main" id="{1EA7AE53-22A7-174B-6D62-79E11E0D6CF8}"/>
              </a:ext>
            </a:extLst>
          </p:cNvPr>
          <p:cNvSpPr/>
          <p:nvPr/>
        </p:nvSpPr>
        <p:spPr>
          <a:xfrm>
            <a:off x="4210019" y="159067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5616927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D39A3-7C8D-A071-D15D-68982BC28A16}"/>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4C8AF6FE-F973-055F-789D-4768F4F86426}"/>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5358C499-7295-9A50-24FE-54994E332A0C}"/>
              </a:ext>
            </a:extLst>
          </p:cNvPr>
          <p:cNvSpPr>
            <a:spLocks noGrp="1"/>
          </p:cNvSpPr>
          <p:nvPr>
            <p:ph type="body" sz="quarter" idx="13"/>
          </p:nvPr>
        </p:nvSpPr>
        <p:spPr/>
        <p:txBody>
          <a:bodyPr/>
          <a:lstStyle/>
          <a:p>
            <a:r>
              <a:rPr lang="ko-KR" altLang="en-US" dirty="0"/>
              <a:t>사진</a:t>
            </a:r>
          </a:p>
        </p:txBody>
      </p:sp>
      <p:sp>
        <p:nvSpPr>
          <p:cNvPr id="4" name="텍스트 개체 틀 3">
            <a:extLst>
              <a:ext uri="{FF2B5EF4-FFF2-40B4-BE49-F238E27FC236}">
                <a16:creationId xmlns:a16="http://schemas.microsoft.com/office/drawing/2014/main" id="{8DDE2E51-AF8D-5A98-1051-7C5621FF2B23}"/>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752C3B77-61FC-A544-4560-956C47487DDA}"/>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9B0852C1-AB27-1AF0-5E01-B023B24C42B5}"/>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D06DD4B7-4436-3074-527B-E9C65F930C33}"/>
              </a:ext>
            </a:extLst>
          </p:cNvPr>
          <p:cNvGraphicFramePr>
            <a:graphicFrameLocks noGrp="1"/>
          </p:cNvGraphicFramePr>
          <p:nvPr/>
        </p:nvGraphicFramePr>
        <p:xfrm>
          <a:off x="8273143" y="755897"/>
          <a:ext cx="3761533" cy="3780051"/>
        </p:xfrm>
        <a:graphic>
          <a:graphicData uri="http://schemas.openxmlformats.org/drawingml/2006/table">
            <a:tbl>
              <a:tblPr firstRow="1" bandRow="1">
                <a:tableStyleId>{5C22544A-7EE6-4342-B048-85BDC9FD1C3A}</a:tableStyleId>
              </a:tblPr>
              <a:tblGrid>
                <a:gridCol w="472072">
                  <a:extLst>
                    <a:ext uri="{9D8B030D-6E8A-4147-A177-3AD203B41FA5}">
                      <a16:colId xmlns:a16="http://schemas.microsoft.com/office/drawing/2014/main" val="3530039664"/>
                    </a:ext>
                  </a:extLst>
                </a:gridCol>
                <a:gridCol w="3289461">
                  <a:extLst>
                    <a:ext uri="{9D8B030D-6E8A-4147-A177-3AD203B41FA5}">
                      <a16:colId xmlns:a16="http://schemas.microsoft.com/office/drawing/2014/main" val="2911310704"/>
                    </a:ext>
                  </a:extLst>
                </a:gridCol>
              </a:tblGrid>
              <a:tr h="6656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lang="ko-KR" altLang="en-US" sz="1000" b="1" spc="0" baseline="0" dirty="0">
                          <a:solidFill>
                            <a:schemeClr val="tx1"/>
                          </a:solidFill>
                          <a:latin typeface="나눔고딕" panose="020D0604000000000000" pitchFamily="50" charset="-127"/>
                          <a:ea typeface="나눔고딕" panose="020D0604000000000000" pitchFamily="50" charset="-127"/>
                        </a:rPr>
                        <a:t>사진</a:t>
                      </a:r>
                      <a:endParaRPr kumimoji="0" lang="en-US" altLang="ko-KR" sz="10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872019">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사진 어플</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1000" b="0" spc="0" baseline="0" dirty="0">
                          <a:solidFill>
                            <a:schemeClr val="tx1"/>
                          </a:solidFill>
                          <a:latin typeface="나눔고딕" panose="020D0604000000000000" pitchFamily="50" charset="-127"/>
                          <a:ea typeface="나눔고딕" panose="020D0604000000000000" pitchFamily="50" charset="-127"/>
                        </a:rPr>
                        <a:t>-</a:t>
                      </a:r>
                      <a:r>
                        <a:rPr lang="ko-KR" altLang="en-US" sz="10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사진 찍기 어플로 갈 수 있는 버튼</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872019">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갤러리</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10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갤러리 어플로 갈 수 있는 버튼</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endParaRPr lang="en-US" altLang="ko-KR" sz="10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87201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홈 버튼</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메인 화면으로 가는 버튼 </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54450425"/>
                  </a:ext>
                </a:extLst>
              </a:tr>
              <a:tr h="498341">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6" name="직사각형 5">
            <a:extLst>
              <a:ext uri="{FF2B5EF4-FFF2-40B4-BE49-F238E27FC236}">
                <a16:creationId xmlns:a16="http://schemas.microsoft.com/office/drawing/2014/main" id="{F1F183F0-15C5-A378-9ABE-FF2270298895}"/>
              </a:ext>
            </a:extLst>
          </p:cNvPr>
          <p:cNvSpPr/>
          <p:nvPr/>
        </p:nvSpPr>
        <p:spPr>
          <a:xfrm>
            <a:off x="981265" y="1511294"/>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a:extLst>
              <a:ext uri="{FF2B5EF4-FFF2-40B4-BE49-F238E27FC236}">
                <a16:creationId xmlns:a16="http://schemas.microsoft.com/office/drawing/2014/main" id="{C600187D-DD3E-03AE-3C36-D405751C3159}"/>
              </a:ext>
            </a:extLst>
          </p:cNvPr>
          <p:cNvSpPr txBox="1"/>
          <p:nvPr/>
        </p:nvSpPr>
        <p:spPr>
          <a:xfrm>
            <a:off x="1055168" y="1190782"/>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사진</a:t>
            </a:r>
          </a:p>
        </p:txBody>
      </p:sp>
      <p:sp>
        <p:nvSpPr>
          <p:cNvPr id="10" name="타원 9">
            <a:extLst>
              <a:ext uri="{FF2B5EF4-FFF2-40B4-BE49-F238E27FC236}">
                <a16:creationId xmlns:a16="http://schemas.microsoft.com/office/drawing/2014/main" id="{77A56555-B79F-B85B-3043-76D56B8C2C42}"/>
              </a:ext>
            </a:extLst>
          </p:cNvPr>
          <p:cNvSpPr/>
          <p:nvPr/>
        </p:nvSpPr>
        <p:spPr>
          <a:xfrm>
            <a:off x="566342" y="289837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1" name="TextBox 10">
            <a:extLst>
              <a:ext uri="{FF2B5EF4-FFF2-40B4-BE49-F238E27FC236}">
                <a16:creationId xmlns:a16="http://schemas.microsoft.com/office/drawing/2014/main" id="{6B22B372-FF62-1089-5109-3F68E771BF6C}"/>
              </a:ext>
            </a:extLst>
          </p:cNvPr>
          <p:cNvSpPr txBox="1"/>
          <p:nvPr/>
        </p:nvSpPr>
        <p:spPr>
          <a:xfrm>
            <a:off x="1727715" y="5605645"/>
            <a:ext cx="495649" cy="200055"/>
          </a:xfrm>
          <a:prstGeom prst="rect">
            <a:avLst/>
          </a:prstGeom>
          <a:noFill/>
        </p:spPr>
        <p:txBody>
          <a:bodyPr wrap="square" rtlCol="0">
            <a:spAutoFit/>
          </a:bodyPr>
          <a:lstStyle/>
          <a:p>
            <a:r>
              <a:rPr lang="en-US" altLang="ko-KR" sz="700" b="1" dirty="0"/>
              <a:t>Ver_1.0</a:t>
            </a:r>
            <a:endParaRPr lang="ko-KR" altLang="en-US" sz="700" b="1" dirty="0"/>
          </a:p>
        </p:txBody>
      </p:sp>
      <p:sp>
        <p:nvSpPr>
          <p:cNvPr id="14" name="왼쪽 중괄호 34">
            <a:extLst>
              <a:ext uri="{FF2B5EF4-FFF2-40B4-BE49-F238E27FC236}">
                <a16:creationId xmlns:a16="http://schemas.microsoft.com/office/drawing/2014/main" id="{29DBFBAF-AC9B-F958-544F-73D65A7DADF3}"/>
              </a:ext>
            </a:extLst>
          </p:cNvPr>
          <p:cNvSpPr/>
          <p:nvPr/>
        </p:nvSpPr>
        <p:spPr>
          <a:xfrm rot="5400000">
            <a:off x="1845449" y="2947573"/>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3E897115-B646-6D4F-4FD1-ECB3BA34AE15}"/>
              </a:ext>
            </a:extLst>
          </p:cNvPr>
          <p:cNvSpPr/>
          <p:nvPr/>
        </p:nvSpPr>
        <p:spPr>
          <a:xfrm>
            <a:off x="3164528" y="461273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pic>
        <p:nvPicPr>
          <p:cNvPr id="24" name="그림 23">
            <a:extLst>
              <a:ext uri="{FF2B5EF4-FFF2-40B4-BE49-F238E27FC236}">
                <a16:creationId xmlns:a16="http://schemas.microsoft.com/office/drawing/2014/main" id="{FE0F7758-14D5-11D4-A26B-884FB6C71F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9301" y="1511294"/>
            <a:ext cx="2027194" cy="4317527"/>
          </a:xfrm>
          <a:prstGeom prst="rect">
            <a:avLst/>
          </a:prstGeom>
        </p:spPr>
      </p:pic>
      <p:pic>
        <p:nvPicPr>
          <p:cNvPr id="25" name="그림 24">
            <a:extLst>
              <a:ext uri="{FF2B5EF4-FFF2-40B4-BE49-F238E27FC236}">
                <a16:creationId xmlns:a16="http://schemas.microsoft.com/office/drawing/2014/main" id="{63DF4A76-1A2E-2D2B-F3F1-F8DD20C5F0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3579" y="1437003"/>
            <a:ext cx="1774524" cy="3949606"/>
          </a:xfrm>
          <a:prstGeom prst="rect">
            <a:avLst/>
          </a:prstGeom>
        </p:spPr>
      </p:pic>
      <p:pic>
        <p:nvPicPr>
          <p:cNvPr id="27" name="그림 26">
            <a:extLst>
              <a:ext uri="{FF2B5EF4-FFF2-40B4-BE49-F238E27FC236}">
                <a16:creationId xmlns:a16="http://schemas.microsoft.com/office/drawing/2014/main" id="{8EA225B4-2F36-6E9F-E8A0-95380D27F0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20862" y="1454197"/>
            <a:ext cx="2089852" cy="3949606"/>
          </a:xfrm>
          <a:prstGeom prst="rect">
            <a:avLst/>
          </a:prstGeom>
        </p:spPr>
      </p:pic>
      <p:pic>
        <p:nvPicPr>
          <p:cNvPr id="30" name="그림 29" descr="스크린샷, 직사각형, 도표, 화이트이(가) 표시된 사진&#10;&#10;AI가 생성한 콘텐츠는 부정확할 수 있습니다.">
            <a:extLst>
              <a:ext uri="{FF2B5EF4-FFF2-40B4-BE49-F238E27FC236}">
                <a16:creationId xmlns:a16="http://schemas.microsoft.com/office/drawing/2014/main" id="{91E4DE05-74DF-3607-A11C-FE71B09333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9057" y="1511294"/>
            <a:ext cx="2017438" cy="4294406"/>
          </a:xfrm>
          <a:prstGeom prst="rect">
            <a:avLst/>
          </a:prstGeom>
        </p:spPr>
      </p:pic>
      <p:sp>
        <p:nvSpPr>
          <p:cNvPr id="31" name="왼쪽 중괄호 16">
            <a:extLst>
              <a:ext uri="{FF2B5EF4-FFF2-40B4-BE49-F238E27FC236}">
                <a16:creationId xmlns:a16="http://schemas.microsoft.com/office/drawing/2014/main" id="{85E49E93-C57E-2596-68AD-07CF1552C649}"/>
              </a:ext>
            </a:extLst>
          </p:cNvPr>
          <p:cNvSpPr/>
          <p:nvPr/>
        </p:nvSpPr>
        <p:spPr>
          <a:xfrm>
            <a:off x="758040" y="2225267"/>
            <a:ext cx="313624" cy="15624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2" name="왼쪽 중괄호 16">
            <a:extLst>
              <a:ext uri="{FF2B5EF4-FFF2-40B4-BE49-F238E27FC236}">
                <a16:creationId xmlns:a16="http://schemas.microsoft.com/office/drawing/2014/main" id="{E9815BEC-8D29-F353-49AE-DB550326BF65}"/>
              </a:ext>
            </a:extLst>
          </p:cNvPr>
          <p:cNvSpPr/>
          <p:nvPr/>
        </p:nvSpPr>
        <p:spPr>
          <a:xfrm flipH="1">
            <a:off x="2844326" y="3911580"/>
            <a:ext cx="302284" cy="1618593"/>
          </a:xfrm>
          <a:prstGeom prst="leftBrace">
            <a:avLst>
              <a:gd name="adj1" fmla="val 49697"/>
              <a:gd name="adj2" fmla="val 51345"/>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3" name="TextBox 32">
            <a:extLst>
              <a:ext uri="{FF2B5EF4-FFF2-40B4-BE49-F238E27FC236}">
                <a16:creationId xmlns:a16="http://schemas.microsoft.com/office/drawing/2014/main" id="{F012771F-252F-746F-6DFB-C8EE307A0460}"/>
              </a:ext>
            </a:extLst>
          </p:cNvPr>
          <p:cNvSpPr txBox="1"/>
          <p:nvPr/>
        </p:nvSpPr>
        <p:spPr>
          <a:xfrm>
            <a:off x="-21225" y="2868009"/>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
        <p:nvSpPr>
          <p:cNvPr id="34" name="TextBox 33">
            <a:extLst>
              <a:ext uri="{FF2B5EF4-FFF2-40B4-BE49-F238E27FC236}">
                <a16:creationId xmlns:a16="http://schemas.microsoft.com/office/drawing/2014/main" id="{E17AA6A9-B0DA-C732-340B-6D1C12E02E23}"/>
              </a:ext>
            </a:extLst>
          </p:cNvPr>
          <p:cNvSpPr txBox="1"/>
          <p:nvPr/>
        </p:nvSpPr>
        <p:spPr>
          <a:xfrm>
            <a:off x="3310880" y="4582375"/>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
        <p:nvSpPr>
          <p:cNvPr id="38" name="타원 37">
            <a:extLst>
              <a:ext uri="{FF2B5EF4-FFF2-40B4-BE49-F238E27FC236}">
                <a16:creationId xmlns:a16="http://schemas.microsoft.com/office/drawing/2014/main" id="{18AABD06-E208-D130-EA9D-DC07F6879EA7}"/>
              </a:ext>
            </a:extLst>
          </p:cNvPr>
          <p:cNvSpPr/>
          <p:nvPr/>
        </p:nvSpPr>
        <p:spPr>
          <a:xfrm>
            <a:off x="5712724" y="132886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sp>
        <p:nvSpPr>
          <p:cNvPr id="40" name="타원 39">
            <a:extLst>
              <a:ext uri="{FF2B5EF4-FFF2-40B4-BE49-F238E27FC236}">
                <a16:creationId xmlns:a16="http://schemas.microsoft.com/office/drawing/2014/main" id="{E1866976-75A1-1DC7-01F2-8D98BC96D973}"/>
              </a:ext>
            </a:extLst>
          </p:cNvPr>
          <p:cNvSpPr/>
          <p:nvPr/>
        </p:nvSpPr>
        <p:spPr>
          <a:xfrm>
            <a:off x="3822235" y="13288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p>
        </p:txBody>
      </p:sp>
      <p:sp>
        <p:nvSpPr>
          <p:cNvPr id="5" name="TextBox 4">
            <a:extLst>
              <a:ext uri="{FF2B5EF4-FFF2-40B4-BE49-F238E27FC236}">
                <a16:creationId xmlns:a16="http://schemas.microsoft.com/office/drawing/2014/main" id="{90630AF7-927A-B421-37C0-DA36C5269460}"/>
              </a:ext>
            </a:extLst>
          </p:cNvPr>
          <p:cNvSpPr txBox="1"/>
          <p:nvPr/>
        </p:nvSpPr>
        <p:spPr>
          <a:xfrm>
            <a:off x="3781700" y="1105935"/>
            <a:ext cx="1188010" cy="276999"/>
          </a:xfrm>
          <a:prstGeom prst="rect">
            <a:avLst/>
          </a:prstGeom>
          <a:noFill/>
        </p:spPr>
        <p:txBody>
          <a:bodyPr wrap="square" rtlCol="0">
            <a:spAutoFit/>
          </a:bodyPr>
          <a:lstStyle/>
          <a:p>
            <a:r>
              <a:rPr kumimoji="1" lang="en-US" altLang="ko-KR" sz="1200" dirty="0"/>
              <a:t>Camera page</a:t>
            </a:r>
            <a:endParaRPr kumimoji="1" lang="ko-KR" altLang="en-US" sz="1200" dirty="0"/>
          </a:p>
        </p:txBody>
      </p:sp>
      <p:sp>
        <p:nvSpPr>
          <p:cNvPr id="7" name="TextBox 6">
            <a:extLst>
              <a:ext uri="{FF2B5EF4-FFF2-40B4-BE49-F238E27FC236}">
                <a16:creationId xmlns:a16="http://schemas.microsoft.com/office/drawing/2014/main" id="{91345FB5-89BC-2113-0999-A05E41B457E4}"/>
              </a:ext>
            </a:extLst>
          </p:cNvPr>
          <p:cNvSpPr txBox="1"/>
          <p:nvPr/>
        </p:nvSpPr>
        <p:spPr>
          <a:xfrm>
            <a:off x="5616540" y="1105935"/>
            <a:ext cx="1188010" cy="276999"/>
          </a:xfrm>
          <a:prstGeom prst="rect">
            <a:avLst/>
          </a:prstGeom>
          <a:noFill/>
        </p:spPr>
        <p:txBody>
          <a:bodyPr wrap="square" rtlCol="0">
            <a:spAutoFit/>
          </a:bodyPr>
          <a:lstStyle/>
          <a:p>
            <a:r>
              <a:rPr kumimoji="1" lang="en-US" altLang="ko-KR" sz="1200" dirty="0"/>
              <a:t>Gallery page</a:t>
            </a:r>
            <a:endParaRPr kumimoji="1" lang="ko-KR" altLang="en-US" sz="1200" dirty="0"/>
          </a:p>
        </p:txBody>
      </p:sp>
      <p:sp>
        <p:nvSpPr>
          <p:cNvPr id="9" name="타원 8">
            <a:extLst>
              <a:ext uri="{FF2B5EF4-FFF2-40B4-BE49-F238E27FC236}">
                <a16:creationId xmlns:a16="http://schemas.microsoft.com/office/drawing/2014/main" id="{C543FC5B-D4DB-9B13-1762-5C26CA8C773B}"/>
              </a:ext>
            </a:extLst>
          </p:cNvPr>
          <p:cNvSpPr/>
          <p:nvPr/>
        </p:nvSpPr>
        <p:spPr>
          <a:xfrm>
            <a:off x="1619578" y="166167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852437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4E4BA-A450-6D4A-A00B-9531957FBF02}"/>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2D7718E2-C96E-72F3-4E02-68A24004C621}"/>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2974E29C-5333-49AA-5E24-701AFB31E4A1}"/>
              </a:ext>
            </a:extLst>
          </p:cNvPr>
          <p:cNvSpPr>
            <a:spLocks noGrp="1"/>
          </p:cNvSpPr>
          <p:nvPr>
            <p:ph type="body" sz="quarter" idx="13"/>
          </p:nvPr>
        </p:nvSpPr>
        <p:spPr/>
        <p:txBody>
          <a:bodyPr/>
          <a:lstStyle/>
          <a:p>
            <a:r>
              <a:rPr lang="ko-KR" altLang="en-US" dirty="0"/>
              <a:t>키오스크</a:t>
            </a:r>
          </a:p>
        </p:txBody>
      </p:sp>
      <p:sp>
        <p:nvSpPr>
          <p:cNvPr id="6" name="텍스트 개체 틀 5">
            <a:extLst>
              <a:ext uri="{FF2B5EF4-FFF2-40B4-BE49-F238E27FC236}">
                <a16:creationId xmlns:a16="http://schemas.microsoft.com/office/drawing/2014/main" id="{C9B8FC8E-E02C-89D4-FAEA-8EDFC90DACCB}"/>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4E7AF0A2-AD6E-975B-66BE-1188C39B0B47}"/>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66144997-4AD1-B673-F23E-47370797E5F1}"/>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BA41B1E5-9C82-7B66-5259-A0317644964A}"/>
              </a:ext>
            </a:extLst>
          </p:cNvPr>
          <p:cNvGraphicFramePr>
            <a:graphicFrameLocks noGrp="1"/>
          </p:cNvGraphicFramePr>
          <p:nvPr/>
        </p:nvGraphicFramePr>
        <p:xfrm>
          <a:off x="8284029" y="755896"/>
          <a:ext cx="3750647" cy="2897440"/>
        </p:xfrm>
        <a:graphic>
          <a:graphicData uri="http://schemas.openxmlformats.org/drawingml/2006/table">
            <a:tbl>
              <a:tblPr firstRow="1" bandRow="1">
                <a:tableStyleId>{5C22544A-7EE6-4342-B048-85BDC9FD1C3A}</a:tableStyleId>
              </a:tblPr>
              <a:tblGrid>
                <a:gridCol w="470706">
                  <a:extLst>
                    <a:ext uri="{9D8B030D-6E8A-4147-A177-3AD203B41FA5}">
                      <a16:colId xmlns:a16="http://schemas.microsoft.com/office/drawing/2014/main" val="3530039664"/>
                    </a:ext>
                  </a:extLst>
                </a:gridCol>
                <a:gridCol w="3279941">
                  <a:extLst>
                    <a:ext uri="{9D8B030D-6E8A-4147-A177-3AD203B41FA5}">
                      <a16:colId xmlns:a16="http://schemas.microsoft.com/office/drawing/2014/main" val="2911310704"/>
                    </a:ext>
                  </a:extLst>
                </a:gridCol>
              </a:tblGrid>
              <a:tr h="66322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lang="ko-KR" altLang="en-US" sz="1000" b="1" spc="0" baseline="0" dirty="0">
                          <a:solidFill>
                            <a:schemeClr val="tx1"/>
                          </a:solidFill>
                          <a:latin typeface="나눔고딕" panose="020D0604000000000000" pitchFamily="50" charset="-127"/>
                          <a:ea typeface="나눔고딕" panose="020D0604000000000000" pitchFamily="50" charset="-127"/>
                        </a:rPr>
                        <a:t>키오스크</a:t>
                      </a:r>
                      <a:endParaRPr kumimoji="0" lang="en-US" altLang="ko-KR" sz="10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86884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100" b="1" spc="0" baseline="0" dirty="0">
                          <a:solidFill>
                            <a:schemeClr val="tx1"/>
                          </a:solidFill>
                          <a:latin typeface="나눔고딕" panose="020D0604000000000000" pitchFamily="50" charset="-127"/>
                          <a:ea typeface="나눔고딕" panose="020D0604000000000000" pitchFamily="50" charset="-127"/>
                        </a:rPr>
                        <a:t>키오스크 영상 버튼</a:t>
                      </a:r>
                      <a:r>
                        <a:rPr lang="en-US" altLang="ko-KR" sz="1100" b="1" spc="0" baseline="0" dirty="0">
                          <a:solidFill>
                            <a:schemeClr val="tx1"/>
                          </a:solidFill>
                          <a:latin typeface="나눔고딕" panose="020D0604000000000000" pitchFamily="50" charset="-127"/>
                          <a:ea typeface="나눔고딕" panose="020D0604000000000000" pitchFamily="50" charset="-127"/>
                        </a:rPr>
                        <a:t>.</a:t>
                      </a:r>
                      <a:r>
                        <a:rPr lang="ko-KR" altLang="en-US" sz="1100" b="1" spc="0" baseline="0" dirty="0">
                          <a:solidFill>
                            <a:schemeClr val="tx1"/>
                          </a:solidFill>
                          <a:latin typeface="나눔고딕" panose="020D0604000000000000" pitchFamily="50" charset="-127"/>
                          <a:ea typeface="나눔고딕" panose="020D0604000000000000" pitchFamily="50" charset="-127"/>
                        </a:rPr>
                        <a:t> </a:t>
                      </a:r>
                      <a:r>
                        <a:rPr lang="en-US" altLang="ko-KR" sz="1100" b="1" spc="0" baseline="0" dirty="0">
                          <a:solidFill>
                            <a:schemeClr val="tx1"/>
                          </a:solidFill>
                          <a:latin typeface="나눔고딕" panose="020D0604000000000000" pitchFamily="50" charset="-127"/>
                          <a:ea typeface="나눔고딕" panose="020D0604000000000000" pitchFamily="50" charset="-127"/>
                        </a:rPr>
                        <a:t>Button</a:t>
                      </a:r>
                    </a:p>
                    <a:p>
                      <a:pPr>
                        <a:lnSpc>
                          <a:spcPct val="100000"/>
                        </a:lnSpc>
                      </a:pPr>
                      <a:r>
                        <a:rPr lang="en-US" altLang="ko-KR" sz="11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카테고리 별 키오스크 영상 설명 이동</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86884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홈 버튼</a:t>
                      </a:r>
                      <a:r>
                        <a:rPr lang="en-US" altLang="ko-KR" sz="1000" b="1" spc="0" baseline="0" dirty="0">
                          <a:solidFill>
                            <a:schemeClr val="tx1"/>
                          </a:solidFill>
                          <a:latin typeface="나눔고딕" panose="020D0604000000000000" pitchFamily="50" charset="-127"/>
                          <a:ea typeface="나눔고딕" panose="020D0604000000000000" pitchFamily="50" charset="-127"/>
                        </a:rPr>
                        <a:t>. Button</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메인 화면으로 가는 버튼 </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198802"/>
                  </a:ext>
                </a:extLst>
              </a:tr>
              <a:tr h="496526">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31" name="직사각형 30">
            <a:extLst>
              <a:ext uri="{FF2B5EF4-FFF2-40B4-BE49-F238E27FC236}">
                <a16:creationId xmlns:a16="http://schemas.microsoft.com/office/drawing/2014/main" id="{A2E85116-C3DF-A8E5-2889-6CD36422649D}"/>
              </a:ext>
            </a:extLst>
          </p:cNvPr>
          <p:cNvSpPr/>
          <p:nvPr/>
        </p:nvSpPr>
        <p:spPr>
          <a:xfrm>
            <a:off x="1514118" y="1391552"/>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TextBox 31">
            <a:extLst>
              <a:ext uri="{FF2B5EF4-FFF2-40B4-BE49-F238E27FC236}">
                <a16:creationId xmlns:a16="http://schemas.microsoft.com/office/drawing/2014/main" id="{D745F1AE-4BDB-1EF2-33E0-9E6C82251D3A}"/>
              </a:ext>
            </a:extLst>
          </p:cNvPr>
          <p:cNvSpPr txBox="1"/>
          <p:nvPr/>
        </p:nvSpPr>
        <p:spPr>
          <a:xfrm>
            <a:off x="1588021" y="1071040"/>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키오스크 영상</a:t>
            </a:r>
          </a:p>
        </p:txBody>
      </p:sp>
      <p:sp>
        <p:nvSpPr>
          <p:cNvPr id="33" name="타원 32">
            <a:extLst>
              <a:ext uri="{FF2B5EF4-FFF2-40B4-BE49-F238E27FC236}">
                <a16:creationId xmlns:a16="http://schemas.microsoft.com/office/drawing/2014/main" id="{1FC074BE-AA4F-24F6-0F71-5F2954DCBB1C}"/>
              </a:ext>
            </a:extLst>
          </p:cNvPr>
          <p:cNvSpPr/>
          <p:nvPr/>
        </p:nvSpPr>
        <p:spPr>
          <a:xfrm>
            <a:off x="1082534" y="369551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4" name="TextBox 33">
            <a:extLst>
              <a:ext uri="{FF2B5EF4-FFF2-40B4-BE49-F238E27FC236}">
                <a16:creationId xmlns:a16="http://schemas.microsoft.com/office/drawing/2014/main" id="{F3AFF46D-DC31-AA8A-7C50-504C1A88F663}"/>
              </a:ext>
            </a:extLst>
          </p:cNvPr>
          <p:cNvSpPr txBox="1"/>
          <p:nvPr/>
        </p:nvSpPr>
        <p:spPr>
          <a:xfrm>
            <a:off x="2260568" y="5485903"/>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326D9B26-38C8-8168-DDE7-42AF66BEEBE2}"/>
              </a:ext>
            </a:extLst>
          </p:cNvPr>
          <p:cNvSpPr/>
          <p:nvPr/>
        </p:nvSpPr>
        <p:spPr>
          <a:xfrm rot="5400000">
            <a:off x="2378302" y="2827831"/>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36" name="그림 35">
            <a:extLst>
              <a:ext uri="{FF2B5EF4-FFF2-40B4-BE49-F238E27FC236}">
                <a16:creationId xmlns:a16="http://schemas.microsoft.com/office/drawing/2014/main" id="{2616A3E1-08C7-3B71-C5B8-DBF23F6502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2154" y="1391552"/>
            <a:ext cx="2027194" cy="4317527"/>
          </a:xfrm>
          <a:prstGeom prst="rect">
            <a:avLst/>
          </a:prstGeom>
        </p:spPr>
      </p:pic>
      <p:pic>
        <p:nvPicPr>
          <p:cNvPr id="37" name="그림 36" descr="텍스트, 인간의 얼굴, 스크린샷, 웹사이트이(가) 표시된 사진&#10;&#10;AI가 생성한 콘텐츠는 부정확할 수 있습니다.">
            <a:extLst>
              <a:ext uri="{FF2B5EF4-FFF2-40B4-BE49-F238E27FC236}">
                <a16:creationId xmlns:a16="http://schemas.microsoft.com/office/drawing/2014/main" id="{D7A097CD-0279-371E-1550-08EFB94AE9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9629" y="1391551"/>
            <a:ext cx="2027170" cy="4511929"/>
          </a:xfrm>
          <a:prstGeom prst="rect">
            <a:avLst/>
          </a:prstGeom>
        </p:spPr>
      </p:pic>
      <p:sp>
        <p:nvSpPr>
          <p:cNvPr id="38" name="타원 37">
            <a:extLst>
              <a:ext uri="{FF2B5EF4-FFF2-40B4-BE49-F238E27FC236}">
                <a16:creationId xmlns:a16="http://schemas.microsoft.com/office/drawing/2014/main" id="{6FBFF0F8-593C-C52F-DE5A-756189B19517}"/>
              </a:ext>
            </a:extLst>
          </p:cNvPr>
          <p:cNvSpPr/>
          <p:nvPr/>
        </p:nvSpPr>
        <p:spPr>
          <a:xfrm>
            <a:off x="4661492" y="128341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pic>
        <p:nvPicPr>
          <p:cNvPr id="39" name="그림 38" descr="텍스트, 스크린샷, 폰트, 화이트이(가) 표시된 사진&#10;&#10;AI가 생성한 콘텐츠는 부정확할 수 있습니다.">
            <a:extLst>
              <a:ext uri="{FF2B5EF4-FFF2-40B4-BE49-F238E27FC236}">
                <a16:creationId xmlns:a16="http://schemas.microsoft.com/office/drawing/2014/main" id="{97273CD7-4938-15FB-185B-C0F7A0B709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12395" y="1391550"/>
            <a:ext cx="2016954" cy="4294408"/>
          </a:xfrm>
          <a:prstGeom prst="rect">
            <a:avLst/>
          </a:prstGeom>
        </p:spPr>
      </p:pic>
      <p:sp>
        <p:nvSpPr>
          <p:cNvPr id="40" name="왼쪽 중괄호 16">
            <a:extLst>
              <a:ext uri="{FF2B5EF4-FFF2-40B4-BE49-F238E27FC236}">
                <a16:creationId xmlns:a16="http://schemas.microsoft.com/office/drawing/2014/main" id="{90F2E854-A8D3-BA8D-11DB-10F8A295064F}"/>
              </a:ext>
            </a:extLst>
          </p:cNvPr>
          <p:cNvSpPr/>
          <p:nvPr/>
        </p:nvSpPr>
        <p:spPr>
          <a:xfrm>
            <a:off x="1310937" y="2105526"/>
            <a:ext cx="313624" cy="3380378"/>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1" name="TextBox 40">
            <a:extLst>
              <a:ext uri="{FF2B5EF4-FFF2-40B4-BE49-F238E27FC236}">
                <a16:creationId xmlns:a16="http://schemas.microsoft.com/office/drawing/2014/main" id="{C8822026-B2A0-7B9E-7E7F-02A8F659755C}"/>
              </a:ext>
            </a:extLst>
          </p:cNvPr>
          <p:cNvSpPr txBox="1"/>
          <p:nvPr/>
        </p:nvSpPr>
        <p:spPr>
          <a:xfrm>
            <a:off x="4595204" y="1055650"/>
            <a:ext cx="1188010" cy="276999"/>
          </a:xfrm>
          <a:prstGeom prst="rect">
            <a:avLst/>
          </a:prstGeom>
          <a:noFill/>
        </p:spPr>
        <p:txBody>
          <a:bodyPr wrap="square" rtlCol="0">
            <a:spAutoFit/>
          </a:bodyPr>
          <a:lstStyle/>
          <a:p>
            <a:r>
              <a:rPr kumimoji="1" lang="en-US" altLang="ko-KR" sz="1200" dirty="0"/>
              <a:t>Kiosk page</a:t>
            </a:r>
            <a:endParaRPr kumimoji="1" lang="ko-KR" altLang="en-US" sz="1200" dirty="0"/>
          </a:p>
        </p:txBody>
      </p:sp>
      <p:sp>
        <p:nvSpPr>
          <p:cNvPr id="42" name="TextBox 41">
            <a:extLst>
              <a:ext uri="{FF2B5EF4-FFF2-40B4-BE49-F238E27FC236}">
                <a16:creationId xmlns:a16="http://schemas.microsoft.com/office/drawing/2014/main" id="{4A973613-4F2E-6D06-4E6B-222FD7E04FDF}"/>
              </a:ext>
            </a:extLst>
          </p:cNvPr>
          <p:cNvSpPr txBox="1"/>
          <p:nvPr/>
        </p:nvSpPr>
        <p:spPr>
          <a:xfrm>
            <a:off x="488529" y="3653338"/>
            <a:ext cx="1188010" cy="276999"/>
          </a:xfrm>
          <a:prstGeom prst="rect">
            <a:avLst/>
          </a:prstGeom>
          <a:noFill/>
        </p:spPr>
        <p:txBody>
          <a:bodyPr wrap="square" rtlCol="0">
            <a:spAutoFit/>
          </a:bodyPr>
          <a:lstStyle/>
          <a:p>
            <a:r>
              <a:rPr kumimoji="1" lang="en-US" altLang="ko-KR" sz="1200" dirty="0"/>
              <a:t>Button</a:t>
            </a:r>
            <a:endParaRPr kumimoji="1" lang="ko-KR" altLang="en-US" sz="1200" dirty="0"/>
          </a:p>
        </p:txBody>
      </p:sp>
      <p:sp>
        <p:nvSpPr>
          <p:cNvPr id="4" name="타원 3">
            <a:extLst>
              <a:ext uri="{FF2B5EF4-FFF2-40B4-BE49-F238E27FC236}">
                <a16:creationId xmlns:a16="http://schemas.microsoft.com/office/drawing/2014/main" id="{DD8D41FE-8A72-D7D6-2C98-5ED5109034BA}"/>
              </a:ext>
            </a:extLst>
          </p:cNvPr>
          <p:cNvSpPr/>
          <p:nvPr/>
        </p:nvSpPr>
        <p:spPr>
          <a:xfrm>
            <a:off x="2152431" y="154193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sp>
        <p:nvSpPr>
          <p:cNvPr id="5" name="TextBox 4">
            <a:extLst>
              <a:ext uri="{FF2B5EF4-FFF2-40B4-BE49-F238E27FC236}">
                <a16:creationId xmlns:a16="http://schemas.microsoft.com/office/drawing/2014/main" id="{7D15FB87-28CA-CAAD-86BB-C3E6CD087828}"/>
              </a:ext>
            </a:extLst>
          </p:cNvPr>
          <p:cNvSpPr txBox="1"/>
          <p:nvPr/>
        </p:nvSpPr>
        <p:spPr>
          <a:xfrm>
            <a:off x="7409911" y="6483925"/>
            <a:ext cx="844261" cy="230832"/>
          </a:xfrm>
          <a:prstGeom prst="rect">
            <a:avLst/>
          </a:prstGeom>
          <a:noFill/>
        </p:spPr>
        <p:txBody>
          <a:bodyPr wrap="square" rtlCol="0">
            <a:spAutoFit/>
          </a:bodyPr>
          <a:lstStyle/>
          <a:p>
            <a:r>
              <a:rPr kumimoji="1" lang="ko-KR" altLang="en-US" sz="900">
                <a:solidFill>
                  <a:schemeClr val="bg1">
                    <a:lumMod val="65000"/>
                  </a:schemeClr>
                </a:solidFill>
                <a:hlinkClick r:id="rId5" action="ppaction://hlinksldjump">
                  <a:extLst>
                    <a:ext uri="{A12FA001-AC4F-418D-AE19-62706E023703}">
                      <ahyp:hlinkClr xmlns:ahyp="http://schemas.microsoft.com/office/drawing/2018/hyperlinkcolor" val="tx"/>
                    </a:ext>
                  </a:extLst>
                </a:hlinkClick>
              </a:rPr>
              <a:t>메인 이동</a:t>
            </a:r>
            <a:endParaRPr kumimoji="1" lang="ko-KR" altLang="en-US" sz="900" dirty="0">
              <a:solidFill>
                <a:schemeClr val="bg1">
                  <a:lumMod val="65000"/>
                </a:schemeClr>
              </a:solidFill>
            </a:endParaRPr>
          </a:p>
        </p:txBody>
      </p:sp>
    </p:spTree>
    <p:extLst>
      <p:ext uri="{BB962C8B-B14F-4D97-AF65-F5344CB8AC3E}">
        <p14:creationId xmlns:p14="http://schemas.microsoft.com/office/powerpoint/2010/main" val="1550157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그림 25">
            <a:extLst>
              <a:ext uri="{FF2B5EF4-FFF2-40B4-BE49-F238E27FC236}">
                <a16:creationId xmlns:a16="http://schemas.microsoft.com/office/drawing/2014/main" id="{AE8E65BA-F854-71A7-686E-D196862C13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4104" y="1449653"/>
            <a:ext cx="2446712" cy="4860000"/>
          </a:xfrm>
          <a:prstGeom prst="rect">
            <a:avLst/>
          </a:prstGeom>
          <a:ln>
            <a:solidFill>
              <a:schemeClr val="tx1"/>
            </a:solidFill>
          </a:ln>
        </p:spPr>
      </p:pic>
      <p:sp>
        <p:nvSpPr>
          <p:cNvPr id="3" name="제목 2">
            <a:extLst>
              <a:ext uri="{FF2B5EF4-FFF2-40B4-BE49-F238E27FC236}">
                <a16:creationId xmlns:a16="http://schemas.microsoft.com/office/drawing/2014/main" id="{A7FE2A37-A5F2-8010-2A01-84154BC19A2B}"/>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a:xfrm>
            <a:off x="3844424" y="294364"/>
            <a:ext cx="2854325" cy="150813"/>
          </a:xfrm>
        </p:spPr>
        <p:txBody>
          <a:bodyPr/>
          <a:lstStyle/>
          <a:p>
            <a:r>
              <a:rPr lang="ko-KR" altLang="en-US" sz="1000"/>
              <a:t>근처 찾기</a:t>
            </a:r>
            <a:endParaRPr lang="ko-KR" altLang="en-US" sz="1000" dirty="0"/>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4" name="텍스트 개체 틀 3">
            <a:extLst>
              <a:ext uri="{FF2B5EF4-FFF2-40B4-BE49-F238E27FC236}">
                <a16:creationId xmlns:a16="http://schemas.microsoft.com/office/drawing/2014/main" id="{CB241259-D235-6E73-E424-933C3F58CDA7}"/>
              </a:ext>
            </a:extLst>
          </p:cNvPr>
          <p:cNvSpPr>
            <a:spLocks noGrp="1"/>
          </p:cNvSpPr>
          <p:nvPr>
            <p:ph type="body" sz="quarter" idx="16"/>
          </p:nvPr>
        </p:nvSpPr>
        <p:spPr/>
        <p:txBody>
          <a:bodyPr/>
          <a:lstStyle/>
          <a:p>
            <a:pPr algn="ctr"/>
            <a:r>
              <a:rPr lang="ko-KR" altLang="en-US"/>
              <a:t>최은재</a:t>
            </a:r>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2301481704"/>
              </p:ext>
            </p:extLst>
          </p:nvPr>
        </p:nvGraphicFramePr>
        <p:xfrm>
          <a:off x="8275899" y="755897"/>
          <a:ext cx="3761966" cy="1651637"/>
        </p:xfrm>
        <a:graphic>
          <a:graphicData uri="http://schemas.openxmlformats.org/drawingml/2006/table">
            <a:tbl>
              <a:tblPr firstRow="1" bandRow="1">
                <a:tableStyleId>{5C22544A-7EE6-4342-B048-85BDC9FD1C3A}</a:tableStyleId>
              </a:tblPr>
              <a:tblGrid>
                <a:gridCol w="472126">
                  <a:extLst>
                    <a:ext uri="{9D8B030D-6E8A-4147-A177-3AD203B41FA5}">
                      <a16:colId xmlns:a16="http://schemas.microsoft.com/office/drawing/2014/main" val="3530039664"/>
                    </a:ext>
                  </a:extLst>
                </a:gridCol>
                <a:gridCol w="3289840">
                  <a:extLst>
                    <a:ext uri="{9D8B030D-6E8A-4147-A177-3AD203B41FA5}">
                      <a16:colId xmlns:a16="http://schemas.microsoft.com/office/drawing/2014/main" val="2911310704"/>
                    </a:ext>
                  </a:extLst>
                </a:gridCol>
              </a:tblGrid>
              <a:tr h="539986">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근처 찾기의 첫 페이지</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07392">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장소를 </a:t>
                      </a:r>
                      <a:r>
                        <a:rPr lang="en-US" altLang="ko-KR" sz="1000" b="0" spc="0" baseline="0">
                          <a:solidFill>
                            <a:schemeClr val="tx1"/>
                          </a:solidFill>
                          <a:latin typeface="나눔고딕" panose="020D0604000000000000" pitchFamily="50" charset="-127"/>
                          <a:ea typeface="나눔고딕" panose="020D0604000000000000" pitchFamily="50" charset="-127"/>
                        </a:rPr>
                        <a:t>3</a:t>
                      </a:r>
                      <a:r>
                        <a:rPr lang="ko-KR" altLang="en-US" sz="1000" b="0" spc="0" baseline="0">
                          <a:solidFill>
                            <a:schemeClr val="tx1"/>
                          </a:solidFill>
                          <a:latin typeface="나눔고딕" panose="020D0604000000000000" pitchFamily="50" charset="-127"/>
                          <a:ea typeface="나눔고딕" panose="020D0604000000000000" pitchFamily="50" charset="-127"/>
                        </a:rPr>
                        <a:t>가지 항목으로 분류한다</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en-US" altLang="ko-KR" sz="1000">
                          <a:latin typeface="나눔고딕" panose="020D0604000000000000" pitchFamily="50" charset="-127"/>
                          <a:ea typeface="나눔고딕" panose="020D0604000000000000" pitchFamily="50" charset="-127"/>
                        </a:rPr>
                        <a:t>FloatingActionButton</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en-US" altLang="ko-KR" sz="800" b="0" spc="0" baseline="0">
                          <a:solidFill>
                            <a:schemeClr val="tx1"/>
                          </a:solidFill>
                          <a:latin typeface="나눔고딕" panose="020D0604000000000000" pitchFamily="50" charset="-127"/>
                          <a:ea typeface="나눔고딕" panose="020D0604000000000000" pitchFamily="50" charset="-127"/>
                        </a:rPr>
                        <a:t> - </a:t>
                      </a:r>
                      <a:r>
                        <a:rPr lang="ko-KR" altLang="en-US" sz="800" b="0" spc="0" baseline="0">
                          <a:solidFill>
                            <a:schemeClr val="tx1"/>
                          </a:solidFill>
                          <a:latin typeface="나눔고딕" panose="020D0604000000000000" pitchFamily="50" charset="-127"/>
                          <a:ea typeface="나눔고딕" panose="020D0604000000000000" pitchFamily="50" charset="-127"/>
                        </a:rPr>
                        <a:t>병원</a:t>
                      </a:r>
                      <a:r>
                        <a:rPr lang="en-US" altLang="ko-KR" sz="800" b="0" spc="0" baseline="0">
                          <a:solidFill>
                            <a:schemeClr val="tx1"/>
                          </a:solidFill>
                          <a:latin typeface="나눔고딕" panose="020D0604000000000000" pitchFamily="50" charset="-127"/>
                          <a:ea typeface="나눔고딕" panose="020D0604000000000000" pitchFamily="50" charset="-127"/>
                        </a:rPr>
                        <a:t>, </a:t>
                      </a:r>
                      <a:r>
                        <a:rPr lang="ko-KR" altLang="en-US" sz="800" b="0" spc="0" baseline="0">
                          <a:solidFill>
                            <a:schemeClr val="tx1"/>
                          </a:solidFill>
                          <a:latin typeface="나눔고딕" panose="020D0604000000000000" pitchFamily="50" charset="-127"/>
                          <a:ea typeface="나눔고딕" panose="020D0604000000000000" pitchFamily="50" charset="-127"/>
                        </a:rPr>
                        <a:t>경로당</a:t>
                      </a:r>
                      <a:r>
                        <a:rPr lang="en-US" altLang="ko-KR" sz="800" b="0" spc="0" baseline="0">
                          <a:solidFill>
                            <a:schemeClr val="tx1"/>
                          </a:solidFill>
                          <a:latin typeface="나눔고딕" panose="020D0604000000000000" pitchFamily="50" charset="-127"/>
                          <a:ea typeface="나눔고딕" panose="020D0604000000000000" pitchFamily="50" charset="-127"/>
                        </a:rPr>
                        <a:t>, </a:t>
                      </a:r>
                      <a:r>
                        <a:rPr lang="ko-KR" altLang="en-US" sz="800" b="0" spc="0" baseline="0">
                          <a:solidFill>
                            <a:schemeClr val="tx1"/>
                          </a:solidFill>
                          <a:latin typeface="나눔고딕" panose="020D0604000000000000" pitchFamily="50" charset="-127"/>
                          <a:ea typeface="나눔고딕" panose="020D0604000000000000" pitchFamily="50" charset="-127"/>
                        </a:rPr>
                        <a:t>쉼터</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404259">
                <a:tc gridSpan="2">
                  <a:txBody>
                    <a:bodyPr/>
                    <a:lstStyle/>
                    <a:p>
                      <a:pPr algn="ctr" latinLnBrk="1"/>
                      <a:r>
                        <a:rPr lang="ko-KR" altLang="en-US" sz="10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35" name="왼쪽 중괄호 34">
            <a:extLst>
              <a:ext uri="{FF2B5EF4-FFF2-40B4-BE49-F238E27FC236}">
                <a16:creationId xmlns:a16="http://schemas.microsoft.com/office/drawing/2014/main" id="{E58AE4C6-6F33-FB6E-FC28-8923809B7252}"/>
              </a:ext>
            </a:extLst>
          </p:cNvPr>
          <p:cNvSpPr/>
          <p:nvPr/>
        </p:nvSpPr>
        <p:spPr>
          <a:xfrm rot="5400000">
            <a:off x="3867541" y="252603"/>
            <a:ext cx="268141" cy="2249326"/>
          </a:xfrm>
          <a:prstGeom prst="leftBrace">
            <a:avLst>
              <a:gd name="adj1" fmla="val 49697"/>
              <a:gd name="adj2" fmla="val 49097"/>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6" name="타원 15">
            <a:extLst>
              <a:ext uri="{FF2B5EF4-FFF2-40B4-BE49-F238E27FC236}">
                <a16:creationId xmlns:a16="http://schemas.microsoft.com/office/drawing/2014/main" id="{1BD7F0F3-6AB9-2E97-A1D9-E1740BAB0E77}"/>
              </a:ext>
            </a:extLst>
          </p:cNvPr>
          <p:cNvSpPr/>
          <p:nvPr/>
        </p:nvSpPr>
        <p:spPr>
          <a:xfrm>
            <a:off x="3921974" y="96927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 name="Rectangle 1">
            <a:extLst>
              <a:ext uri="{FF2B5EF4-FFF2-40B4-BE49-F238E27FC236}">
                <a16:creationId xmlns:a16="http://schemas.microsoft.com/office/drawing/2014/main" id="{1881C8BB-3941-C390-1B41-08DE623C3A80}"/>
              </a:ext>
            </a:extLst>
          </p:cNvPr>
          <p:cNvSpPr>
            <a:spLocks noChangeArrowheads="1"/>
          </p:cNvSpPr>
          <p:nvPr/>
        </p:nvSpPr>
        <p:spPr bwMode="auto">
          <a:xfrm>
            <a:off x="4174590" y="918713"/>
            <a:ext cx="175768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a:t>FloatingActionButton</a:t>
            </a:r>
            <a:endParaRPr kumimoji="0" lang="ko-KR" altLang="ko-KR" sz="1200" b="0" i="0" u="none" strike="noStrike" cap="none" normalizeH="0" baseline="0">
              <a:ln>
                <a:noFill/>
              </a:ln>
              <a:solidFill>
                <a:schemeClr val="tx1"/>
              </a:solidFill>
              <a:effectLst/>
            </a:endParaRPr>
          </a:p>
        </p:txBody>
      </p:sp>
    </p:spTree>
    <p:extLst>
      <p:ext uri="{BB962C8B-B14F-4D97-AF65-F5344CB8AC3E}">
        <p14:creationId xmlns:p14="http://schemas.microsoft.com/office/powerpoint/2010/main" val="560247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1DBC26B9-9116-73FD-5361-40342771D9C0}"/>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5469C861-4659-50FA-A60F-6798C767E4CE}"/>
              </a:ext>
            </a:extLst>
          </p:cNvPr>
          <p:cNvSpPr>
            <a:spLocks noGrp="1"/>
          </p:cNvSpPr>
          <p:nvPr>
            <p:ph type="body" sz="quarter" idx="13"/>
          </p:nvPr>
        </p:nvSpPr>
        <p:spPr>
          <a:xfrm>
            <a:off x="3844424" y="294364"/>
            <a:ext cx="2854325" cy="150813"/>
          </a:xfrm>
        </p:spPr>
        <p:txBody>
          <a:bodyPr/>
          <a:lstStyle/>
          <a:p>
            <a:r>
              <a:rPr lang="ko-KR" altLang="en-US" sz="1000"/>
              <a:t>근처 찾기 </a:t>
            </a:r>
            <a:r>
              <a:rPr lang="en-US" altLang="ko-KR" sz="1000"/>
              <a:t>- </a:t>
            </a:r>
            <a:r>
              <a:rPr lang="ko-KR" altLang="en-US" sz="1000"/>
              <a:t>병원 버튼 클릭</a:t>
            </a:r>
          </a:p>
        </p:txBody>
      </p:sp>
      <p:sp>
        <p:nvSpPr>
          <p:cNvPr id="11" name="텍스트 개체 틀 10">
            <a:extLst>
              <a:ext uri="{FF2B5EF4-FFF2-40B4-BE49-F238E27FC236}">
                <a16:creationId xmlns:a16="http://schemas.microsoft.com/office/drawing/2014/main" id="{3FC74AAD-A613-9B94-A9F7-2C3FE1C693EC}"/>
              </a:ext>
            </a:extLst>
          </p:cNvPr>
          <p:cNvSpPr>
            <a:spLocks noGrp="1"/>
          </p:cNvSpPr>
          <p:nvPr>
            <p:ph type="body" sz="quarter" idx="15"/>
          </p:nvPr>
        </p:nvSpPr>
        <p:spPr/>
        <p:txBody>
          <a:bodyPr/>
          <a:lstStyle/>
          <a:p>
            <a:endParaRPr lang="ko-KR" altLang="en-US"/>
          </a:p>
        </p:txBody>
      </p:sp>
      <p:sp>
        <p:nvSpPr>
          <p:cNvPr id="12" name="텍스트 개체 틀 11">
            <a:extLst>
              <a:ext uri="{FF2B5EF4-FFF2-40B4-BE49-F238E27FC236}">
                <a16:creationId xmlns:a16="http://schemas.microsoft.com/office/drawing/2014/main" id="{C5DACFF2-F2FC-9D39-3412-52BD3C4E37F1}"/>
              </a:ext>
            </a:extLst>
          </p:cNvPr>
          <p:cNvSpPr>
            <a:spLocks noGrp="1"/>
          </p:cNvSpPr>
          <p:nvPr>
            <p:ph type="body" sz="quarter" idx="16"/>
          </p:nvPr>
        </p:nvSpPr>
        <p:spPr/>
        <p:txBody>
          <a:bodyPr/>
          <a:lstStyle/>
          <a:p>
            <a:pPr algn="ctr"/>
            <a:r>
              <a:rPr lang="ko-KR" altLang="en-US"/>
              <a:t>최은재</a:t>
            </a:r>
          </a:p>
        </p:txBody>
      </p:sp>
      <p:pic>
        <p:nvPicPr>
          <p:cNvPr id="7" name="그림 6">
            <a:extLst>
              <a:ext uri="{FF2B5EF4-FFF2-40B4-BE49-F238E27FC236}">
                <a16:creationId xmlns:a16="http://schemas.microsoft.com/office/drawing/2014/main" id="{5D1123D9-4CA4-D463-6151-13FB0FCDB0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7878" y="1436496"/>
            <a:ext cx="2446714" cy="4860000"/>
          </a:xfrm>
          <a:prstGeom prst="rect">
            <a:avLst/>
          </a:prstGeom>
          <a:ln>
            <a:solidFill>
              <a:schemeClr val="tx1"/>
            </a:solidFill>
          </a:ln>
        </p:spPr>
      </p:pic>
      <p:graphicFrame>
        <p:nvGraphicFramePr>
          <p:cNvPr id="8" name="표 7">
            <a:extLst>
              <a:ext uri="{FF2B5EF4-FFF2-40B4-BE49-F238E27FC236}">
                <a16:creationId xmlns:a16="http://schemas.microsoft.com/office/drawing/2014/main" id="{74E2E9AD-6834-0887-4B4C-F68F9261542B}"/>
              </a:ext>
            </a:extLst>
          </p:cNvPr>
          <p:cNvGraphicFramePr>
            <a:graphicFrameLocks noGrp="1"/>
          </p:cNvGraphicFramePr>
          <p:nvPr/>
        </p:nvGraphicFramePr>
        <p:xfrm>
          <a:off x="8287473" y="755897"/>
          <a:ext cx="3750391" cy="3483212"/>
        </p:xfrm>
        <a:graphic>
          <a:graphicData uri="http://schemas.openxmlformats.org/drawingml/2006/table">
            <a:tbl>
              <a:tblPr firstRow="1" bandRow="1">
                <a:tableStyleId>{5C22544A-7EE6-4342-B048-85BDC9FD1C3A}</a:tableStyleId>
              </a:tblPr>
              <a:tblGrid>
                <a:gridCol w="470674">
                  <a:extLst>
                    <a:ext uri="{9D8B030D-6E8A-4147-A177-3AD203B41FA5}">
                      <a16:colId xmlns:a16="http://schemas.microsoft.com/office/drawing/2014/main" val="3530039664"/>
                    </a:ext>
                  </a:extLst>
                </a:gridCol>
                <a:gridCol w="3279717">
                  <a:extLst>
                    <a:ext uri="{9D8B030D-6E8A-4147-A177-3AD203B41FA5}">
                      <a16:colId xmlns:a16="http://schemas.microsoft.com/office/drawing/2014/main" val="2911310704"/>
                    </a:ext>
                  </a:extLst>
                </a:gridCol>
              </a:tblGrid>
              <a:tr h="797311">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항목 중 하나를 선택하면　나타나는 페이지</a:t>
                      </a:r>
                      <a:endParaRPr kumimoji="0" lang="en-US" altLang="ko-KR" sz="10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044497">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항목 중 하나 선택했을 때 버튼의 배경색이 변경된다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a:latin typeface="나눔고딕" panose="020D0604000000000000" pitchFamily="50" charset="-127"/>
                          <a:ea typeface="나눔고딕" panose="020D0604000000000000" pitchFamily="50" charset="-127"/>
                        </a:rPr>
                        <a:t>FloatingActionButton</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50000"/>
                        </a:lnSpc>
                        <a:buFont typeface="Arial" panose="020B0604020202020204" pitchFamily="34" charset="0"/>
                        <a:buNone/>
                      </a:pP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예시</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병원 선택 시</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병원 버튼 배경 색상 변경</a:t>
                      </a:r>
                      <a:endPar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1044497">
                <a:tc>
                  <a:txBody>
                    <a:bodyPr/>
                    <a:lstStyle/>
                    <a:p>
                      <a:pPr algn="ctr" latinLnBrk="1">
                        <a:lnSpc>
                          <a:spcPct val="150000"/>
                        </a:lnSpc>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선택한 함목의 장소들을 지도에 나타낸다</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en-US" altLang="ko-KR" sz="1000">
                          <a:latin typeface="나눔고딕" panose="020D0604000000000000" pitchFamily="50" charset="-127"/>
                          <a:ea typeface="나눔고딕" panose="020D0604000000000000" pitchFamily="50" charset="-127"/>
                        </a:rPr>
                        <a:t>MapView</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en-US" altLang="ko-KR" sz="800" b="0" spc="0" baseline="0">
                          <a:solidFill>
                            <a:schemeClr val="tx1"/>
                          </a:solidFill>
                          <a:latin typeface="나눔고딕" panose="020D0604000000000000" pitchFamily="50" charset="-127"/>
                          <a:ea typeface="나눔고딕" panose="020D0604000000000000" pitchFamily="50" charset="-127"/>
                        </a:rPr>
                        <a:t> - </a:t>
                      </a:r>
                      <a:r>
                        <a:rPr lang="ko-KR" altLang="en-US" sz="800" b="0" spc="0" baseline="0">
                          <a:solidFill>
                            <a:schemeClr val="tx1"/>
                          </a:solidFill>
                          <a:latin typeface="나눔고딕" panose="020D0604000000000000" pitchFamily="50" charset="-127"/>
                          <a:ea typeface="나눔고딕" panose="020D0604000000000000" pitchFamily="50" charset="-127"/>
                        </a:rPr>
                        <a:t>지도에 장소들</a:t>
                      </a:r>
                      <a:r>
                        <a:rPr lang="en-US" altLang="ko-KR" sz="800" b="0" spc="0" baseline="0">
                          <a:solidFill>
                            <a:schemeClr val="tx1"/>
                          </a:solidFill>
                          <a:latin typeface="나눔고딕" panose="020D0604000000000000" pitchFamily="50" charset="-127"/>
                          <a:ea typeface="나눔고딕" panose="020D0604000000000000" pitchFamily="50" charset="-127"/>
                        </a:rPr>
                        <a:t>(</a:t>
                      </a:r>
                      <a:r>
                        <a:rPr lang="ko-KR" altLang="en-US" sz="800" b="0" spc="0" baseline="0">
                          <a:solidFill>
                            <a:schemeClr val="tx1"/>
                          </a:solidFill>
                          <a:latin typeface="나눔고딕" panose="020D0604000000000000" pitchFamily="50" charset="-127"/>
                          <a:ea typeface="나눔고딕" panose="020D0604000000000000" pitchFamily="50" charset="-127"/>
                        </a:rPr>
                        <a:t>병원</a:t>
                      </a:r>
                      <a:r>
                        <a:rPr lang="en-US" altLang="ko-KR" sz="800" b="0" spc="0" baseline="0">
                          <a:solidFill>
                            <a:schemeClr val="tx1"/>
                          </a:solidFill>
                          <a:latin typeface="나눔고딕" panose="020D0604000000000000" pitchFamily="50" charset="-127"/>
                          <a:ea typeface="나눔고딕" panose="020D0604000000000000" pitchFamily="50" charset="-127"/>
                        </a:rPr>
                        <a:t>)</a:t>
                      </a:r>
                      <a:r>
                        <a:rPr lang="ko-KR" altLang="en-US" sz="800" b="0" spc="0" baseline="0">
                          <a:solidFill>
                            <a:schemeClr val="tx1"/>
                          </a:solidFill>
                          <a:latin typeface="나눔고딕" panose="020D0604000000000000" pitchFamily="50" charset="-127"/>
                          <a:ea typeface="나눔고딕" panose="020D0604000000000000" pitchFamily="50" charset="-127"/>
                        </a:rPr>
                        <a:t>이 핀으로 나타남</a:t>
                      </a:r>
                      <a:endParaRPr lang="en-US" altLang="ko-KR" sz="800" b="0" spc="0" baseline="0">
                        <a:solidFill>
                          <a:schemeClr val="tx1"/>
                        </a:solidFill>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23900026"/>
                  </a:ext>
                </a:extLst>
              </a:tr>
              <a:tr h="596907">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9" name="왼쪽 중괄호 8">
            <a:extLst>
              <a:ext uri="{FF2B5EF4-FFF2-40B4-BE49-F238E27FC236}">
                <a16:creationId xmlns:a16="http://schemas.microsoft.com/office/drawing/2014/main" id="{DD51DC3C-4BA0-8F9F-29D4-FFC9BC6B55CB}"/>
              </a:ext>
            </a:extLst>
          </p:cNvPr>
          <p:cNvSpPr/>
          <p:nvPr/>
        </p:nvSpPr>
        <p:spPr>
          <a:xfrm rot="10800000">
            <a:off x="5219863" y="2123005"/>
            <a:ext cx="216274" cy="378008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C64866E1-05D9-02F9-4EBC-28839E8C9778}"/>
              </a:ext>
            </a:extLst>
          </p:cNvPr>
          <p:cNvSpPr/>
          <p:nvPr/>
        </p:nvSpPr>
        <p:spPr>
          <a:xfrm>
            <a:off x="5541921" y="389676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4" name="왼쪽 중괄호 3">
            <a:extLst>
              <a:ext uri="{FF2B5EF4-FFF2-40B4-BE49-F238E27FC236}">
                <a16:creationId xmlns:a16="http://schemas.microsoft.com/office/drawing/2014/main" id="{12FF14F0-1475-4C4B-B879-572003A12579}"/>
              </a:ext>
            </a:extLst>
          </p:cNvPr>
          <p:cNvSpPr/>
          <p:nvPr/>
        </p:nvSpPr>
        <p:spPr>
          <a:xfrm rot="5400000">
            <a:off x="3786558" y="155312"/>
            <a:ext cx="259644" cy="2279240"/>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5" name="타원 4">
            <a:extLst>
              <a:ext uri="{FF2B5EF4-FFF2-40B4-BE49-F238E27FC236}">
                <a16:creationId xmlns:a16="http://schemas.microsoft.com/office/drawing/2014/main" id="{124EBC6B-194A-F708-91D5-FF00B3371BCF}"/>
              </a:ext>
            </a:extLst>
          </p:cNvPr>
          <p:cNvSpPr/>
          <p:nvPr/>
        </p:nvSpPr>
        <p:spPr>
          <a:xfrm>
            <a:off x="3819818" y="90793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3" name="Rectangle 1">
            <a:extLst>
              <a:ext uri="{FF2B5EF4-FFF2-40B4-BE49-F238E27FC236}">
                <a16:creationId xmlns:a16="http://schemas.microsoft.com/office/drawing/2014/main" id="{28197B45-338B-17C8-5B21-8B15A0EE01C5}"/>
              </a:ext>
            </a:extLst>
          </p:cNvPr>
          <p:cNvSpPr>
            <a:spLocks noChangeArrowheads="1"/>
          </p:cNvSpPr>
          <p:nvPr/>
        </p:nvSpPr>
        <p:spPr bwMode="auto">
          <a:xfrm>
            <a:off x="4056739" y="858861"/>
            <a:ext cx="175768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200" b="0" i="0" u="none" strike="noStrike" cap="none" normalizeH="0" baseline="0">
              <a:ln>
                <a:noFill/>
              </a:ln>
              <a:solidFill>
                <a:schemeClr val="tx1"/>
              </a:solidFill>
              <a:effectLst/>
            </a:endParaRPr>
          </a:p>
        </p:txBody>
      </p:sp>
      <p:sp>
        <p:nvSpPr>
          <p:cNvPr id="14" name="TextBox 13">
            <a:extLst>
              <a:ext uri="{FF2B5EF4-FFF2-40B4-BE49-F238E27FC236}">
                <a16:creationId xmlns:a16="http://schemas.microsoft.com/office/drawing/2014/main" id="{BB1A7100-A07B-9680-82AA-BAEBF15D33F5}"/>
              </a:ext>
            </a:extLst>
          </p:cNvPr>
          <p:cNvSpPr txBox="1"/>
          <p:nvPr/>
        </p:nvSpPr>
        <p:spPr>
          <a:xfrm>
            <a:off x="5772801" y="3866403"/>
            <a:ext cx="1292860" cy="276999"/>
          </a:xfrm>
          <a:prstGeom prst="rect">
            <a:avLst/>
          </a:prstGeom>
          <a:noFill/>
        </p:spPr>
        <p:txBody>
          <a:bodyPr wrap="square" rtlCol="0">
            <a:spAutoFit/>
          </a:bodyPr>
          <a:lstStyle/>
          <a:p>
            <a:r>
              <a:rPr lang="en-US" altLang="ko-KR" sz="1200"/>
              <a:t>MapView</a:t>
            </a:r>
            <a:endParaRPr lang="ko-KR" altLang="en-US" sz="1200"/>
          </a:p>
        </p:txBody>
      </p:sp>
      <p:sp>
        <p:nvSpPr>
          <p:cNvPr id="15" name="Rectangle 1">
            <a:extLst>
              <a:ext uri="{FF2B5EF4-FFF2-40B4-BE49-F238E27FC236}">
                <a16:creationId xmlns:a16="http://schemas.microsoft.com/office/drawing/2014/main" id="{B8679D88-0620-B1B0-33FC-0D84F9730822}"/>
              </a:ext>
            </a:extLst>
          </p:cNvPr>
          <p:cNvSpPr>
            <a:spLocks noChangeArrowheads="1"/>
          </p:cNvSpPr>
          <p:nvPr/>
        </p:nvSpPr>
        <p:spPr bwMode="auto">
          <a:xfrm>
            <a:off x="4209139" y="1011261"/>
            <a:ext cx="175768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a:t>FloatingActionButton</a:t>
            </a:r>
            <a:endParaRPr kumimoji="0" lang="ko-KR" altLang="ko-KR" sz="1200" b="0" i="0" u="none" strike="noStrike" cap="none" normalizeH="0" baseline="0">
              <a:ln>
                <a:noFill/>
              </a:ln>
              <a:solidFill>
                <a:schemeClr val="tx1"/>
              </a:solidFill>
              <a:effectLst/>
            </a:endParaRPr>
          </a:p>
        </p:txBody>
      </p:sp>
    </p:spTree>
    <p:extLst>
      <p:ext uri="{BB962C8B-B14F-4D97-AF65-F5344CB8AC3E}">
        <p14:creationId xmlns:p14="http://schemas.microsoft.com/office/powerpoint/2010/main" val="27380989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그림 12">
            <a:extLst>
              <a:ext uri="{FF2B5EF4-FFF2-40B4-BE49-F238E27FC236}">
                <a16:creationId xmlns:a16="http://schemas.microsoft.com/office/drawing/2014/main" id="{BD8B075A-D03A-F858-181C-ACA1F16CE4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8151" y="971284"/>
            <a:ext cx="2506303" cy="4978367"/>
          </a:xfrm>
          <a:prstGeom prst="rect">
            <a:avLst/>
          </a:prstGeom>
          <a:ln>
            <a:solidFill>
              <a:schemeClr val="tx1"/>
            </a:solidFill>
          </a:ln>
        </p:spPr>
      </p:pic>
      <p:sp>
        <p:nvSpPr>
          <p:cNvPr id="6" name="제목 5">
            <a:extLst>
              <a:ext uri="{FF2B5EF4-FFF2-40B4-BE49-F238E27FC236}">
                <a16:creationId xmlns:a16="http://schemas.microsoft.com/office/drawing/2014/main" id="{BB541B84-1F53-4C2D-4EC7-9F5669589176}"/>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7E7E07DC-70CB-1817-25C2-3CC7DE795CA3}"/>
              </a:ext>
            </a:extLst>
          </p:cNvPr>
          <p:cNvSpPr>
            <a:spLocks noGrp="1"/>
          </p:cNvSpPr>
          <p:nvPr>
            <p:ph type="body" sz="quarter" idx="13"/>
          </p:nvPr>
        </p:nvSpPr>
        <p:spPr>
          <a:xfrm>
            <a:off x="3844424" y="294364"/>
            <a:ext cx="2854325" cy="150813"/>
          </a:xfrm>
        </p:spPr>
        <p:txBody>
          <a:bodyPr/>
          <a:lstStyle/>
          <a:p>
            <a:r>
              <a:rPr lang="ko-KR" altLang="en-US" sz="1000"/>
              <a:t>병원 찾기 </a:t>
            </a:r>
            <a:r>
              <a:rPr lang="en-US" altLang="ko-KR" sz="1000"/>
              <a:t>- </a:t>
            </a:r>
            <a:r>
              <a:rPr lang="ko-KR" altLang="en-US" sz="1000"/>
              <a:t>장소 선택</a:t>
            </a:r>
          </a:p>
        </p:txBody>
      </p:sp>
      <p:sp>
        <p:nvSpPr>
          <p:cNvPr id="7" name="텍스트 개체 틀 6">
            <a:extLst>
              <a:ext uri="{FF2B5EF4-FFF2-40B4-BE49-F238E27FC236}">
                <a16:creationId xmlns:a16="http://schemas.microsoft.com/office/drawing/2014/main" id="{E44DDFF9-8C3E-929A-E89B-85F0D6B575D1}"/>
              </a:ext>
            </a:extLst>
          </p:cNvPr>
          <p:cNvSpPr>
            <a:spLocks noGrp="1"/>
          </p:cNvSpPr>
          <p:nvPr>
            <p:ph type="body" sz="quarter" idx="15"/>
          </p:nvPr>
        </p:nvSpPr>
        <p:spPr/>
        <p:txBody>
          <a:bodyPr/>
          <a:lstStyle/>
          <a:p>
            <a:endParaRPr lang="ko-KR" altLang="en-US"/>
          </a:p>
        </p:txBody>
      </p:sp>
      <p:graphicFrame>
        <p:nvGraphicFramePr>
          <p:cNvPr id="14" name="표 13">
            <a:extLst>
              <a:ext uri="{FF2B5EF4-FFF2-40B4-BE49-F238E27FC236}">
                <a16:creationId xmlns:a16="http://schemas.microsoft.com/office/drawing/2014/main" id="{A4030592-9EFF-E201-F4CE-313888397D76}"/>
              </a:ext>
            </a:extLst>
          </p:cNvPr>
          <p:cNvGraphicFramePr>
            <a:graphicFrameLocks noGrp="1"/>
          </p:cNvGraphicFramePr>
          <p:nvPr/>
        </p:nvGraphicFramePr>
        <p:xfrm>
          <a:off x="8299048" y="755897"/>
          <a:ext cx="3744000" cy="4825474"/>
        </p:xfrm>
        <a:graphic>
          <a:graphicData uri="http://schemas.openxmlformats.org/drawingml/2006/table">
            <a:tbl>
              <a:tblPr firstRow="1" bandRow="1">
                <a:tableStyleId>{5C22544A-7EE6-4342-B048-85BDC9FD1C3A}</a:tableStyleId>
              </a:tblPr>
              <a:tblGrid>
                <a:gridCol w="469872">
                  <a:extLst>
                    <a:ext uri="{9D8B030D-6E8A-4147-A177-3AD203B41FA5}">
                      <a16:colId xmlns:a16="http://schemas.microsoft.com/office/drawing/2014/main" val="3530039664"/>
                    </a:ext>
                  </a:extLst>
                </a:gridCol>
                <a:gridCol w="3274128">
                  <a:extLst>
                    <a:ext uri="{9D8B030D-6E8A-4147-A177-3AD203B41FA5}">
                      <a16:colId xmlns:a16="http://schemas.microsoft.com/office/drawing/2014/main" val="2911310704"/>
                    </a:ext>
                  </a:extLst>
                </a:gridCol>
              </a:tblGrid>
              <a:tr h="841281">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b="0">
                          <a:solidFill>
                            <a:schemeClr val="tx1"/>
                          </a:solidFill>
                          <a:latin typeface="나눔고딕" panose="020D0604000000000000" pitchFamily="50" charset="-127"/>
                          <a:ea typeface="나눔고딕" panose="020D0604000000000000" pitchFamily="50" charset="-127"/>
                        </a:rPr>
                        <a:t>선택한 장소의 상세 정보를 보여주는 페이지</a:t>
                      </a:r>
                      <a:endPar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841281">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하나의 장소를 선택하면 </a:t>
                      </a:r>
                      <a:r>
                        <a:rPr lang="en-US" altLang="ko-KR" sz="1000" b="0" spc="0" baseline="0">
                          <a:solidFill>
                            <a:schemeClr val="tx1"/>
                          </a:solidFill>
                          <a:latin typeface="나눔고딕" panose="020D0604000000000000" pitchFamily="50" charset="-127"/>
                          <a:ea typeface="나눔고딕" panose="020D0604000000000000" pitchFamily="50" charset="-127"/>
                        </a:rPr>
                        <a:t>pin</a:t>
                      </a:r>
                      <a:r>
                        <a:rPr lang="ko-KR" altLang="en-US" sz="1000" b="0" spc="0" baseline="0">
                          <a:solidFill>
                            <a:schemeClr val="tx1"/>
                          </a:solidFill>
                          <a:latin typeface="나눔고딕" panose="020D0604000000000000" pitchFamily="50" charset="-127"/>
                          <a:ea typeface="나눔고딕" panose="020D0604000000000000" pitchFamily="50" charset="-127"/>
                        </a:rPr>
                        <a:t>의 크기가 커진다</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en-US" altLang="ko-KR" sz="1000">
                          <a:latin typeface="나눔고딕" panose="020D0604000000000000" pitchFamily="50" charset="-127"/>
                          <a:ea typeface="나눔고딕" panose="020D0604000000000000" pitchFamily="50" charset="-127"/>
                        </a:rPr>
                        <a:t>MapView</a:t>
                      </a:r>
                      <a:endParaRPr lang="ko-KR" altLang="en-US" sz="1000">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841281">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lang="ko-KR" altLang="en-US" sz="1000" b="0" spc="0" baseline="0">
                          <a:solidFill>
                            <a:schemeClr val="tx1"/>
                          </a:solidFill>
                          <a:latin typeface="나눔고딕" panose="020D0604000000000000" pitchFamily="50" charset="-127"/>
                          <a:ea typeface="나눔고딕" panose="020D0604000000000000" pitchFamily="50" charset="-127"/>
                        </a:rPr>
                        <a:t>선택한 장소의 정보를 보여준다</a:t>
                      </a:r>
                      <a:r>
                        <a:rPr lang="en-US" altLang="ko-KR" sz="1000" b="0" spc="0" baseline="0">
                          <a:solidFill>
                            <a:schemeClr val="tx1"/>
                          </a:solidFill>
                          <a:latin typeface="나눔고딕" panose="020D0604000000000000" pitchFamily="50" charset="-127"/>
                          <a:ea typeface="나눔고딕" panose="020D0604000000000000" pitchFamily="50" charset="-127"/>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rPr>
                        <a:t>CardView, ImageView, TextView </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200000"/>
                        </a:lnSpc>
                      </a:pPr>
                      <a:r>
                        <a:rPr lang="en-US" altLang="ko-KR" sz="800" b="0" spc="0" baseline="0">
                          <a:solidFill>
                            <a:schemeClr val="tx1"/>
                          </a:solidFill>
                          <a:latin typeface="나눔고딕" panose="020D0604000000000000" pitchFamily="50" charset="-127"/>
                          <a:ea typeface="나눔고딕" panose="020D0604000000000000" pitchFamily="50" charset="-127"/>
                        </a:rPr>
                        <a:t>  - </a:t>
                      </a:r>
                      <a:r>
                        <a:rPr lang="ko-KR" altLang="en-US" sz="800" b="0" spc="0" baseline="0">
                          <a:solidFill>
                            <a:schemeClr val="tx1"/>
                          </a:solidFill>
                          <a:latin typeface="나눔고딕" panose="020D0604000000000000" pitchFamily="50" charset="-127"/>
                          <a:ea typeface="나눔고딕" panose="020D0604000000000000" pitchFamily="50" charset="-127"/>
                        </a:rPr>
                        <a:t>영업시간</a:t>
                      </a:r>
                      <a:r>
                        <a:rPr lang="en-US" altLang="ko-KR" sz="800" b="0" spc="0" baseline="0">
                          <a:solidFill>
                            <a:schemeClr val="tx1"/>
                          </a:solidFill>
                          <a:latin typeface="나눔고딕" panose="020D0604000000000000" pitchFamily="50" charset="-127"/>
                          <a:ea typeface="나눔고딕" panose="020D0604000000000000" pitchFamily="50" charset="-127"/>
                        </a:rPr>
                        <a:t>, </a:t>
                      </a:r>
                      <a:r>
                        <a:rPr lang="ko-KR" altLang="en-US" sz="800" b="0" spc="0" baseline="0">
                          <a:solidFill>
                            <a:schemeClr val="tx1"/>
                          </a:solidFill>
                          <a:latin typeface="나눔고딕" panose="020D0604000000000000" pitchFamily="50" charset="-127"/>
                          <a:ea typeface="나눔고딕" panose="020D0604000000000000" pitchFamily="50" charset="-127"/>
                        </a:rPr>
                        <a:t>전화번호 등</a:t>
                      </a:r>
                      <a:endParaRPr lang="en-US" altLang="ko-KR" sz="800" b="0" spc="0" baseline="0">
                        <a:solidFill>
                          <a:schemeClr val="tx1"/>
                        </a:solidFill>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841281">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해당 장소의 길찾기 안내 버튼</a:t>
                      </a:r>
                      <a:r>
                        <a:rPr lang="en-US" altLang="ko-KR" sz="1000" b="0" spc="0" baseline="0">
                          <a:solidFill>
                            <a:schemeClr val="tx1"/>
                          </a:solidFill>
                          <a:latin typeface="나눔고딕" panose="020D0604000000000000" pitchFamily="50" charset="-127"/>
                          <a:ea typeface="나눔고딕" panose="020D0604000000000000" pitchFamily="50" charset="-127"/>
                        </a:rPr>
                        <a:t>.</a:t>
                      </a:r>
                      <a:r>
                        <a:rPr lang="ko-KR" altLang="en-US" sz="1000" b="0" spc="0" baseline="0">
                          <a:solidFill>
                            <a:schemeClr val="tx1"/>
                          </a:solidFill>
                          <a:latin typeface="나눔고딕" panose="020D0604000000000000" pitchFamily="50" charset="-127"/>
                          <a:ea typeface="나눔고딕" panose="020D0604000000000000" pitchFamily="50" charset="-127"/>
                        </a:rPr>
                        <a:t> </a:t>
                      </a:r>
                      <a:r>
                        <a:rPr lang="en-US" altLang="ko-KR" sz="1000">
                          <a:latin typeface="나눔고딕" panose="020D0604000000000000" pitchFamily="50" charset="-127"/>
                          <a:ea typeface="나눔고딕" panose="020D0604000000000000" pitchFamily="50" charset="-127"/>
                        </a:rPr>
                        <a:t>button</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marL="0" indent="0">
                        <a:lnSpc>
                          <a:spcPct val="150000"/>
                        </a:lnSpc>
                        <a:buFontTx/>
                        <a:buNone/>
                      </a:pPr>
                      <a:r>
                        <a:rPr lang="en-US" altLang="ko-KR" sz="800" b="0" spc="0" baseline="0">
                          <a:solidFill>
                            <a:schemeClr val="tx1"/>
                          </a:solidFill>
                          <a:latin typeface="나눔고딕" panose="020D0604000000000000" pitchFamily="50" charset="-127"/>
                          <a:ea typeface="나눔고딕" panose="020D0604000000000000" pitchFamily="50" charset="-127"/>
                        </a:rPr>
                        <a:t>  - </a:t>
                      </a:r>
                      <a:r>
                        <a:rPr lang="ko-KR" altLang="en-US" sz="800" b="0" spc="0" baseline="0">
                          <a:solidFill>
                            <a:schemeClr val="tx1"/>
                          </a:solidFill>
                          <a:latin typeface="나눔고딕" panose="020D0604000000000000" pitchFamily="50" charset="-127"/>
                          <a:ea typeface="나눔고딕" panose="020D0604000000000000" pitchFamily="50" charset="-127"/>
                        </a:rPr>
                        <a:t>버튼 클릭 시 길안내가 시작된다</a:t>
                      </a:r>
                      <a:r>
                        <a:rPr lang="en-US" altLang="ko-KR" sz="800" b="0" spc="0" baseline="0">
                          <a:solidFill>
                            <a:schemeClr val="tx1"/>
                          </a:solidFill>
                          <a:latin typeface="나눔고딕" panose="020D0604000000000000" pitchFamily="50" charset="-127"/>
                          <a:ea typeface="나눔고딕" panose="020D0604000000000000" pitchFamily="50" charset="-127"/>
                        </a:rPr>
                        <a:t>.</a:t>
                      </a: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841281">
                <a:tc>
                  <a:txBody>
                    <a:bodyPr/>
                    <a:lstStyle/>
                    <a:p>
                      <a:pPr algn="ctr" latinLnBrk="1">
                        <a:lnSpc>
                          <a:spcPct val="150000"/>
                        </a:lnSpc>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해당 장소에 전화 할 수 있는 버튼</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en-US" altLang="ko-KR" sz="1000">
                          <a:latin typeface="나눔고딕" panose="020D0604000000000000" pitchFamily="50" charset="-127"/>
                          <a:ea typeface="나눔고딕" panose="020D0604000000000000" pitchFamily="50" charset="-127"/>
                        </a:rPr>
                        <a:t>button</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en-US" altLang="ko-KR" sz="800" b="0" spc="0" baseline="0">
                          <a:solidFill>
                            <a:schemeClr val="tx1"/>
                          </a:solidFill>
                          <a:latin typeface="나눔고딕" panose="020D0604000000000000" pitchFamily="50" charset="-127"/>
                          <a:ea typeface="나눔고딕" panose="020D0604000000000000" pitchFamily="50" charset="-127"/>
                        </a:rPr>
                        <a:t>  - </a:t>
                      </a:r>
                      <a:r>
                        <a:rPr lang="ko-KR" altLang="en-US" sz="800" b="0" spc="0" baseline="0">
                          <a:solidFill>
                            <a:schemeClr val="tx1"/>
                          </a:solidFill>
                          <a:latin typeface="나눔고딕" panose="020D0604000000000000" pitchFamily="50" charset="-127"/>
                          <a:ea typeface="나눔고딕" panose="020D0604000000000000" pitchFamily="50" charset="-127"/>
                        </a:rPr>
                        <a:t>버튼 클릭 시 전화 어플로 연결된다</a:t>
                      </a:r>
                      <a:r>
                        <a:rPr lang="en-US" altLang="ko-KR" sz="800" b="0" spc="0" baseline="0">
                          <a:solidFill>
                            <a:schemeClr val="tx1"/>
                          </a:solidFill>
                          <a:latin typeface="나눔고딕" panose="020D0604000000000000" pitchFamily="50" charset="-127"/>
                          <a:ea typeface="나눔고딕" panose="020D0604000000000000" pitchFamily="50" charset="-127"/>
                        </a:rPr>
                        <a:t>.</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58261490"/>
                  </a:ext>
                </a:extLst>
              </a:tr>
              <a:tr h="619069">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5" name="왼쪽 중괄호 14">
            <a:extLst>
              <a:ext uri="{FF2B5EF4-FFF2-40B4-BE49-F238E27FC236}">
                <a16:creationId xmlns:a16="http://schemas.microsoft.com/office/drawing/2014/main" id="{C385192A-765D-D908-11DA-46407AAD2738}"/>
              </a:ext>
            </a:extLst>
          </p:cNvPr>
          <p:cNvSpPr/>
          <p:nvPr/>
        </p:nvSpPr>
        <p:spPr>
          <a:xfrm rot="10800000">
            <a:off x="5239617" y="4268143"/>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6" name="타원 15">
            <a:extLst>
              <a:ext uri="{FF2B5EF4-FFF2-40B4-BE49-F238E27FC236}">
                <a16:creationId xmlns:a16="http://schemas.microsoft.com/office/drawing/2014/main" id="{E50DB00F-F60B-9100-9DB3-01C7F9103B57}"/>
              </a:ext>
            </a:extLst>
          </p:cNvPr>
          <p:cNvSpPr/>
          <p:nvPr/>
        </p:nvSpPr>
        <p:spPr>
          <a:xfrm>
            <a:off x="5561675" y="500018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7" name="왼쪽 중괄호 16">
            <a:extLst>
              <a:ext uri="{FF2B5EF4-FFF2-40B4-BE49-F238E27FC236}">
                <a16:creationId xmlns:a16="http://schemas.microsoft.com/office/drawing/2014/main" id="{32D94FEA-36DA-EA8A-47E5-19AC8FD11C01}"/>
              </a:ext>
            </a:extLst>
          </p:cNvPr>
          <p:cNvSpPr/>
          <p:nvPr/>
        </p:nvSpPr>
        <p:spPr>
          <a:xfrm rot="16200000">
            <a:off x="3203381" y="5189053"/>
            <a:ext cx="231884" cy="1016525"/>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8" name="타원 17">
            <a:extLst>
              <a:ext uri="{FF2B5EF4-FFF2-40B4-BE49-F238E27FC236}">
                <a16:creationId xmlns:a16="http://schemas.microsoft.com/office/drawing/2014/main" id="{5695FB15-3860-DADD-03AA-9A487BCCDFF0}"/>
              </a:ext>
            </a:extLst>
          </p:cNvPr>
          <p:cNvSpPr/>
          <p:nvPr/>
        </p:nvSpPr>
        <p:spPr>
          <a:xfrm>
            <a:off x="3211186" y="584863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20" name="왼쪽 중괄호 19">
            <a:extLst>
              <a:ext uri="{FF2B5EF4-FFF2-40B4-BE49-F238E27FC236}">
                <a16:creationId xmlns:a16="http://schemas.microsoft.com/office/drawing/2014/main" id="{FE3128FE-4786-F819-3C3B-3D26EA8BBDE7}"/>
              </a:ext>
            </a:extLst>
          </p:cNvPr>
          <p:cNvSpPr/>
          <p:nvPr/>
        </p:nvSpPr>
        <p:spPr>
          <a:xfrm rot="16200000">
            <a:off x="4396638" y="5189053"/>
            <a:ext cx="231884" cy="1016525"/>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319E84A2-3AA7-E02B-6ADC-D9458438DC73}"/>
              </a:ext>
            </a:extLst>
          </p:cNvPr>
          <p:cNvSpPr/>
          <p:nvPr/>
        </p:nvSpPr>
        <p:spPr>
          <a:xfrm>
            <a:off x="4404443" y="583156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dirty="0">
              <a:latin typeface="Arial Black" panose="020B0A04020102020204" pitchFamily="34" charset="0"/>
            </a:endParaRPr>
          </a:p>
        </p:txBody>
      </p:sp>
      <p:sp>
        <p:nvSpPr>
          <p:cNvPr id="24" name="왼쪽 중괄호 23">
            <a:extLst>
              <a:ext uri="{FF2B5EF4-FFF2-40B4-BE49-F238E27FC236}">
                <a16:creationId xmlns:a16="http://schemas.microsoft.com/office/drawing/2014/main" id="{333A962D-2CD6-A40E-FC97-285724E15A77}"/>
              </a:ext>
            </a:extLst>
          </p:cNvPr>
          <p:cNvSpPr/>
          <p:nvPr/>
        </p:nvSpPr>
        <p:spPr>
          <a:xfrm rot="10800000">
            <a:off x="5239617" y="2103808"/>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5" name="타원 24">
            <a:extLst>
              <a:ext uri="{FF2B5EF4-FFF2-40B4-BE49-F238E27FC236}">
                <a16:creationId xmlns:a16="http://schemas.microsoft.com/office/drawing/2014/main" id="{5A4402AF-246A-6432-C918-2ECBBF768057}"/>
              </a:ext>
            </a:extLst>
          </p:cNvPr>
          <p:cNvSpPr/>
          <p:nvPr/>
        </p:nvSpPr>
        <p:spPr>
          <a:xfrm>
            <a:off x="5561675" y="283585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
        <p:nvSpPr>
          <p:cNvPr id="2" name="TextBox 1">
            <a:extLst>
              <a:ext uri="{FF2B5EF4-FFF2-40B4-BE49-F238E27FC236}">
                <a16:creationId xmlns:a16="http://schemas.microsoft.com/office/drawing/2014/main" id="{AB69E2E9-642A-6902-9E30-27ADCAC473F8}"/>
              </a:ext>
            </a:extLst>
          </p:cNvPr>
          <p:cNvSpPr txBox="1"/>
          <p:nvPr/>
        </p:nvSpPr>
        <p:spPr>
          <a:xfrm>
            <a:off x="5829632" y="2804633"/>
            <a:ext cx="1292860" cy="276999"/>
          </a:xfrm>
          <a:prstGeom prst="rect">
            <a:avLst/>
          </a:prstGeom>
          <a:noFill/>
        </p:spPr>
        <p:txBody>
          <a:bodyPr wrap="square" rtlCol="0">
            <a:spAutoFit/>
          </a:bodyPr>
          <a:lstStyle/>
          <a:p>
            <a:r>
              <a:rPr lang="en-US" altLang="ko-KR" sz="1200"/>
              <a:t>MapView</a:t>
            </a:r>
            <a:endParaRPr lang="ko-KR" altLang="en-US" sz="1200"/>
          </a:p>
        </p:txBody>
      </p:sp>
      <p:sp>
        <p:nvSpPr>
          <p:cNvPr id="4" name="Rectangle 1">
            <a:extLst>
              <a:ext uri="{FF2B5EF4-FFF2-40B4-BE49-F238E27FC236}">
                <a16:creationId xmlns:a16="http://schemas.microsoft.com/office/drawing/2014/main" id="{E0B5C280-64D7-0CE9-FE15-50B9AD54B2A3}"/>
              </a:ext>
            </a:extLst>
          </p:cNvPr>
          <p:cNvSpPr>
            <a:spLocks noChangeArrowheads="1"/>
          </p:cNvSpPr>
          <p:nvPr/>
        </p:nvSpPr>
        <p:spPr bwMode="auto">
          <a:xfrm>
            <a:off x="5829632" y="4877490"/>
            <a:ext cx="16823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CardView, </a:t>
            </a:r>
            <a:endParaRPr kumimoji="0" lang="en-US" altLang="ko-KR"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ImageView, TextView </a:t>
            </a:r>
          </a:p>
        </p:txBody>
      </p:sp>
      <p:sp>
        <p:nvSpPr>
          <p:cNvPr id="9" name="TextBox 8">
            <a:extLst>
              <a:ext uri="{FF2B5EF4-FFF2-40B4-BE49-F238E27FC236}">
                <a16:creationId xmlns:a16="http://schemas.microsoft.com/office/drawing/2014/main" id="{C7FADCDD-5AFB-2DB5-2D6B-4F877943EB82}"/>
              </a:ext>
            </a:extLst>
          </p:cNvPr>
          <p:cNvSpPr txBox="1"/>
          <p:nvPr/>
        </p:nvSpPr>
        <p:spPr>
          <a:xfrm>
            <a:off x="2904032" y="6135332"/>
            <a:ext cx="837454" cy="276999"/>
          </a:xfrm>
          <a:prstGeom prst="rect">
            <a:avLst/>
          </a:prstGeom>
          <a:noFill/>
        </p:spPr>
        <p:txBody>
          <a:bodyPr wrap="square" rtlCol="0">
            <a:spAutoFit/>
          </a:bodyPr>
          <a:lstStyle/>
          <a:p>
            <a:pPr algn="ctr"/>
            <a:r>
              <a:rPr lang="en-US" altLang="ko-KR" sz="1200"/>
              <a:t>button</a:t>
            </a:r>
            <a:endParaRPr lang="ko-KR" altLang="en-US" sz="1200"/>
          </a:p>
        </p:txBody>
      </p:sp>
      <p:sp>
        <p:nvSpPr>
          <p:cNvPr id="10" name="TextBox 9">
            <a:extLst>
              <a:ext uri="{FF2B5EF4-FFF2-40B4-BE49-F238E27FC236}">
                <a16:creationId xmlns:a16="http://schemas.microsoft.com/office/drawing/2014/main" id="{1048B463-FF54-5572-C711-0FDCD9CCA2DE}"/>
              </a:ext>
            </a:extLst>
          </p:cNvPr>
          <p:cNvSpPr txBox="1"/>
          <p:nvPr/>
        </p:nvSpPr>
        <p:spPr>
          <a:xfrm>
            <a:off x="4093852" y="6135332"/>
            <a:ext cx="837454" cy="276999"/>
          </a:xfrm>
          <a:prstGeom prst="rect">
            <a:avLst/>
          </a:prstGeom>
          <a:noFill/>
        </p:spPr>
        <p:txBody>
          <a:bodyPr wrap="square" rtlCol="0">
            <a:spAutoFit/>
          </a:bodyPr>
          <a:lstStyle/>
          <a:p>
            <a:pPr algn="ctr"/>
            <a:r>
              <a:rPr lang="en-US" altLang="ko-KR" sz="1200"/>
              <a:t>button</a:t>
            </a:r>
            <a:endParaRPr lang="ko-KR" altLang="en-US" sz="1200"/>
          </a:p>
        </p:txBody>
      </p:sp>
      <p:sp>
        <p:nvSpPr>
          <p:cNvPr id="11" name="텍스트 개체 틀 11">
            <a:extLst>
              <a:ext uri="{FF2B5EF4-FFF2-40B4-BE49-F238E27FC236}">
                <a16:creationId xmlns:a16="http://schemas.microsoft.com/office/drawing/2014/main" id="{E5E59388-3218-0AB2-BE27-DD7062B5D136}"/>
              </a:ext>
            </a:extLst>
          </p:cNvPr>
          <p:cNvSpPr>
            <a:spLocks noGrp="1"/>
          </p:cNvSpPr>
          <p:nvPr>
            <p:ph type="body" sz="quarter" idx="16"/>
          </p:nvPr>
        </p:nvSpPr>
        <p:spPr>
          <a:xfrm>
            <a:off x="9567863" y="293688"/>
            <a:ext cx="1031875" cy="161925"/>
          </a:xfrm>
        </p:spPr>
        <p:txBody>
          <a:bodyPr/>
          <a:lstStyle/>
          <a:p>
            <a:pPr algn="ctr"/>
            <a:r>
              <a:rPr lang="ko-KR" altLang="en-US"/>
              <a:t>최은재</a:t>
            </a:r>
          </a:p>
        </p:txBody>
      </p:sp>
    </p:spTree>
    <p:extLst>
      <p:ext uri="{BB962C8B-B14F-4D97-AF65-F5344CB8AC3E}">
        <p14:creationId xmlns:p14="http://schemas.microsoft.com/office/powerpoint/2010/main" val="23789448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98E00797-753F-BA53-BF7E-703DF1CC27FF}"/>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657F4C5C-C55C-5981-0008-855D9273E175}"/>
              </a:ext>
            </a:extLst>
          </p:cNvPr>
          <p:cNvSpPr>
            <a:spLocks noGrp="1"/>
          </p:cNvSpPr>
          <p:nvPr>
            <p:ph type="body" sz="quarter" idx="13"/>
          </p:nvPr>
        </p:nvSpPr>
        <p:spPr>
          <a:xfrm>
            <a:off x="3844424" y="294364"/>
            <a:ext cx="2854325" cy="150813"/>
          </a:xfrm>
        </p:spPr>
        <p:txBody>
          <a:bodyPr/>
          <a:lstStyle/>
          <a:p>
            <a:r>
              <a:rPr lang="ko-KR" altLang="en-US" sz="1000"/>
              <a:t>장소 선택 </a:t>
            </a:r>
            <a:r>
              <a:rPr lang="en-US" altLang="ko-KR" sz="1000"/>
              <a:t>- </a:t>
            </a:r>
            <a:r>
              <a:rPr lang="ko-KR" altLang="en-US" sz="1000"/>
              <a:t>전화하기</a:t>
            </a:r>
          </a:p>
        </p:txBody>
      </p:sp>
      <p:sp>
        <p:nvSpPr>
          <p:cNvPr id="7" name="텍스트 개체 틀 6">
            <a:extLst>
              <a:ext uri="{FF2B5EF4-FFF2-40B4-BE49-F238E27FC236}">
                <a16:creationId xmlns:a16="http://schemas.microsoft.com/office/drawing/2014/main" id="{F0855D3D-9D3E-1070-E1C1-8A673E4F3A82}"/>
              </a:ext>
            </a:extLst>
          </p:cNvPr>
          <p:cNvSpPr>
            <a:spLocks noGrp="1"/>
          </p:cNvSpPr>
          <p:nvPr>
            <p:ph type="body" sz="quarter" idx="15"/>
          </p:nvPr>
        </p:nvSpPr>
        <p:spPr/>
        <p:txBody>
          <a:bodyPr/>
          <a:lstStyle/>
          <a:p>
            <a:endParaRPr lang="ko-KR" altLang="en-US"/>
          </a:p>
        </p:txBody>
      </p:sp>
      <p:pic>
        <p:nvPicPr>
          <p:cNvPr id="9" name="그림 8">
            <a:extLst>
              <a:ext uri="{FF2B5EF4-FFF2-40B4-BE49-F238E27FC236}">
                <a16:creationId xmlns:a16="http://schemas.microsoft.com/office/drawing/2014/main" id="{4C46078E-9246-FCD4-2B90-782EC5C0B8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3980" y="1145805"/>
            <a:ext cx="2471280" cy="4908800"/>
          </a:xfrm>
          <a:prstGeom prst="rect">
            <a:avLst/>
          </a:prstGeom>
          <a:ln>
            <a:solidFill>
              <a:schemeClr val="tx1"/>
            </a:solidFill>
          </a:ln>
        </p:spPr>
      </p:pic>
      <p:graphicFrame>
        <p:nvGraphicFramePr>
          <p:cNvPr id="12" name="표 11">
            <a:extLst>
              <a:ext uri="{FF2B5EF4-FFF2-40B4-BE49-F238E27FC236}">
                <a16:creationId xmlns:a16="http://schemas.microsoft.com/office/drawing/2014/main" id="{82FF758C-4C2F-12AB-48A8-7550667A0064}"/>
              </a:ext>
            </a:extLst>
          </p:cNvPr>
          <p:cNvGraphicFramePr>
            <a:graphicFrameLocks noGrp="1"/>
          </p:cNvGraphicFramePr>
          <p:nvPr/>
        </p:nvGraphicFramePr>
        <p:xfrm>
          <a:off x="8287473" y="755896"/>
          <a:ext cx="3750391" cy="1038179"/>
        </p:xfrm>
        <a:graphic>
          <a:graphicData uri="http://schemas.openxmlformats.org/drawingml/2006/table">
            <a:tbl>
              <a:tblPr firstRow="1" bandRow="1">
                <a:tableStyleId>{5C22544A-7EE6-4342-B048-85BDC9FD1C3A}</a:tableStyleId>
              </a:tblPr>
              <a:tblGrid>
                <a:gridCol w="470674">
                  <a:extLst>
                    <a:ext uri="{9D8B030D-6E8A-4147-A177-3AD203B41FA5}">
                      <a16:colId xmlns:a16="http://schemas.microsoft.com/office/drawing/2014/main" val="3530039664"/>
                    </a:ext>
                  </a:extLst>
                </a:gridCol>
                <a:gridCol w="3279717">
                  <a:extLst>
                    <a:ext uri="{9D8B030D-6E8A-4147-A177-3AD203B41FA5}">
                      <a16:colId xmlns:a16="http://schemas.microsoft.com/office/drawing/2014/main" val="2911310704"/>
                    </a:ext>
                  </a:extLst>
                </a:gridCol>
              </a:tblGrid>
              <a:tr h="59370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전화하기 버튼 클릭 시 전화 어플에 전화번호를 띄워준다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44476">
                <a:tc gridSpan="2">
                  <a:txBody>
                    <a:bodyPr/>
                    <a:lstStyle/>
                    <a:p>
                      <a:pPr algn="ctr" latinLnBrk="1"/>
                      <a:r>
                        <a:rPr lang="ko-KR" altLang="en-US" sz="7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 name="텍스트 개체 틀 11">
            <a:extLst>
              <a:ext uri="{FF2B5EF4-FFF2-40B4-BE49-F238E27FC236}">
                <a16:creationId xmlns:a16="http://schemas.microsoft.com/office/drawing/2014/main" id="{D9A91CA6-1E42-3469-3349-586E1516B6D7}"/>
              </a:ext>
            </a:extLst>
          </p:cNvPr>
          <p:cNvSpPr>
            <a:spLocks noGrp="1"/>
          </p:cNvSpPr>
          <p:nvPr>
            <p:ph type="body" sz="quarter" idx="16"/>
          </p:nvPr>
        </p:nvSpPr>
        <p:spPr>
          <a:xfrm>
            <a:off x="9567863" y="293688"/>
            <a:ext cx="1031875" cy="161925"/>
          </a:xfrm>
        </p:spPr>
        <p:txBody>
          <a:bodyPr/>
          <a:lstStyle/>
          <a:p>
            <a:pPr algn="ctr"/>
            <a:r>
              <a:rPr lang="ko-KR" altLang="en-US"/>
              <a:t>최은재</a:t>
            </a:r>
          </a:p>
        </p:txBody>
      </p:sp>
    </p:spTree>
    <p:extLst>
      <p:ext uri="{BB962C8B-B14F-4D97-AF65-F5344CB8AC3E}">
        <p14:creationId xmlns:p14="http://schemas.microsoft.com/office/powerpoint/2010/main" val="30064867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8805D7A-952B-4755-E37F-DB4AA897BEDD}"/>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9D6A7B3-A47B-BD47-012C-D7B3303A5A96}"/>
              </a:ext>
            </a:extLst>
          </p:cNvPr>
          <p:cNvSpPr>
            <a:spLocks noGrp="1"/>
          </p:cNvSpPr>
          <p:nvPr>
            <p:ph type="body" sz="quarter" idx="13"/>
          </p:nvPr>
        </p:nvSpPr>
        <p:spPr>
          <a:xfrm>
            <a:off x="3844424" y="294364"/>
            <a:ext cx="2854325" cy="150813"/>
          </a:xfrm>
        </p:spPr>
        <p:txBody>
          <a:bodyPr/>
          <a:lstStyle/>
          <a:p>
            <a:r>
              <a:rPr lang="ko-KR" altLang="en-US" sz="1000"/>
              <a:t>장소 선택 </a:t>
            </a:r>
            <a:r>
              <a:rPr lang="en-US" altLang="ko-KR" sz="1000"/>
              <a:t>- </a:t>
            </a:r>
            <a:r>
              <a:rPr lang="ko-KR" altLang="en-US" sz="1000"/>
              <a:t>길찾기</a:t>
            </a:r>
          </a:p>
        </p:txBody>
      </p:sp>
      <p:sp>
        <p:nvSpPr>
          <p:cNvPr id="6" name="텍스트 개체 틀 5">
            <a:extLst>
              <a:ext uri="{FF2B5EF4-FFF2-40B4-BE49-F238E27FC236}">
                <a16:creationId xmlns:a16="http://schemas.microsoft.com/office/drawing/2014/main" id="{589B1C6C-2861-1CCB-F8F4-04BF3CA95F77}"/>
              </a:ext>
            </a:extLst>
          </p:cNvPr>
          <p:cNvSpPr>
            <a:spLocks noGrp="1"/>
          </p:cNvSpPr>
          <p:nvPr>
            <p:ph type="body" sz="quarter" idx="15"/>
          </p:nvPr>
        </p:nvSpPr>
        <p:spPr/>
        <p:txBody>
          <a:bodyPr/>
          <a:lstStyle/>
          <a:p>
            <a:endParaRPr lang="ko-KR" altLang="en-US"/>
          </a:p>
        </p:txBody>
      </p:sp>
      <p:pic>
        <p:nvPicPr>
          <p:cNvPr id="7" name="그림 6">
            <a:extLst>
              <a:ext uri="{FF2B5EF4-FFF2-40B4-BE49-F238E27FC236}">
                <a16:creationId xmlns:a16="http://schemas.microsoft.com/office/drawing/2014/main" id="{60EA7787-CA51-708E-49FA-196D43C571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2529" y="1239181"/>
            <a:ext cx="2499109" cy="4964077"/>
          </a:xfrm>
          <a:prstGeom prst="rect">
            <a:avLst/>
          </a:prstGeom>
          <a:ln>
            <a:solidFill>
              <a:schemeClr val="tx1"/>
            </a:solidFill>
          </a:ln>
        </p:spPr>
      </p:pic>
      <p:graphicFrame>
        <p:nvGraphicFramePr>
          <p:cNvPr id="8" name="표 7">
            <a:extLst>
              <a:ext uri="{FF2B5EF4-FFF2-40B4-BE49-F238E27FC236}">
                <a16:creationId xmlns:a16="http://schemas.microsoft.com/office/drawing/2014/main" id="{609B2827-9FF1-2446-80D9-A20B9047D970}"/>
              </a:ext>
            </a:extLst>
          </p:cNvPr>
          <p:cNvGraphicFramePr>
            <a:graphicFrameLocks noGrp="1"/>
          </p:cNvGraphicFramePr>
          <p:nvPr/>
        </p:nvGraphicFramePr>
        <p:xfrm>
          <a:off x="8289235" y="755896"/>
          <a:ext cx="3748629" cy="1718947"/>
        </p:xfrm>
        <a:graphic>
          <a:graphicData uri="http://schemas.openxmlformats.org/drawingml/2006/table">
            <a:tbl>
              <a:tblPr firstRow="1" bandRow="1">
                <a:tableStyleId>{5C22544A-7EE6-4342-B048-85BDC9FD1C3A}</a:tableStyleId>
              </a:tblPr>
              <a:tblGrid>
                <a:gridCol w="470453">
                  <a:extLst>
                    <a:ext uri="{9D8B030D-6E8A-4147-A177-3AD203B41FA5}">
                      <a16:colId xmlns:a16="http://schemas.microsoft.com/office/drawing/2014/main" val="3530039664"/>
                    </a:ext>
                  </a:extLst>
                </a:gridCol>
                <a:gridCol w="3278176">
                  <a:extLst>
                    <a:ext uri="{9D8B030D-6E8A-4147-A177-3AD203B41FA5}">
                      <a16:colId xmlns:a16="http://schemas.microsoft.com/office/drawing/2014/main" val="2911310704"/>
                    </a:ext>
                  </a:extLst>
                </a:gridCol>
              </a:tblGrid>
              <a:tr h="98301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길찾기 클릭하면 길 안내를 </a:t>
                      </a:r>
                      <a:r>
                        <a:rPr kumimoji="0" lang="ko-KR" altLang="en-US" sz="1000" b="0" i="0" u="none" strike="noStrike" kern="1200" cap="none" spc="0" normalizeH="0" baseline="0" noProof="0">
                          <a:ln>
                            <a:noFill/>
                          </a:ln>
                          <a:solidFill>
                            <a:schemeClr val="tx1"/>
                          </a:solidFill>
                          <a:effectLst/>
                          <a:uLnTx/>
                          <a:uFillTx/>
                          <a:latin typeface="+mn-lt"/>
                          <a:ea typeface="나눔고딕" panose="020D0604000000000000" pitchFamily="50" charset="-127"/>
                          <a:cs typeface="+mn-cs"/>
                        </a:rPr>
                        <a:t>시작한다</a:t>
                      </a:r>
                      <a:r>
                        <a:rPr kumimoji="0" lang="en-US" altLang="ko-KR" sz="1000" b="0" i="0" u="none" strike="noStrike" kern="1200" cap="none" spc="0" normalizeH="0" baseline="0" noProof="0">
                          <a:ln>
                            <a:noFill/>
                          </a:ln>
                          <a:solidFill>
                            <a:schemeClr val="tx1"/>
                          </a:solidFill>
                          <a:effectLst/>
                          <a:uLnTx/>
                          <a:uFillTx/>
                          <a:latin typeface="+mn-lt"/>
                          <a:ea typeface="나눔고딕" panose="020D0604000000000000" pitchFamily="50" charset="-127"/>
                          <a:cs typeface="+mn-cs"/>
                        </a:rPr>
                        <a:t>. </a:t>
                      </a:r>
                      <a:r>
                        <a:rPr lang="en-US" altLang="ko-KR" sz="1000" b="0">
                          <a:solidFill>
                            <a:schemeClr val="tx1"/>
                          </a:solidFill>
                          <a:latin typeface="+mn-lt"/>
                        </a:rPr>
                        <a:t>MapView</a:t>
                      </a:r>
                      <a:endParaRPr lang="ko-KR" altLang="en-US" sz="1000" b="0">
                        <a:solidFill>
                          <a:schemeClr val="tx1"/>
                        </a:solidFill>
                        <a:latin typeface="+mn-lt"/>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35934">
                <a:tc gridSpan="2">
                  <a:txBody>
                    <a:bodyPr/>
                    <a:lstStyle/>
                    <a:p>
                      <a:pPr algn="ctr" latinLnBrk="1"/>
                      <a:r>
                        <a:rPr lang="ko-KR" altLang="en-US" sz="7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4" name="왼쪽 중괄호 3">
            <a:extLst>
              <a:ext uri="{FF2B5EF4-FFF2-40B4-BE49-F238E27FC236}">
                <a16:creationId xmlns:a16="http://schemas.microsoft.com/office/drawing/2014/main" id="{0516DE70-3C3C-A387-B6F8-1E7EDB219D14}"/>
              </a:ext>
            </a:extLst>
          </p:cNvPr>
          <p:cNvSpPr/>
          <p:nvPr/>
        </p:nvSpPr>
        <p:spPr>
          <a:xfrm rot="10800000">
            <a:off x="5505985" y="1239180"/>
            <a:ext cx="216273" cy="4964075"/>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5" name="TextBox 4">
            <a:extLst>
              <a:ext uri="{FF2B5EF4-FFF2-40B4-BE49-F238E27FC236}">
                <a16:creationId xmlns:a16="http://schemas.microsoft.com/office/drawing/2014/main" id="{D70D42A3-BFE3-8A61-83E5-17514E926252}"/>
              </a:ext>
            </a:extLst>
          </p:cNvPr>
          <p:cNvSpPr txBox="1"/>
          <p:nvPr/>
        </p:nvSpPr>
        <p:spPr>
          <a:xfrm>
            <a:off x="5786604" y="3582718"/>
            <a:ext cx="1292860" cy="276999"/>
          </a:xfrm>
          <a:prstGeom prst="rect">
            <a:avLst/>
          </a:prstGeom>
          <a:noFill/>
        </p:spPr>
        <p:txBody>
          <a:bodyPr wrap="square" rtlCol="0">
            <a:spAutoFit/>
          </a:bodyPr>
          <a:lstStyle/>
          <a:p>
            <a:r>
              <a:rPr lang="en-US" altLang="ko-KR" sz="1200"/>
              <a:t>MapView</a:t>
            </a:r>
            <a:endParaRPr lang="ko-KR" altLang="en-US" sz="1200"/>
          </a:p>
        </p:txBody>
      </p:sp>
      <p:sp>
        <p:nvSpPr>
          <p:cNvPr id="10" name="텍스트 개체 틀 11">
            <a:extLst>
              <a:ext uri="{FF2B5EF4-FFF2-40B4-BE49-F238E27FC236}">
                <a16:creationId xmlns:a16="http://schemas.microsoft.com/office/drawing/2014/main" id="{F05524FC-07EF-D82B-9C29-C022AC9ECADA}"/>
              </a:ext>
            </a:extLst>
          </p:cNvPr>
          <p:cNvSpPr>
            <a:spLocks noGrp="1"/>
          </p:cNvSpPr>
          <p:nvPr>
            <p:ph type="body" sz="quarter" idx="16"/>
          </p:nvPr>
        </p:nvSpPr>
        <p:spPr>
          <a:xfrm>
            <a:off x="9567863" y="293688"/>
            <a:ext cx="1031875" cy="161925"/>
          </a:xfrm>
        </p:spPr>
        <p:txBody>
          <a:bodyPr/>
          <a:lstStyle/>
          <a:p>
            <a:pPr algn="ctr"/>
            <a:r>
              <a:rPr lang="ko-KR" altLang="en-US"/>
              <a:t>최은재</a:t>
            </a:r>
          </a:p>
        </p:txBody>
      </p:sp>
      <p:sp>
        <p:nvSpPr>
          <p:cNvPr id="11" name="TextBox 10">
            <a:extLst>
              <a:ext uri="{FF2B5EF4-FFF2-40B4-BE49-F238E27FC236}">
                <a16:creationId xmlns:a16="http://schemas.microsoft.com/office/drawing/2014/main" id="{E8DCC5D4-4A76-31BB-FDD0-8CB109629688}"/>
              </a:ext>
            </a:extLst>
          </p:cNvPr>
          <p:cNvSpPr txBox="1"/>
          <p:nvPr/>
        </p:nvSpPr>
        <p:spPr>
          <a:xfrm>
            <a:off x="7394714" y="6487479"/>
            <a:ext cx="764748" cy="230832"/>
          </a:xfrm>
          <a:prstGeom prst="rect">
            <a:avLst/>
          </a:prstGeom>
          <a:noFill/>
        </p:spPr>
        <p:txBody>
          <a:bodyPr wrap="square" rtlCol="0">
            <a:spAutoFit/>
          </a:bodyPr>
          <a:lstStyle/>
          <a:p>
            <a:r>
              <a:rPr kumimoji="1" lang="ko-KR" altLang="en-US" sz="900">
                <a:solidFill>
                  <a:schemeClr val="bg1">
                    <a:lumMod val="65000"/>
                  </a:schemeClr>
                </a:solidFill>
                <a:hlinkClick r:id="rId3" action="ppaction://hlinksldjump">
                  <a:extLst>
                    <a:ext uri="{A12FA001-AC4F-418D-AE19-62706E023703}">
                      <ahyp:hlinkClr xmlns:ahyp="http://schemas.microsoft.com/office/drawing/2018/hyperlinkcolor" val="tx"/>
                    </a:ext>
                  </a:extLst>
                </a:hlinkClick>
              </a:rPr>
              <a:t>메인 이동</a:t>
            </a:r>
            <a:endParaRPr kumimoji="1" lang="ko-KR" altLang="en-US" sz="900" dirty="0">
              <a:solidFill>
                <a:schemeClr val="bg1">
                  <a:lumMod val="65000"/>
                </a:schemeClr>
              </a:solidFill>
            </a:endParaRPr>
          </a:p>
        </p:txBody>
      </p:sp>
    </p:spTree>
    <p:extLst>
      <p:ext uri="{BB962C8B-B14F-4D97-AF65-F5344CB8AC3E}">
        <p14:creationId xmlns:p14="http://schemas.microsoft.com/office/powerpoint/2010/main" val="41503390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F208BFC7-573E-2FAE-A4B7-370EC41D9A26}"/>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9CCF5DF-8A17-BAB4-7D13-0C086960FDB2}"/>
              </a:ext>
            </a:extLst>
          </p:cNvPr>
          <p:cNvSpPr>
            <a:spLocks noGrp="1"/>
          </p:cNvSpPr>
          <p:nvPr>
            <p:ph type="body" sz="quarter" idx="13"/>
          </p:nvPr>
        </p:nvSpPr>
        <p:spPr>
          <a:xfrm>
            <a:off x="3844424" y="294364"/>
            <a:ext cx="2854325" cy="150813"/>
          </a:xfrm>
        </p:spPr>
        <p:txBody>
          <a:bodyPr/>
          <a:lstStyle/>
          <a:p>
            <a:r>
              <a:rPr lang="ko-KR" altLang="en-US" sz="1000"/>
              <a:t>메인페이지 </a:t>
            </a:r>
            <a:r>
              <a:rPr lang="en-US" altLang="ko-KR" sz="1000"/>
              <a:t>– </a:t>
            </a:r>
            <a:r>
              <a:rPr lang="ko-KR" altLang="en-US" sz="1000"/>
              <a:t>문화센터 활동 사이트</a:t>
            </a:r>
          </a:p>
        </p:txBody>
      </p:sp>
      <p:sp>
        <p:nvSpPr>
          <p:cNvPr id="7" name="텍스트 개체 틀 6">
            <a:extLst>
              <a:ext uri="{FF2B5EF4-FFF2-40B4-BE49-F238E27FC236}">
                <a16:creationId xmlns:a16="http://schemas.microsoft.com/office/drawing/2014/main" id="{78571A38-9B0E-40D6-78BA-7004DB8BCDAD}"/>
              </a:ext>
            </a:extLst>
          </p:cNvPr>
          <p:cNvSpPr>
            <a:spLocks noGrp="1"/>
          </p:cNvSpPr>
          <p:nvPr>
            <p:ph type="body" sz="quarter" idx="15"/>
          </p:nvPr>
        </p:nvSpPr>
        <p:spPr/>
        <p:txBody>
          <a:bodyPr/>
          <a:lstStyle/>
          <a:p>
            <a:endParaRPr lang="ko-KR" altLang="en-US"/>
          </a:p>
        </p:txBody>
      </p:sp>
      <p:pic>
        <p:nvPicPr>
          <p:cNvPr id="11" name="그림 10">
            <a:extLst>
              <a:ext uri="{FF2B5EF4-FFF2-40B4-BE49-F238E27FC236}">
                <a16:creationId xmlns:a16="http://schemas.microsoft.com/office/drawing/2014/main" id="{425E9F98-C4AB-058E-BFCF-08650ECA07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3975" y="976842"/>
            <a:ext cx="2591684" cy="5147963"/>
          </a:xfrm>
          <a:prstGeom prst="rect">
            <a:avLst/>
          </a:prstGeom>
          <a:ln>
            <a:solidFill>
              <a:schemeClr val="tx1"/>
            </a:solidFill>
          </a:ln>
        </p:spPr>
      </p:pic>
      <p:graphicFrame>
        <p:nvGraphicFramePr>
          <p:cNvPr id="12" name="표 11">
            <a:extLst>
              <a:ext uri="{FF2B5EF4-FFF2-40B4-BE49-F238E27FC236}">
                <a16:creationId xmlns:a16="http://schemas.microsoft.com/office/drawing/2014/main" id="{B32C9190-67EC-E1AF-BEC3-3E03553EAA14}"/>
              </a:ext>
            </a:extLst>
          </p:cNvPr>
          <p:cNvGraphicFramePr>
            <a:graphicFrameLocks noGrp="1"/>
          </p:cNvGraphicFramePr>
          <p:nvPr/>
        </p:nvGraphicFramePr>
        <p:xfrm>
          <a:off x="8275899" y="755897"/>
          <a:ext cx="3761966" cy="1454868"/>
        </p:xfrm>
        <a:graphic>
          <a:graphicData uri="http://schemas.openxmlformats.org/drawingml/2006/table">
            <a:tbl>
              <a:tblPr firstRow="1" bandRow="1">
                <a:tableStyleId>{5C22544A-7EE6-4342-B048-85BDC9FD1C3A}</a:tableStyleId>
              </a:tblPr>
              <a:tblGrid>
                <a:gridCol w="472126">
                  <a:extLst>
                    <a:ext uri="{9D8B030D-6E8A-4147-A177-3AD203B41FA5}">
                      <a16:colId xmlns:a16="http://schemas.microsoft.com/office/drawing/2014/main" val="3530039664"/>
                    </a:ext>
                  </a:extLst>
                </a:gridCol>
                <a:gridCol w="3289840">
                  <a:extLst>
                    <a:ext uri="{9D8B030D-6E8A-4147-A177-3AD203B41FA5}">
                      <a16:colId xmlns:a16="http://schemas.microsoft.com/office/drawing/2014/main" val="2911310704"/>
                    </a:ext>
                  </a:extLst>
                </a:gridCol>
              </a:tblGrid>
              <a:tr h="831995">
                <a:tc>
                  <a:txBody>
                    <a:bodyPr/>
                    <a:lstStyle/>
                    <a:p>
                      <a:pPr algn="ctr" latinLnBrk="1"/>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메인페이지에서 문화센터 버튼 클릭 시 문화센터 홈페이지로 이동한다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622873">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 name="텍스트 개체 틀 11">
            <a:extLst>
              <a:ext uri="{FF2B5EF4-FFF2-40B4-BE49-F238E27FC236}">
                <a16:creationId xmlns:a16="http://schemas.microsoft.com/office/drawing/2014/main" id="{B364D0B0-F5D2-CA91-55E5-02F84AE8B997}"/>
              </a:ext>
            </a:extLst>
          </p:cNvPr>
          <p:cNvSpPr>
            <a:spLocks noGrp="1"/>
          </p:cNvSpPr>
          <p:nvPr>
            <p:ph type="body" sz="quarter" idx="16"/>
          </p:nvPr>
        </p:nvSpPr>
        <p:spPr>
          <a:xfrm>
            <a:off x="9567863" y="293688"/>
            <a:ext cx="1031875" cy="161925"/>
          </a:xfrm>
        </p:spPr>
        <p:txBody>
          <a:bodyPr/>
          <a:lstStyle/>
          <a:p>
            <a:pPr algn="ctr"/>
            <a:r>
              <a:rPr lang="ko-KR" altLang="en-US"/>
              <a:t>최은재</a:t>
            </a:r>
          </a:p>
        </p:txBody>
      </p:sp>
    </p:spTree>
    <p:extLst>
      <p:ext uri="{BB962C8B-B14F-4D97-AF65-F5344CB8AC3E}">
        <p14:creationId xmlns:p14="http://schemas.microsoft.com/office/powerpoint/2010/main" val="25422769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8DD69-4378-55E1-3C2A-CAC8A86574EB}"/>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F8D93A7C-25D2-2393-1AD3-D0E1925ED8D9}"/>
              </a:ext>
            </a:extLst>
          </p:cNvPr>
          <p:cNvSpPr>
            <a:spLocks noGrp="1"/>
          </p:cNvSpPr>
          <p:nvPr>
            <p:ph type="title"/>
          </p:nvPr>
        </p:nvSpPr>
        <p:spPr/>
        <p:txBody>
          <a:bodyPr/>
          <a:lstStyle/>
          <a:p>
            <a:pPr algn="ctr"/>
            <a:r>
              <a:rPr lang="en-US" altLang="ko-KR" dirty="0"/>
              <a:t>03. </a:t>
            </a:r>
            <a:r>
              <a:rPr lang="ko-KR" altLang="en-US" dirty="0"/>
              <a:t>내 정보</a:t>
            </a:r>
            <a:endParaRPr lang="ko-KR" altLang="en-US" sz="2500" dirty="0"/>
          </a:p>
        </p:txBody>
      </p:sp>
    </p:spTree>
    <p:extLst>
      <p:ext uri="{BB962C8B-B14F-4D97-AF65-F5344CB8AC3E}">
        <p14:creationId xmlns:p14="http://schemas.microsoft.com/office/powerpoint/2010/main" val="3513651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14C3F1E7-DA93-59B7-B0EB-B0618A7A3EE0}"/>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A59CEB34-25AE-85C1-10DF-7CE7EC01FA63}"/>
              </a:ext>
            </a:extLst>
          </p:cNvPr>
          <p:cNvSpPr>
            <a:spLocks noGrp="1"/>
          </p:cNvSpPr>
          <p:nvPr>
            <p:ph type="body" sz="quarter" idx="13"/>
          </p:nvPr>
        </p:nvSpPr>
        <p:spPr/>
        <p:txBody>
          <a:bodyPr/>
          <a:lstStyle/>
          <a:p>
            <a:r>
              <a:rPr lang="ko-KR" altLang="en-US" sz="1000"/>
              <a:t>마이페이지　첫　페이지</a:t>
            </a:r>
          </a:p>
        </p:txBody>
      </p:sp>
      <p:sp>
        <p:nvSpPr>
          <p:cNvPr id="7" name="텍스트 개체 틀 6">
            <a:extLst>
              <a:ext uri="{FF2B5EF4-FFF2-40B4-BE49-F238E27FC236}">
                <a16:creationId xmlns:a16="http://schemas.microsoft.com/office/drawing/2014/main" id="{65412BB7-C4A1-BA04-91DA-C92EA9AC0D64}"/>
              </a:ext>
            </a:extLst>
          </p:cNvPr>
          <p:cNvSpPr>
            <a:spLocks noGrp="1"/>
          </p:cNvSpPr>
          <p:nvPr>
            <p:ph type="body" sz="quarter" idx="15"/>
          </p:nvPr>
        </p:nvSpPr>
        <p:spPr/>
        <p:txBody>
          <a:bodyPr/>
          <a:lstStyle/>
          <a:p>
            <a:endParaRPr lang="ko-KR" altLang="en-US"/>
          </a:p>
        </p:txBody>
      </p:sp>
      <p:sp>
        <p:nvSpPr>
          <p:cNvPr id="16" name="왼쪽 중괄호 15">
            <a:extLst>
              <a:ext uri="{FF2B5EF4-FFF2-40B4-BE49-F238E27FC236}">
                <a16:creationId xmlns:a16="http://schemas.microsoft.com/office/drawing/2014/main" id="{C0DFA2D4-C36C-4E0E-9662-E1777EFDB40A}"/>
              </a:ext>
            </a:extLst>
          </p:cNvPr>
          <p:cNvSpPr/>
          <p:nvPr/>
        </p:nvSpPr>
        <p:spPr>
          <a:xfrm rot="10800000">
            <a:off x="5268574" y="1690636"/>
            <a:ext cx="106507" cy="712098"/>
          </a:xfrm>
          <a:prstGeom prst="leftBrace">
            <a:avLst>
              <a:gd name="adj1" fmla="val 49697"/>
              <a:gd name="adj2" fmla="val 50000"/>
            </a:avLst>
          </a:prstGeom>
          <a:ln w="952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타원 16">
            <a:extLst>
              <a:ext uri="{FF2B5EF4-FFF2-40B4-BE49-F238E27FC236}">
                <a16:creationId xmlns:a16="http://schemas.microsoft.com/office/drawing/2014/main" id="{44A51F56-B612-DB9C-B3EF-1F35FD376AFA}"/>
              </a:ext>
            </a:extLst>
          </p:cNvPr>
          <p:cNvSpPr/>
          <p:nvPr/>
        </p:nvSpPr>
        <p:spPr>
          <a:xfrm>
            <a:off x="5514598" y="195548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graphicFrame>
        <p:nvGraphicFramePr>
          <p:cNvPr id="18" name="표 17">
            <a:extLst>
              <a:ext uri="{FF2B5EF4-FFF2-40B4-BE49-F238E27FC236}">
                <a16:creationId xmlns:a16="http://schemas.microsoft.com/office/drawing/2014/main" id="{A886A406-1907-2505-B978-EA0C7110FBD0}"/>
              </a:ext>
            </a:extLst>
          </p:cNvPr>
          <p:cNvGraphicFramePr>
            <a:graphicFrameLocks noGrp="1"/>
          </p:cNvGraphicFramePr>
          <p:nvPr>
            <p:extLst>
              <p:ext uri="{D42A27DB-BD31-4B8C-83A1-F6EECF244321}">
                <p14:modId xmlns:p14="http://schemas.microsoft.com/office/powerpoint/2010/main" val="1594262665"/>
              </p:ext>
            </p:extLst>
          </p:nvPr>
        </p:nvGraphicFramePr>
        <p:xfrm>
          <a:off x="8287475" y="767471"/>
          <a:ext cx="3744000" cy="5533524"/>
        </p:xfrm>
        <a:graphic>
          <a:graphicData uri="http://schemas.openxmlformats.org/drawingml/2006/table">
            <a:tbl>
              <a:tblPr firstRow="1" bandRow="1">
                <a:tableStyleId>{5C22544A-7EE6-4342-B048-85BDC9FD1C3A}</a:tableStyleId>
              </a:tblPr>
              <a:tblGrid>
                <a:gridCol w="469872">
                  <a:extLst>
                    <a:ext uri="{9D8B030D-6E8A-4147-A177-3AD203B41FA5}">
                      <a16:colId xmlns:a16="http://schemas.microsoft.com/office/drawing/2014/main" val="3530039664"/>
                    </a:ext>
                  </a:extLst>
                </a:gridCol>
                <a:gridCol w="3274128">
                  <a:extLst>
                    <a:ext uri="{9D8B030D-6E8A-4147-A177-3AD203B41FA5}">
                      <a16:colId xmlns:a16="http://schemas.microsoft.com/office/drawing/2014/main" val="2911310704"/>
                    </a:ext>
                  </a:extLst>
                </a:gridCol>
              </a:tblGrid>
              <a:tr h="757125">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프로필 페이지 </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사진 등록</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이동 일지</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알림 </a:t>
                      </a:r>
                      <a:endPar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57125">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등록된 프로필 사진을 보여준다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lang="en-US" altLang="ko-KR" sz="1000" b="0">
                          <a:solidFill>
                            <a:schemeClr val="tx1"/>
                          </a:solidFill>
                          <a:latin typeface="나눔고딕" panose="020D0604000000000000" pitchFamily="50" charset="-127"/>
                          <a:ea typeface="나눔고딕" panose="020D0604000000000000" pitchFamily="50" charset="-127"/>
                        </a:rPr>
                        <a:t>ImageView</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marR="0" lvl="0" indent="0" algn="l" defTabSz="914400" rtl="0" eaLnBrk="1" fontAlgn="auto" latinLnBrk="1" hangingPunct="1">
                        <a:lnSpc>
                          <a:spcPct val="15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미등록 시에 기본 아이콘 적용 </a:t>
                      </a:r>
                      <a:endPar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57478345"/>
                  </a:ext>
                </a:extLst>
              </a:tr>
              <a:tr h="757125">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가입자의 정보</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이름</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전화번호</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를 보여준다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TextView</a:t>
                      </a: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62054409"/>
                  </a:ext>
                </a:extLst>
              </a:tr>
              <a:tr h="757125">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프로필 사진을 클릭하면 사진을 등록할 수 있다</a:t>
                      </a:r>
                      <a:r>
                        <a:rPr lang="en-US" altLang="ko-KR" sz="1000" b="0" spc="0" baseline="0">
                          <a:solidFill>
                            <a:schemeClr val="tx1"/>
                          </a:solidFill>
                          <a:latin typeface="나눔고딕" panose="020D0604000000000000" pitchFamily="50" charset="-127"/>
                          <a:ea typeface="나눔고딕" panose="020D0604000000000000" pitchFamily="50" charset="-127"/>
                        </a:rPr>
                        <a:t>.</a:t>
                      </a:r>
                      <a:r>
                        <a:rPr lang="en-US" altLang="ko-KR" sz="1000">
                          <a:latin typeface="나눔고딕" panose="020D0604000000000000" pitchFamily="50" charset="-127"/>
                          <a:ea typeface="나눔고딕" panose="020D0604000000000000" pitchFamily="50" charset="-127"/>
                        </a:rPr>
                        <a:t> ImageButton</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ko-KR" altLang="en-US" sz="1000" b="0" spc="0" baseline="0">
                          <a:solidFill>
                            <a:schemeClr val="tx1"/>
                          </a:solidFill>
                          <a:latin typeface="나눔고딕" panose="020D0604000000000000" pitchFamily="50" charset="-127"/>
                          <a:ea typeface="나눔고딕" panose="020D0604000000000000" pitchFamily="50" charset="-127"/>
                          <a:hlinkClick r:id="rId2" action="ppaction://hlinksldjump"/>
                        </a:rPr>
                        <a:t>프로필 등록 페이지 이동</a:t>
                      </a:r>
                      <a:endParaRPr lang="en-US" altLang="ko-KR" sz="1000" b="0" spc="0" baseline="0" dirty="0">
                        <a:solidFill>
                          <a:schemeClr val="tx1"/>
                        </a:solidFill>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757125">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귀가</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ko-KR" altLang="en-US" sz="1000" b="0" spc="0" baseline="0">
                          <a:solidFill>
                            <a:schemeClr val="tx1"/>
                          </a:solidFill>
                          <a:latin typeface="나눔고딕" panose="020D0604000000000000" pitchFamily="50" charset="-127"/>
                          <a:ea typeface="나눔고딕" panose="020D0604000000000000" pitchFamily="50" charset="-127"/>
                        </a:rPr>
                        <a:t>외출 현황을 알 수 있다</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en-US" altLang="ko-KR" sz="1000">
                          <a:latin typeface="나눔고딕" panose="020D0604000000000000" pitchFamily="50" charset="-127"/>
                          <a:ea typeface="나눔고딕" panose="020D0604000000000000" pitchFamily="50" charset="-127"/>
                        </a:rPr>
                        <a:t>CardView, TextView</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ko-KR" altLang="en-US" sz="1000" b="0" spc="0" baseline="0">
                          <a:solidFill>
                            <a:schemeClr val="tx1"/>
                          </a:solidFill>
                          <a:latin typeface="나눔고딕" panose="020D0604000000000000" pitchFamily="50" charset="-127"/>
                          <a:ea typeface="나눔고딕" panose="020D0604000000000000" pitchFamily="50" charset="-127"/>
                          <a:hlinkClick r:id="rId3" action="ppaction://hlinksldjump"/>
                        </a:rPr>
                        <a:t>이동 일지 페이지 이동</a:t>
                      </a:r>
                      <a:endParaRPr lang="en-US" altLang="ko-KR" sz="1000" b="0" spc="0" baseline="0">
                        <a:solidFill>
                          <a:schemeClr val="tx1"/>
                        </a:solidFill>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1133709">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5</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일정 관리를 위한 알림 기능 </a:t>
                      </a:r>
                      <a:r>
                        <a:rPr lang="en-US" altLang="ko-KR" sz="1000">
                          <a:latin typeface="나눔고딕" panose="020D0604000000000000" pitchFamily="50" charset="-127"/>
                          <a:ea typeface="나눔고딕" panose="020D0604000000000000" pitchFamily="50" charset="-127"/>
                        </a:rPr>
                        <a:t>CardView, TextView</a:t>
                      </a:r>
                    </a:p>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hlinkClick r:id="rId4" action="ppaction://hlinksldjump"/>
                        </a:rPr>
                        <a:t>알림 기록 페이지 이동</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en-US" altLang="ko-KR" sz="800" b="0" spc="0" baseline="0">
                          <a:solidFill>
                            <a:schemeClr val="tx1"/>
                          </a:solidFill>
                          <a:latin typeface="나눔고딕" panose="020D0604000000000000" pitchFamily="50" charset="-127"/>
                          <a:ea typeface="나눔고딕" panose="020D0604000000000000" pitchFamily="50" charset="-127"/>
                        </a:rPr>
                        <a:t>- </a:t>
                      </a:r>
                      <a:r>
                        <a:rPr lang="ko-KR" altLang="en-US" sz="800" b="0" spc="0" baseline="0">
                          <a:solidFill>
                            <a:schemeClr val="tx1"/>
                          </a:solidFill>
                          <a:latin typeface="나눔고딕" panose="020D0604000000000000" pitchFamily="50" charset="-127"/>
                          <a:ea typeface="나눔고딕" panose="020D0604000000000000" pitchFamily="50" charset="-127"/>
                        </a:rPr>
                        <a:t>보호자가 알림 기능을 추가 가능</a:t>
                      </a:r>
                      <a:endParaRPr lang="en-US" altLang="ko-KR" sz="8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en-US" altLang="ko-KR" sz="800" b="0" spc="0" baseline="0">
                          <a:solidFill>
                            <a:schemeClr val="tx1"/>
                          </a:solidFill>
                          <a:latin typeface="나눔고딕" panose="020D0604000000000000" pitchFamily="50" charset="-127"/>
                          <a:ea typeface="나눔고딕" panose="020D0604000000000000" pitchFamily="50" charset="-127"/>
                        </a:rPr>
                        <a:t>- </a:t>
                      </a:r>
                      <a:r>
                        <a:rPr lang="ko-KR" altLang="en-US" sz="800" b="0" spc="0" baseline="0">
                          <a:solidFill>
                            <a:schemeClr val="tx1"/>
                          </a:solidFill>
                          <a:latin typeface="나눔고딕" panose="020D0604000000000000" pitchFamily="50" charset="-127"/>
                          <a:ea typeface="나눔고딕" panose="020D0604000000000000" pitchFamily="50" charset="-127"/>
                        </a:rPr>
                        <a:t>시니어는 해당 시간에 알림 수신</a:t>
                      </a:r>
                      <a:endParaRPr lang="en-US" altLang="ko-KR" sz="800" b="0" spc="0" baseline="0">
                        <a:solidFill>
                          <a:schemeClr val="tx1"/>
                        </a:solidFill>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614190">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9" name="왼쪽 중괄호 18">
            <a:extLst>
              <a:ext uri="{FF2B5EF4-FFF2-40B4-BE49-F238E27FC236}">
                <a16:creationId xmlns:a16="http://schemas.microsoft.com/office/drawing/2014/main" id="{7155AA0C-01EB-91A4-7D81-DD02BD8FB524}"/>
              </a:ext>
            </a:extLst>
          </p:cNvPr>
          <p:cNvSpPr/>
          <p:nvPr/>
        </p:nvSpPr>
        <p:spPr>
          <a:xfrm rot="10800000">
            <a:off x="5239461" y="3792152"/>
            <a:ext cx="135622" cy="690878"/>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왼쪽 중괄호 19">
            <a:extLst>
              <a:ext uri="{FF2B5EF4-FFF2-40B4-BE49-F238E27FC236}">
                <a16:creationId xmlns:a16="http://schemas.microsoft.com/office/drawing/2014/main" id="{FDF4541C-7460-E17E-5880-E413D1D6579F}"/>
              </a:ext>
            </a:extLst>
          </p:cNvPr>
          <p:cNvSpPr/>
          <p:nvPr/>
        </p:nvSpPr>
        <p:spPr>
          <a:xfrm rot="10800000">
            <a:off x="5239460" y="4788326"/>
            <a:ext cx="135622" cy="690878"/>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E3E3C023-BC63-A271-FEB4-AA6AD7842269}"/>
              </a:ext>
            </a:extLst>
          </p:cNvPr>
          <p:cNvSpPr/>
          <p:nvPr/>
        </p:nvSpPr>
        <p:spPr>
          <a:xfrm>
            <a:off x="5507233" y="265384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22" name="타원 21">
            <a:extLst>
              <a:ext uri="{FF2B5EF4-FFF2-40B4-BE49-F238E27FC236}">
                <a16:creationId xmlns:a16="http://schemas.microsoft.com/office/drawing/2014/main" id="{36FA9DA3-F3E2-4118-DD2C-3646A233A8ED}"/>
              </a:ext>
            </a:extLst>
          </p:cNvPr>
          <p:cNvSpPr/>
          <p:nvPr/>
        </p:nvSpPr>
        <p:spPr>
          <a:xfrm>
            <a:off x="5507232" y="318271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pic>
        <p:nvPicPr>
          <p:cNvPr id="5" name="그림 4">
            <a:extLst>
              <a:ext uri="{FF2B5EF4-FFF2-40B4-BE49-F238E27FC236}">
                <a16:creationId xmlns:a16="http://schemas.microsoft.com/office/drawing/2014/main" id="{56661B4D-70DC-02DA-865D-5F1C421BA8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60050" y="1156437"/>
            <a:ext cx="2523610" cy="5012744"/>
          </a:xfrm>
          <a:prstGeom prst="rect">
            <a:avLst/>
          </a:prstGeom>
          <a:ln>
            <a:solidFill>
              <a:schemeClr val="tx1"/>
            </a:solidFill>
          </a:ln>
        </p:spPr>
      </p:pic>
      <p:cxnSp>
        <p:nvCxnSpPr>
          <p:cNvPr id="10" name="직선 화살표 연결선 9">
            <a:extLst>
              <a:ext uri="{FF2B5EF4-FFF2-40B4-BE49-F238E27FC236}">
                <a16:creationId xmlns:a16="http://schemas.microsoft.com/office/drawing/2014/main" id="{1B482832-8382-BCF8-74FC-B401183CAD96}"/>
              </a:ext>
            </a:extLst>
          </p:cNvPr>
          <p:cNvCxnSpPr/>
          <p:nvPr/>
        </p:nvCxnSpPr>
        <p:spPr>
          <a:xfrm>
            <a:off x="4986586" y="2731500"/>
            <a:ext cx="388495" cy="0"/>
          </a:xfrm>
          <a:prstGeom prst="straightConnector1">
            <a:avLst/>
          </a:prstGeom>
          <a:ln w="952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 name="왼쪽 중괄호 11">
            <a:extLst>
              <a:ext uri="{FF2B5EF4-FFF2-40B4-BE49-F238E27FC236}">
                <a16:creationId xmlns:a16="http://schemas.microsoft.com/office/drawing/2014/main" id="{C5EECA81-DBD2-D8AC-534A-06017782EADF}"/>
              </a:ext>
            </a:extLst>
          </p:cNvPr>
          <p:cNvSpPr/>
          <p:nvPr/>
        </p:nvSpPr>
        <p:spPr>
          <a:xfrm rot="10800000">
            <a:off x="5239459" y="3013438"/>
            <a:ext cx="135622" cy="540000"/>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3" name="타원 12">
            <a:extLst>
              <a:ext uri="{FF2B5EF4-FFF2-40B4-BE49-F238E27FC236}">
                <a16:creationId xmlns:a16="http://schemas.microsoft.com/office/drawing/2014/main" id="{4F4F6FCB-CC23-7B0C-C10C-6D4655FA6EFD}"/>
              </a:ext>
            </a:extLst>
          </p:cNvPr>
          <p:cNvSpPr/>
          <p:nvPr/>
        </p:nvSpPr>
        <p:spPr>
          <a:xfrm>
            <a:off x="5507232" y="402945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dirty="0">
              <a:latin typeface="Arial Black" panose="020B0A04020102020204" pitchFamily="34" charset="0"/>
            </a:endParaRPr>
          </a:p>
        </p:txBody>
      </p:sp>
      <p:sp>
        <p:nvSpPr>
          <p:cNvPr id="14" name="타원 13">
            <a:extLst>
              <a:ext uri="{FF2B5EF4-FFF2-40B4-BE49-F238E27FC236}">
                <a16:creationId xmlns:a16="http://schemas.microsoft.com/office/drawing/2014/main" id="{98F5ED2D-72FC-CCC1-1291-74D3F6D1D160}"/>
              </a:ext>
            </a:extLst>
          </p:cNvPr>
          <p:cNvSpPr/>
          <p:nvPr/>
        </p:nvSpPr>
        <p:spPr>
          <a:xfrm>
            <a:off x="5507231" y="504372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5</a:t>
            </a:r>
            <a:endParaRPr lang="ko-KR" altLang="en-US" sz="900" dirty="0">
              <a:latin typeface="Arial Black" panose="020B0A04020102020204" pitchFamily="34" charset="0"/>
            </a:endParaRPr>
          </a:p>
        </p:txBody>
      </p:sp>
      <p:sp>
        <p:nvSpPr>
          <p:cNvPr id="23" name="TextBox 22">
            <a:extLst>
              <a:ext uri="{FF2B5EF4-FFF2-40B4-BE49-F238E27FC236}">
                <a16:creationId xmlns:a16="http://schemas.microsoft.com/office/drawing/2014/main" id="{85A492F3-6DF1-4663-F77B-E4345FB95F45}"/>
              </a:ext>
            </a:extLst>
          </p:cNvPr>
          <p:cNvSpPr txBox="1"/>
          <p:nvPr/>
        </p:nvSpPr>
        <p:spPr>
          <a:xfrm>
            <a:off x="5770150" y="1935468"/>
            <a:ext cx="1117600" cy="261610"/>
          </a:xfrm>
          <a:prstGeom prst="rect">
            <a:avLst/>
          </a:prstGeom>
          <a:noFill/>
        </p:spPr>
        <p:txBody>
          <a:bodyPr wrap="square" rtlCol="0">
            <a:spAutoFit/>
          </a:bodyPr>
          <a:lstStyle/>
          <a:p>
            <a:r>
              <a:rPr lang="en-US" altLang="ko-KR" sz="1100"/>
              <a:t>ImageView</a:t>
            </a:r>
            <a:endParaRPr lang="ko-KR" altLang="en-US" sz="1100"/>
          </a:p>
        </p:txBody>
      </p:sp>
      <p:sp>
        <p:nvSpPr>
          <p:cNvPr id="24" name="TextBox 23">
            <a:extLst>
              <a:ext uri="{FF2B5EF4-FFF2-40B4-BE49-F238E27FC236}">
                <a16:creationId xmlns:a16="http://schemas.microsoft.com/office/drawing/2014/main" id="{C3F2B595-4BAE-6EB9-F71D-E42F26402BD2}"/>
              </a:ext>
            </a:extLst>
          </p:cNvPr>
          <p:cNvSpPr txBox="1"/>
          <p:nvPr/>
        </p:nvSpPr>
        <p:spPr>
          <a:xfrm>
            <a:off x="5758016" y="2632435"/>
            <a:ext cx="1117600" cy="261610"/>
          </a:xfrm>
          <a:prstGeom prst="rect">
            <a:avLst/>
          </a:prstGeom>
          <a:noFill/>
        </p:spPr>
        <p:txBody>
          <a:bodyPr wrap="square" rtlCol="0">
            <a:spAutoFit/>
          </a:bodyPr>
          <a:lstStyle/>
          <a:p>
            <a:r>
              <a:rPr lang="en-US" altLang="ko-KR" sz="1100"/>
              <a:t>ImageButton</a:t>
            </a:r>
            <a:endParaRPr lang="ko-KR" altLang="en-US" sz="1100"/>
          </a:p>
        </p:txBody>
      </p:sp>
      <p:sp>
        <p:nvSpPr>
          <p:cNvPr id="25" name="TextBox 24">
            <a:extLst>
              <a:ext uri="{FF2B5EF4-FFF2-40B4-BE49-F238E27FC236}">
                <a16:creationId xmlns:a16="http://schemas.microsoft.com/office/drawing/2014/main" id="{1D4D5076-D289-089D-A59A-6D057791AA71}"/>
              </a:ext>
            </a:extLst>
          </p:cNvPr>
          <p:cNvSpPr txBox="1"/>
          <p:nvPr/>
        </p:nvSpPr>
        <p:spPr>
          <a:xfrm>
            <a:off x="5745882" y="3168168"/>
            <a:ext cx="1117600" cy="261610"/>
          </a:xfrm>
          <a:prstGeom prst="rect">
            <a:avLst/>
          </a:prstGeom>
          <a:noFill/>
        </p:spPr>
        <p:txBody>
          <a:bodyPr wrap="square" rtlCol="0">
            <a:spAutoFit/>
          </a:bodyPr>
          <a:lstStyle/>
          <a:p>
            <a:r>
              <a:rPr lang="en-US" altLang="ko-KR" sz="1100"/>
              <a:t>TextView</a:t>
            </a:r>
            <a:endParaRPr lang="ko-KR" altLang="en-US" sz="1100"/>
          </a:p>
        </p:txBody>
      </p:sp>
      <p:sp>
        <p:nvSpPr>
          <p:cNvPr id="26" name="TextBox 25">
            <a:extLst>
              <a:ext uri="{FF2B5EF4-FFF2-40B4-BE49-F238E27FC236}">
                <a16:creationId xmlns:a16="http://schemas.microsoft.com/office/drawing/2014/main" id="{E0A5A743-45ED-F9EA-84B9-573AB1181699}"/>
              </a:ext>
            </a:extLst>
          </p:cNvPr>
          <p:cNvSpPr txBox="1"/>
          <p:nvPr/>
        </p:nvSpPr>
        <p:spPr>
          <a:xfrm>
            <a:off x="5733748" y="3943866"/>
            <a:ext cx="1117600" cy="430887"/>
          </a:xfrm>
          <a:prstGeom prst="rect">
            <a:avLst/>
          </a:prstGeom>
          <a:noFill/>
        </p:spPr>
        <p:txBody>
          <a:bodyPr wrap="square" rtlCol="0">
            <a:spAutoFit/>
          </a:bodyPr>
          <a:lstStyle/>
          <a:p>
            <a:r>
              <a:rPr lang="en-US" altLang="ko-KR" sz="1100"/>
              <a:t>CardView,</a:t>
            </a:r>
          </a:p>
          <a:p>
            <a:r>
              <a:rPr lang="en-US" altLang="ko-KR" sz="1100"/>
              <a:t>TextView</a:t>
            </a:r>
            <a:endParaRPr lang="ko-KR" altLang="en-US" sz="1100"/>
          </a:p>
        </p:txBody>
      </p:sp>
      <p:sp>
        <p:nvSpPr>
          <p:cNvPr id="2" name="텍스트 개체 틀 11">
            <a:extLst>
              <a:ext uri="{FF2B5EF4-FFF2-40B4-BE49-F238E27FC236}">
                <a16:creationId xmlns:a16="http://schemas.microsoft.com/office/drawing/2014/main" id="{485E9077-D3F7-8B1D-9246-D250829D1B3B}"/>
              </a:ext>
            </a:extLst>
          </p:cNvPr>
          <p:cNvSpPr>
            <a:spLocks noGrp="1"/>
          </p:cNvSpPr>
          <p:nvPr>
            <p:ph type="body" sz="quarter" idx="16"/>
          </p:nvPr>
        </p:nvSpPr>
        <p:spPr>
          <a:xfrm>
            <a:off x="9567863" y="293688"/>
            <a:ext cx="1031875" cy="161925"/>
          </a:xfrm>
        </p:spPr>
        <p:txBody>
          <a:bodyPr/>
          <a:lstStyle/>
          <a:p>
            <a:pPr algn="ctr"/>
            <a:r>
              <a:rPr lang="ko-KR" altLang="en-US"/>
              <a:t>최은재</a:t>
            </a:r>
          </a:p>
        </p:txBody>
      </p:sp>
      <p:sp>
        <p:nvSpPr>
          <p:cNvPr id="4" name="TextBox 3">
            <a:extLst>
              <a:ext uri="{FF2B5EF4-FFF2-40B4-BE49-F238E27FC236}">
                <a16:creationId xmlns:a16="http://schemas.microsoft.com/office/drawing/2014/main" id="{18803FA8-1FAE-8170-3D05-A451D4238B68}"/>
              </a:ext>
            </a:extLst>
          </p:cNvPr>
          <p:cNvSpPr txBox="1"/>
          <p:nvPr/>
        </p:nvSpPr>
        <p:spPr>
          <a:xfrm>
            <a:off x="5712778" y="4936417"/>
            <a:ext cx="1117600" cy="430887"/>
          </a:xfrm>
          <a:prstGeom prst="rect">
            <a:avLst/>
          </a:prstGeom>
          <a:noFill/>
        </p:spPr>
        <p:txBody>
          <a:bodyPr wrap="square" rtlCol="0">
            <a:spAutoFit/>
          </a:bodyPr>
          <a:lstStyle/>
          <a:p>
            <a:r>
              <a:rPr lang="en-US" altLang="ko-KR" sz="1100"/>
              <a:t>CardView,</a:t>
            </a:r>
          </a:p>
          <a:p>
            <a:r>
              <a:rPr lang="en-US" altLang="ko-KR" sz="1100"/>
              <a:t>TextView</a:t>
            </a:r>
            <a:endParaRPr lang="ko-KR" altLang="en-US" sz="1100"/>
          </a:p>
        </p:txBody>
      </p:sp>
    </p:spTree>
    <p:extLst>
      <p:ext uri="{BB962C8B-B14F-4D97-AF65-F5344CB8AC3E}">
        <p14:creationId xmlns:p14="http://schemas.microsoft.com/office/powerpoint/2010/main" val="2048215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C96FA6F-85EF-CC26-8EB0-25481158EC0A}"/>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6697B23D-3A6F-EB0E-49F9-323CFF854C79}"/>
              </a:ext>
            </a:extLst>
          </p:cNvPr>
          <p:cNvSpPr>
            <a:spLocks noGrp="1"/>
          </p:cNvSpPr>
          <p:nvPr>
            <p:ph type="body" sz="quarter" idx="13"/>
          </p:nvPr>
        </p:nvSpPr>
        <p:spPr>
          <a:xfrm>
            <a:off x="3844424" y="294364"/>
            <a:ext cx="2854325" cy="150813"/>
          </a:xfrm>
        </p:spPr>
        <p:txBody>
          <a:bodyPr/>
          <a:lstStyle/>
          <a:p>
            <a:r>
              <a:rPr lang="ko-KR" altLang="en-US" sz="1000"/>
              <a:t>프로필</a:t>
            </a:r>
            <a:r>
              <a:rPr lang="en-US" altLang="ko-KR" sz="1000"/>
              <a:t> -</a:t>
            </a:r>
            <a:r>
              <a:rPr lang="ko-KR" altLang="en-US" sz="1000"/>
              <a:t>사진 등록</a:t>
            </a:r>
          </a:p>
        </p:txBody>
      </p:sp>
      <p:sp>
        <p:nvSpPr>
          <p:cNvPr id="4" name="텍스트 개체 틀 3">
            <a:extLst>
              <a:ext uri="{FF2B5EF4-FFF2-40B4-BE49-F238E27FC236}">
                <a16:creationId xmlns:a16="http://schemas.microsoft.com/office/drawing/2014/main" id="{0647EA69-9655-F869-DF68-FD30C43A85D5}"/>
              </a:ext>
            </a:extLst>
          </p:cNvPr>
          <p:cNvSpPr>
            <a:spLocks noGrp="1"/>
          </p:cNvSpPr>
          <p:nvPr>
            <p:ph type="body" sz="quarter" idx="15"/>
          </p:nvPr>
        </p:nvSpPr>
        <p:spPr/>
        <p:txBody>
          <a:bodyPr/>
          <a:lstStyle/>
          <a:p>
            <a:endParaRPr lang="ko-KR" altLang="en-US"/>
          </a:p>
        </p:txBody>
      </p:sp>
      <p:pic>
        <p:nvPicPr>
          <p:cNvPr id="11" name="그림 10">
            <a:extLst>
              <a:ext uri="{FF2B5EF4-FFF2-40B4-BE49-F238E27FC236}">
                <a16:creationId xmlns:a16="http://schemas.microsoft.com/office/drawing/2014/main" id="{2A9C098E-B9D5-E5ED-C40D-464B251C51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3344" y="1216257"/>
            <a:ext cx="2451605" cy="4869718"/>
          </a:xfrm>
          <a:prstGeom prst="rect">
            <a:avLst/>
          </a:prstGeom>
          <a:ln>
            <a:solidFill>
              <a:schemeClr val="tx1"/>
            </a:solidFill>
          </a:ln>
        </p:spPr>
      </p:pic>
      <p:sp>
        <p:nvSpPr>
          <p:cNvPr id="12" name="왼쪽 중괄호 11">
            <a:extLst>
              <a:ext uri="{FF2B5EF4-FFF2-40B4-BE49-F238E27FC236}">
                <a16:creationId xmlns:a16="http://schemas.microsoft.com/office/drawing/2014/main" id="{2D3838EE-E190-F5D6-F489-2CA2673CC623}"/>
              </a:ext>
            </a:extLst>
          </p:cNvPr>
          <p:cNvSpPr/>
          <p:nvPr/>
        </p:nvSpPr>
        <p:spPr>
          <a:xfrm rot="10800000">
            <a:off x="5368421" y="1440223"/>
            <a:ext cx="135622" cy="540000"/>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3" name="왼쪽 중괄호 12">
            <a:extLst>
              <a:ext uri="{FF2B5EF4-FFF2-40B4-BE49-F238E27FC236}">
                <a16:creationId xmlns:a16="http://schemas.microsoft.com/office/drawing/2014/main" id="{0BB0F6E7-B01D-C320-9750-4B70BB3D2BB7}"/>
              </a:ext>
            </a:extLst>
          </p:cNvPr>
          <p:cNvSpPr/>
          <p:nvPr/>
        </p:nvSpPr>
        <p:spPr>
          <a:xfrm rot="10800000">
            <a:off x="5353439" y="2133512"/>
            <a:ext cx="163185" cy="1816726"/>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4" name="타원 13">
            <a:extLst>
              <a:ext uri="{FF2B5EF4-FFF2-40B4-BE49-F238E27FC236}">
                <a16:creationId xmlns:a16="http://schemas.microsoft.com/office/drawing/2014/main" id="{64E7CAC1-30BD-7C0E-B6D7-85F53A88947B}"/>
              </a:ext>
            </a:extLst>
          </p:cNvPr>
          <p:cNvSpPr/>
          <p:nvPr/>
        </p:nvSpPr>
        <p:spPr>
          <a:xfrm>
            <a:off x="5635565" y="293373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5" name="타원 14">
            <a:extLst>
              <a:ext uri="{FF2B5EF4-FFF2-40B4-BE49-F238E27FC236}">
                <a16:creationId xmlns:a16="http://schemas.microsoft.com/office/drawing/2014/main" id="{2AED273D-828E-D8B3-C0D7-E74D055ABCF9}"/>
              </a:ext>
            </a:extLst>
          </p:cNvPr>
          <p:cNvSpPr/>
          <p:nvPr/>
        </p:nvSpPr>
        <p:spPr>
          <a:xfrm>
            <a:off x="5619097" y="487937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16" name="왼쪽 중괄호 15">
            <a:extLst>
              <a:ext uri="{FF2B5EF4-FFF2-40B4-BE49-F238E27FC236}">
                <a16:creationId xmlns:a16="http://schemas.microsoft.com/office/drawing/2014/main" id="{C2E3C723-2401-3CAD-FDF0-6D013C85EEE1}"/>
              </a:ext>
            </a:extLst>
          </p:cNvPr>
          <p:cNvSpPr/>
          <p:nvPr/>
        </p:nvSpPr>
        <p:spPr>
          <a:xfrm rot="10800000">
            <a:off x="5348810" y="4079149"/>
            <a:ext cx="216273" cy="1816726"/>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타원 16">
            <a:extLst>
              <a:ext uri="{FF2B5EF4-FFF2-40B4-BE49-F238E27FC236}">
                <a16:creationId xmlns:a16="http://schemas.microsoft.com/office/drawing/2014/main" id="{4D937C22-0D53-9161-9A4E-BA924F4971F3}"/>
              </a:ext>
            </a:extLst>
          </p:cNvPr>
          <p:cNvSpPr/>
          <p:nvPr/>
        </p:nvSpPr>
        <p:spPr>
          <a:xfrm>
            <a:off x="5619096" y="160208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graphicFrame>
        <p:nvGraphicFramePr>
          <p:cNvPr id="18" name="표 17">
            <a:extLst>
              <a:ext uri="{FF2B5EF4-FFF2-40B4-BE49-F238E27FC236}">
                <a16:creationId xmlns:a16="http://schemas.microsoft.com/office/drawing/2014/main" id="{340C43B5-0B99-6EEC-239A-042822E6538C}"/>
              </a:ext>
            </a:extLst>
          </p:cNvPr>
          <p:cNvGraphicFramePr>
            <a:graphicFrameLocks noGrp="1"/>
          </p:cNvGraphicFramePr>
          <p:nvPr/>
        </p:nvGraphicFramePr>
        <p:xfrm>
          <a:off x="8287475" y="755897"/>
          <a:ext cx="3744000" cy="3594035"/>
        </p:xfrm>
        <a:graphic>
          <a:graphicData uri="http://schemas.openxmlformats.org/drawingml/2006/table">
            <a:tbl>
              <a:tblPr firstRow="1" bandRow="1">
                <a:tableStyleId>{5C22544A-7EE6-4342-B048-85BDC9FD1C3A}</a:tableStyleId>
              </a:tblPr>
              <a:tblGrid>
                <a:gridCol w="469872">
                  <a:extLst>
                    <a:ext uri="{9D8B030D-6E8A-4147-A177-3AD203B41FA5}">
                      <a16:colId xmlns:a16="http://schemas.microsoft.com/office/drawing/2014/main" val="3530039664"/>
                    </a:ext>
                  </a:extLst>
                </a:gridCol>
                <a:gridCol w="3274128">
                  <a:extLst>
                    <a:ext uri="{9D8B030D-6E8A-4147-A177-3AD203B41FA5}">
                      <a16:colId xmlns:a16="http://schemas.microsoft.com/office/drawing/2014/main" val="2911310704"/>
                    </a:ext>
                  </a:extLst>
                </a:gridCol>
              </a:tblGrid>
              <a:tr h="650169">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프로필 등록 페이지</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851737">
                <a:tc>
                  <a:txBody>
                    <a:bodyPr/>
                    <a:lstStyle/>
                    <a:p>
                      <a:pPr algn="ctr" latinLnBrk="1"/>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홈버튼을 클릭하면 홈으로 이동한다</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en-US" altLang="ko-KR" sz="1000">
                          <a:latin typeface="나눔고딕" panose="020D0604000000000000" pitchFamily="50" charset="-127"/>
                          <a:ea typeface="나눔고딕" panose="020D0604000000000000" pitchFamily="50" charset="-127"/>
                        </a:rPr>
                        <a:t>ImageButton</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ko-KR" altLang="en-US" sz="1000" b="0" spc="0" baseline="0">
                          <a:solidFill>
                            <a:schemeClr val="tx1"/>
                          </a:solidFill>
                          <a:latin typeface="나눔고딕" panose="020D0604000000000000" pitchFamily="50" charset="-127"/>
                          <a:ea typeface="나눔고딕" panose="020D0604000000000000" pitchFamily="50" charset="-127"/>
                          <a:hlinkClick r:id="rId3" action="ppaction://hlinksldjump"/>
                        </a:rPr>
                        <a:t>이동링크</a:t>
                      </a:r>
                      <a:r>
                        <a:rPr lang="en-US" altLang="ko-KR" sz="1000" b="0" spc="0" baseline="0">
                          <a:solidFill>
                            <a:schemeClr val="tx1"/>
                          </a:solidFill>
                          <a:latin typeface="나눔고딕" panose="020D0604000000000000" pitchFamily="50" charset="-127"/>
                          <a:ea typeface="나눔고딕" panose="020D0604000000000000" pitchFamily="50" charset="-127"/>
                          <a:hlinkClick r:id="rId3" action="ppaction://hlinksldjump"/>
                        </a:rPr>
                        <a:t>: </a:t>
                      </a:r>
                      <a:r>
                        <a:rPr lang="ko-KR" altLang="en-US" sz="1000" b="0" spc="0" baseline="0">
                          <a:solidFill>
                            <a:schemeClr val="tx1"/>
                          </a:solidFill>
                          <a:latin typeface="나눔고딕" panose="020D0604000000000000" pitchFamily="50" charset="-127"/>
                          <a:ea typeface="나눔고딕" panose="020D0604000000000000" pitchFamily="50" charset="-127"/>
                          <a:hlinkClick r:id="rId3" action="ppaction://hlinksldjump"/>
                        </a:rPr>
                        <a:t>홈화면</a:t>
                      </a:r>
                      <a:endParaRPr lang="en-US" altLang="ko-KR" sz="1000" b="0" spc="0" baseline="0">
                        <a:solidFill>
                          <a:schemeClr val="tx1"/>
                        </a:solidFill>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851737">
                <a:tc>
                  <a:txBody>
                    <a:bodyPr/>
                    <a:lstStyle/>
                    <a:p>
                      <a:pPr algn="ctr" latinLnBrk="1"/>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카메라 버튼을 클릭하면 바로 사진을 찍어 프로필 사진을 등록할 수 있다</a:t>
                      </a:r>
                      <a:r>
                        <a:rPr lang="en-US" altLang="ko-KR" sz="1000" b="0" spc="0" baseline="0">
                          <a:solidFill>
                            <a:schemeClr val="tx1"/>
                          </a:solidFill>
                          <a:latin typeface="나눔고딕" panose="020D0604000000000000" pitchFamily="50" charset="-127"/>
                          <a:ea typeface="나눔고딕" panose="020D0604000000000000" pitchFamily="50" charset="-127"/>
                        </a:rPr>
                        <a:t>.</a:t>
                      </a:r>
                      <a:r>
                        <a:rPr lang="en-US" altLang="ko-KR" sz="1000">
                          <a:latin typeface="나눔고딕" panose="020D0604000000000000" pitchFamily="50" charset="-127"/>
                          <a:ea typeface="나눔고딕" panose="020D0604000000000000" pitchFamily="50" charset="-127"/>
                        </a:rPr>
                        <a:t> Button</a:t>
                      </a:r>
                      <a:endPar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753642">
                <a:tc>
                  <a:txBody>
                    <a:bodyPr/>
                    <a:lstStyle/>
                    <a:p>
                      <a:pPr algn="ctr" latinLnBrk="1"/>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사진첩 버튼을 클릭하면 사진첩에서 사진을 선택하여 프로필 사진으로 등록할 수 있다</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en-US" altLang="ko-KR" sz="1000">
                          <a:latin typeface="나눔고딕" panose="020D0604000000000000" pitchFamily="50" charset="-127"/>
                          <a:ea typeface="나눔고딕" panose="020D0604000000000000" pitchFamily="50" charset="-127"/>
                        </a:rPr>
                        <a:t>Button</a:t>
                      </a:r>
                      <a:endPar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86750">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6" name="Rectangle 1">
            <a:extLst>
              <a:ext uri="{FF2B5EF4-FFF2-40B4-BE49-F238E27FC236}">
                <a16:creationId xmlns:a16="http://schemas.microsoft.com/office/drawing/2014/main" id="{126A7029-0BD7-410A-91E5-51A31254A7B1}"/>
              </a:ext>
            </a:extLst>
          </p:cNvPr>
          <p:cNvSpPr>
            <a:spLocks noChangeArrowheads="1"/>
          </p:cNvSpPr>
          <p:nvPr/>
        </p:nvSpPr>
        <p:spPr bwMode="auto">
          <a:xfrm>
            <a:off x="5855938" y="1571721"/>
            <a:ext cx="127852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a:t>ImageButton</a:t>
            </a:r>
            <a:endParaRPr kumimoji="0" lang="ko-KR" altLang="ko-KR" sz="1200" b="0" i="0" u="none" strike="noStrike" cap="none" normalizeH="0" baseline="0">
              <a:ln>
                <a:noFill/>
              </a:ln>
              <a:solidFill>
                <a:schemeClr val="tx1"/>
              </a:solidFill>
              <a:effectLst/>
            </a:endParaRPr>
          </a:p>
        </p:txBody>
      </p:sp>
      <p:sp>
        <p:nvSpPr>
          <p:cNvPr id="7" name="Rectangle 1">
            <a:extLst>
              <a:ext uri="{FF2B5EF4-FFF2-40B4-BE49-F238E27FC236}">
                <a16:creationId xmlns:a16="http://schemas.microsoft.com/office/drawing/2014/main" id="{83932824-435E-C5CF-D7CF-5E64EEC666ED}"/>
              </a:ext>
            </a:extLst>
          </p:cNvPr>
          <p:cNvSpPr>
            <a:spLocks noChangeArrowheads="1"/>
          </p:cNvSpPr>
          <p:nvPr/>
        </p:nvSpPr>
        <p:spPr bwMode="auto">
          <a:xfrm>
            <a:off x="5872406" y="2888134"/>
            <a:ext cx="127852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a:t>Button</a:t>
            </a:r>
            <a:endParaRPr kumimoji="0" lang="ko-KR" altLang="ko-KR" sz="1200" b="0" i="0" u="none" strike="noStrike" cap="none" normalizeH="0" baseline="0">
              <a:ln>
                <a:noFill/>
              </a:ln>
              <a:solidFill>
                <a:schemeClr val="tx1"/>
              </a:solidFill>
              <a:effectLst/>
            </a:endParaRPr>
          </a:p>
        </p:txBody>
      </p:sp>
      <p:sp>
        <p:nvSpPr>
          <p:cNvPr id="8" name="Rectangle 1">
            <a:extLst>
              <a:ext uri="{FF2B5EF4-FFF2-40B4-BE49-F238E27FC236}">
                <a16:creationId xmlns:a16="http://schemas.microsoft.com/office/drawing/2014/main" id="{853822A7-8441-49F6-E197-7CF07740CE5A}"/>
              </a:ext>
            </a:extLst>
          </p:cNvPr>
          <p:cNvSpPr>
            <a:spLocks noChangeArrowheads="1"/>
          </p:cNvSpPr>
          <p:nvPr/>
        </p:nvSpPr>
        <p:spPr bwMode="auto">
          <a:xfrm>
            <a:off x="5872407" y="4849011"/>
            <a:ext cx="127852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a:t>Button</a:t>
            </a:r>
            <a:endParaRPr kumimoji="0" lang="ko-KR" altLang="ko-KR" sz="1200" b="0" i="0" u="none" strike="noStrike" cap="none" normalizeH="0" baseline="0">
              <a:ln>
                <a:noFill/>
              </a:ln>
              <a:solidFill>
                <a:schemeClr val="tx1"/>
              </a:solidFill>
              <a:effectLst/>
            </a:endParaRPr>
          </a:p>
        </p:txBody>
      </p:sp>
      <p:sp>
        <p:nvSpPr>
          <p:cNvPr id="9" name="텍스트 개체 틀 11">
            <a:extLst>
              <a:ext uri="{FF2B5EF4-FFF2-40B4-BE49-F238E27FC236}">
                <a16:creationId xmlns:a16="http://schemas.microsoft.com/office/drawing/2014/main" id="{E260E77A-528C-7ADD-3B54-0D0D0963C4EF}"/>
              </a:ext>
            </a:extLst>
          </p:cNvPr>
          <p:cNvSpPr>
            <a:spLocks noGrp="1"/>
          </p:cNvSpPr>
          <p:nvPr>
            <p:ph type="body" sz="quarter" idx="16"/>
          </p:nvPr>
        </p:nvSpPr>
        <p:spPr>
          <a:xfrm>
            <a:off x="9567863" y="293688"/>
            <a:ext cx="1031875" cy="161925"/>
          </a:xfrm>
        </p:spPr>
        <p:txBody>
          <a:bodyPr/>
          <a:lstStyle/>
          <a:p>
            <a:pPr algn="ctr"/>
            <a:r>
              <a:rPr lang="ko-KR" altLang="en-US"/>
              <a:t>최은재</a:t>
            </a:r>
          </a:p>
        </p:txBody>
      </p:sp>
    </p:spTree>
    <p:extLst>
      <p:ext uri="{BB962C8B-B14F-4D97-AF65-F5344CB8AC3E}">
        <p14:creationId xmlns:p14="http://schemas.microsoft.com/office/powerpoint/2010/main" val="40102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61D28CC-B87B-28B5-A89A-177FBC2E0C0A}"/>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47AE1B35-154A-BBE5-18EE-0644A09B3C17}"/>
              </a:ext>
            </a:extLst>
          </p:cNvPr>
          <p:cNvSpPr>
            <a:spLocks noGrp="1"/>
          </p:cNvSpPr>
          <p:nvPr>
            <p:ph type="body" sz="quarter" idx="13"/>
          </p:nvPr>
        </p:nvSpPr>
        <p:spPr>
          <a:xfrm>
            <a:off x="3844424" y="294364"/>
            <a:ext cx="2854325" cy="150813"/>
          </a:xfrm>
        </p:spPr>
        <p:txBody>
          <a:bodyPr/>
          <a:lstStyle/>
          <a:p>
            <a:r>
              <a:rPr lang="ko-KR" altLang="en-US" sz="1000"/>
              <a:t>이동 일지 </a:t>
            </a:r>
            <a:r>
              <a:rPr lang="en-US" altLang="ko-KR" sz="1000"/>
              <a:t>– </a:t>
            </a:r>
            <a:r>
              <a:rPr lang="ko-KR" altLang="en-US" sz="1000"/>
              <a:t>어르신　및　보호자</a:t>
            </a:r>
          </a:p>
        </p:txBody>
      </p:sp>
      <p:sp>
        <p:nvSpPr>
          <p:cNvPr id="4" name="텍스트 개체 틀 3">
            <a:extLst>
              <a:ext uri="{FF2B5EF4-FFF2-40B4-BE49-F238E27FC236}">
                <a16:creationId xmlns:a16="http://schemas.microsoft.com/office/drawing/2014/main" id="{5CC89326-9612-252F-74CA-2E90514F872F}"/>
              </a:ext>
            </a:extLst>
          </p:cNvPr>
          <p:cNvSpPr>
            <a:spLocks noGrp="1"/>
          </p:cNvSpPr>
          <p:nvPr>
            <p:ph type="body" sz="quarter" idx="15"/>
          </p:nvPr>
        </p:nvSpPr>
        <p:spPr/>
        <p:txBody>
          <a:bodyPr/>
          <a:lstStyle/>
          <a:p>
            <a:endParaRPr lang="ko-KR" altLang="en-US"/>
          </a:p>
        </p:txBody>
      </p:sp>
      <p:sp>
        <p:nvSpPr>
          <p:cNvPr id="6" name="왼쪽 중괄호 5">
            <a:extLst>
              <a:ext uri="{FF2B5EF4-FFF2-40B4-BE49-F238E27FC236}">
                <a16:creationId xmlns:a16="http://schemas.microsoft.com/office/drawing/2014/main" id="{47484B3A-3B6C-8BDC-F1B8-2D51E623B3CB}"/>
              </a:ext>
            </a:extLst>
          </p:cNvPr>
          <p:cNvSpPr/>
          <p:nvPr/>
        </p:nvSpPr>
        <p:spPr>
          <a:xfrm rot="10800000">
            <a:off x="5238556" y="2066350"/>
            <a:ext cx="203935" cy="3727604"/>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7" name="타원 6">
            <a:extLst>
              <a:ext uri="{FF2B5EF4-FFF2-40B4-BE49-F238E27FC236}">
                <a16:creationId xmlns:a16="http://schemas.microsoft.com/office/drawing/2014/main" id="{59FEE7EC-2308-D9E2-E402-287EEE37B4F2}"/>
              </a:ext>
            </a:extLst>
          </p:cNvPr>
          <p:cNvSpPr/>
          <p:nvPr/>
        </p:nvSpPr>
        <p:spPr>
          <a:xfrm>
            <a:off x="5513875" y="382201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ko-KR" altLang="en-US" sz="1000" b="1">
                <a:latin typeface="Arial Black" panose="020B0A04020102020204" pitchFamily="34" charset="0"/>
              </a:rPr>
              <a:t>２</a:t>
            </a:r>
            <a:endParaRPr lang="ko-KR" altLang="en-US" sz="1000" b="1" dirty="0">
              <a:latin typeface="Arial Black" panose="020B0A04020102020204" pitchFamily="34" charset="0"/>
            </a:endParaRPr>
          </a:p>
        </p:txBody>
      </p:sp>
      <p:graphicFrame>
        <p:nvGraphicFramePr>
          <p:cNvPr id="8" name="표 7">
            <a:extLst>
              <a:ext uri="{FF2B5EF4-FFF2-40B4-BE49-F238E27FC236}">
                <a16:creationId xmlns:a16="http://schemas.microsoft.com/office/drawing/2014/main" id="{72F3329C-E361-40BB-9D13-F8CFC38B7238}"/>
              </a:ext>
            </a:extLst>
          </p:cNvPr>
          <p:cNvGraphicFramePr>
            <a:graphicFrameLocks noGrp="1"/>
          </p:cNvGraphicFramePr>
          <p:nvPr/>
        </p:nvGraphicFramePr>
        <p:xfrm>
          <a:off x="8282609" y="755897"/>
          <a:ext cx="3755255" cy="2854765"/>
        </p:xfrm>
        <a:graphic>
          <a:graphicData uri="http://schemas.openxmlformats.org/drawingml/2006/table">
            <a:tbl>
              <a:tblPr firstRow="1" bandRow="1">
                <a:tableStyleId>{5C22544A-7EE6-4342-B048-85BDC9FD1C3A}</a:tableStyleId>
              </a:tblPr>
              <a:tblGrid>
                <a:gridCol w="471284">
                  <a:extLst>
                    <a:ext uri="{9D8B030D-6E8A-4147-A177-3AD203B41FA5}">
                      <a16:colId xmlns:a16="http://schemas.microsoft.com/office/drawing/2014/main" val="3530039664"/>
                    </a:ext>
                  </a:extLst>
                </a:gridCol>
                <a:gridCol w="3283971">
                  <a:extLst>
                    <a:ext uri="{9D8B030D-6E8A-4147-A177-3AD203B41FA5}">
                      <a16:colId xmlns:a16="http://schemas.microsoft.com/office/drawing/2014/main" val="2911310704"/>
                    </a:ext>
                  </a:extLst>
                </a:gridCol>
              </a:tblGrid>
              <a:tr h="707143">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50000"/>
                        </a:lnSpc>
                        <a:buFontTx/>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이동일지 페이지</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40399001"/>
                  </a:ext>
                </a:extLst>
              </a:tr>
              <a:tr h="944880">
                <a:tc>
                  <a:txBody>
                    <a:bodyPr/>
                    <a:lstStyle/>
                    <a:p>
                      <a:pPr algn="ctr" latinLnBrk="1">
                        <a:lnSpc>
                          <a:spcPct val="150000"/>
                        </a:lnSpc>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dist"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이동일지 페이지에서 귀가 및 외출 시간을 확인 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171450" indent="-171450">
                        <a:lnSpc>
                          <a:spcPct val="150000"/>
                        </a:lnSpc>
                        <a:buFontTx/>
                        <a:buChar char="-"/>
                      </a:pPr>
                      <a:r>
                        <a:rPr lang="ko-KR" altLang="en-US" sz="800" b="0" spc="0" baseline="0">
                          <a:solidFill>
                            <a:schemeClr val="tx1"/>
                          </a:solidFill>
                          <a:latin typeface="나눔고딕" panose="020D0604000000000000" pitchFamily="50" charset="-127"/>
                          <a:ea typeface="나눔고딕" panose="020D0604000000000000" pitchFamily="50" charset="-127"/>
                        </a:rPr>
                        <a:t>지정한 위치</a:t>
                      </a:r>
                      <a:r>
                        <a:rPr lang="en-US" altLang="ko-KR" sz="800" b="0" spc="0" baseline="0">
                          <a:solidFill>
                            <a:schemeClr val="tx1"/>
                          </a:solidFill>
                          <a:latin typeface="나눔고딕" panose="020D0604000000000000" pitchFamily="50" charset="-127"/>
                          <a:ea typeface="나눔고딕" panose="020D0604000000000000" pitchFamily="50" charset="-127"/>
                        </a:rPr>
                        <a:t>(</a:t>
                      </a:r>
                      <a:r>
                        <a:rPr lang="ko-KR" altLang="en-US" sz="800" b="0" spc="0" baseline="0">
                          <a:solidFill>
                            <a:schemeClr val="tx1"/>
                          </a:solidFill>
                          <a:latin typeface="나눔고딕" panose="020D0604000000000000" pitchFamily="50" charset="-127"/>
                          <a:ea typeface="나눔고딕" panose="020D0604000000000000" pitchFamily="50" charset="-127"/>
                        </a:rPr>
                        <a:t>집</a:t>
                      </a:r>
                      <a:r>
                        <a:rPr lang="en-US" altLang="ko-KR" sz="800" b="0" spc="0" baseline="0">
                          <a:solidFill>
                            <a:schemeClr val="tx1"/>
                          </a:solidFill>
                          <a:latin typeface="나눔고딕" panose="020D0604000000000000" pitchFamily="50" charset="-127"/>
                          <a:ea typeface="나눔고딕" panose="020D0604000000000000" pitchFamily="50" charset="-127"/>
                        </a:rPr>
                        <a:t>)</a:t>
                      </a:r>
                      <a:r>
                        <a:rPr lang="ko-KR" altLang="en-US" sz="800" b="0" spc="0" baseline="0">
                          <a:solidFill>
                            <a:schemeClr val="tx1"/>
                          </a:solidFill>
                          <a:latin typeface="나눔고딕" panose="020D0604000000000000" pitchFamily="50" charset="-127"/>
                          <a:ea typeface="나눔고딕" panose="020D0604000000000000" pitchFamily="50" charset="-127"/>
                        </a:rPr>
                        <a:t>에서 멀어지면 외출 상태</a:t>
                      </a:r>
                      <a:endParaRPr lang="en-US" altLang="ko-KR" sz="800" b="0" spc="0" baseline="0">
                        <a:solidFill>
                          <a:schemeClr val="tx1"/>
                        </a:solidFill>
                        <a:latin typeface="나눔고딕" panose="020D0604000000000000" pitchFamily="50" charset="-127"/>
                        <a:ea typeface="나눔고딕" panose="020D0604000000000000" pitchFamily="50" charset="-127"/>
                      </a:endParaRPr>
                    </a:p>
                    <a:p>
                      <a:pPr marL="171450" indent="-171450">
                        <a:lnSpc>
                          <a:spcPct val="150000"/>
                        </a:lnSpc>
                        <a:buFontTx/>
                        <a:buChar char="-"/>
                      </a:pPr>
                      <a:r>
                        <a:rPr lang="ko-KR" altLang="en-US" sz="800" b="0" spc="0" baseline="0">
                          <a:solidFill>
                            <a:schemeClr val="tx1"/>
                          </a:solidFill>
                          <a:latin typeface="나눔고딕" panose="020D0604000000000000" pitchFamily="50" charset="-127"/>
                          <a:ea typeface="나눔고딕" panose="020D0604000000000000" pitchFamily="50" charset="-127"/>
                        </a:rPr>
                        <a:t>지정한 위치</a:t>
                      </a:r>
                      <a:r>
                        <a:rPr lang="en-US" altLang="ko-KR" sz="800" b="0" spc="0" baseline="0">
                          <a:solidFill>
                            <a:schemeClr val="tx1"/>
                          </a:solidFill>
                          <a:latin typeface="나눔고딕" panose="020D0604000000000000" pitchFamily="50" charset="-127"/>
                          <a:ea typeface="나눔고딕" panose="020D0604000000000000" pitchFamily="50" charset="-127"/>
                        </a:rPr>
                        <a:t>(</a:t>
                      </a:r>
                      <a:r>
                        <a:rPr lang="ko-KR" altLang="en-US" sz="800" b="0" spc="0" baseline="0">
                          <a:solidFill>
                            <a:schemeClr val="tx1"/>
                          </a:solidFill>
                          <a:latin typeface="나눔고딕" panose="020D0604000000000000" pitchFamily="50" charset="-127"/>
                          <a:ea typeface="나눔고딕" panose="020D0604000000000000" pitchFamily="50" charset="-127"/>
                        </a:rPr>
                        <a:t>집</a:t>
                      </a:r>
                      <a:r>
                        <a:rPr lang="en-US" altLang="ko-KR" sz="800" b="0" spc="0" baseline="0">
                          <a:solidFill>
                            <a:schemeClr val="tx1"/>
                          </a:solidFill>
                          <a:latin typeface="나눔고딕" panose="020D0604000000000000" pitchFamily="50" charset="-127"/>
                          <a:ea typeface="나눔고딕" panose="020D0604000000000000" pitchFamily="50" charset="-127"/>
                        </a:rPr>
                        <a:t>)</a:t>
                      </a:r>
                      <a:r>
                        <a:rPr lang="ko-KR" altLang="en-US" sz="800" b="0" spc="0" baseline="0">
                          <a:solidFill>
                            <a:schemeClr val="tx1"/>
                          </a:solidFill>
                          <a:latin typeface="나눔고딕" panose="020D0604000000000000" pitchFamily="50" charset="-127"/>
                          <a:ea typeface="나눔고딕" panose="020D0604000000000000" pitchFamily="50" charset="-127"/>
                        </a:rPr>
                        <a:t>의 반경 이내면 귀가 상태</a:t>
                      </a:r>
                      <a:endPar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687811">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스크롤을 내리면 과거 이동 일지들을 확인할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rPr>
                        <a:t>RecyclerView</a:t>
                      </a:r>
                      <a:r>
                        <a:rPr lang="en-US" altLang="ko-KR" sz="1000">
                          <a:latin typeface="나눔고딕" panose="020D0604000000000000" pitchFamily="50" charset="-127"/>
                          <a:ea typeface="나눔고딕" panose="020D0604000000000000" pitchFamily="50" charset="-127"/>
                        </a:rPr>
                        <a:t>, </a:t>
                      </a:r>
                      <a:r>
                        <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rPr>
                        <a:t>TextView </a:t>
                      </a: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10026436"/>
                  </a:ext>
                </a:extLst>
              </a:tr>
              <a:tr h="514931">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pic>
        <p:nvPicPr>
          <p:cNvPr id="11" name="그림 10">
            <a:extLst>
              <a:ext uri="{FF2B5EF4-FFF2-40B4-BE49-F238E27FC236}">
                <a16:creationId xmlns:a16="http://schemas.microsoft.com/office/drawing/2014/main" id="{B8FB5180-2CC7-F607-D3E1-9D85F31F8D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8869" y="1212910"/>
            <a:ext cx="2479018" cy="4924170"/>
          </a:xfrm>
          <a:prstGeom prst="rect">
            <a:avLst/>
          </a:prstGeom>
          <a:ln>
            <a:solidFill>
              <a:schemeClr val="tx1"/>
            </a:solidFill>
          </a:ln>
        </p:spPr>
      </p:pic>
      <p:sp>
        <p:nvSpPr>
          <p:cNvPr id="9" name="Rectangle 1">
            <a:extLst>
              <a:ext uri="{FF2B5EF4-FFF2-40B4-BE49-F238E27FC236}">
                <a16:creationId xmlns:a16="http://schemas.microsoft.com/office/drawing/2014/main" id="{4B1F09D5-CBAA-FB1D-E302-59621D8C6185}"/>
              </a:ext>
            </a:extLst>
          </p:cNvPr>
          <p:cNvSpPr>
            <a:spLocks noChangeArrowheads="1"/>
          </p:cNvSpPr>
          <p:nvPr/>
        </p:nvSpPr>
        <p:spPr bwMode="auto">
          <a:xfrm>
            <a:off x="5766045" y="3791651"/>
            <a:ext cx="127852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RecyclerView</a:t>
            </a:r>
            <a:r>
              <a:rPr lang="en-US" altLang="ko-KR" sz="1200"/>
              <a:t>,</a:t>
            </a:r>
          </a:p>
        </p:txBody>
      </p:sp>
      <p:cxnSp>
        <p:nvCxnSpPr>
          <p:cNvPr id="16" name="연결선: 꺾임 15">
            <a:extLst>
              <a:ext uri="{FF2B5EF4-FFF2-40B4-BE49-F238E27FC236}">
                <a16:creationId xmlns:a16="http://schemas.microsoft.com/office/drawing/2014/main" id="{1C32DA96-16C0-BA67-3C42-F260CA743C9A}"/>
              </a:ext>
            </a:extLst>
          </p:cNvPr>
          <p:cNvCxnSpPr>
            <a:cxnSpLocks/>
          </p:cNvCxnSpPr>
          <p:nvPr/>
        </p:nvCxnSpPr>
        <p:spPr>
          <a:xfrm flipV="1">
            <a:off x="4632960" y="1666240"/>
            <a:ext cx="809531" cy="579120"/>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1A6AD71F-70A3-AD1E-1038-E85F73F78303}"/>
              </a:ext>
            </a:extLst>
          </p:cNvPr>
          <p:cNvSpPr txBox="1"/>
          <p:nvPr/>
        </p:nvSpPr>
        <p:spPr>
          <a:xfrm>
            <a:off x="5730148" y="1527740"/>
            <a:ext cx="1584960" cy="27699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TextView </a:t>
            </a:r>
          </a:p>
        </p:txBody>
      </p:sp>
      <p:sp>
        <p:nvSpPr>
          <p:cNvPr id="27" name="타원 26">
            <a:extLst>
              <a:ext uri="{FF2B5EF4-FFF2-40B4-BE49-F238E27FC236}">
                <a16:creationId xmlns:a16="http://schemas.microsoft.com/office/drawing/2014/main" id="{3EC15B64-AFBF-5346-F4B2-DFE7A0B0C5EC}"/>
              </a:ext>
            </a:extLst>
          </p:cNvPr>
          <p:cNvSpPr/>
          <p:nvPr/>
        </p:nvSpPr>
        <p:spPr>
          <a:xfrm>
            <a:off x="5514047" y="158536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
        <p:nvSpPr>
          <p:cNvPr id="10" name="텍스트 개체 틀 11">
            <a:extLst>
              <a:ext uri="{FF2B5EF4-FFF2-40B4-BE49-F238E27FC236}">
                <a16:creationId xmlns:a16="http://schemas.microsoft.com/office/drawing/2014/main" id="{CB9C94BE-ED72-9AE8-6FE7-E3CADBAE4356}"/>
              </a:ext>
            </a:extLst>
          </p:cNvPr>
          <p:cNvSpPr>
            <a:spLocks noGrp="1"/>
          </p:cNvSpPr>
          <p:nvPr>
            <p:ph type="body" sz="quarter" idx="16"/>
          </p:nvPr>
        </p:nvSpPr>
        <p:spPr>
          <a:xfrm>
            <a:off x="9567863" y="293688"/>
            <a:ext cx="1031875" cy="161925"/>
          </a:xfrm>
        </p:spPr>
        <p:txBody>
          <a:bodyPr/>
          <a:lstStyle/>
          <a:p>
            <a:pPr algn="ctr"/>
            <a:r>
              <a:rPr lang="ko-KR" altLang="en-US"/>
              <a:t>최은재</a:t>
            </a:r>
          </a:p>
        </p:txBody>
      </p:sp>
      <p:sp>
        <p:nvSpPr>
          <p:cNvPr id="12" name="TextBox 11">
            <a:extLst>
              <a:ext uri="{FF2B5EF4-FFF2-40B4-BE49-F238E27FC236}">
                <a16:creationId xmlns:a16="http://schemas.microsoft.com/office/drawing/2014/main" id="{0183ABA2-75E8-91E0-2D32-76EE0686373C}"/>
              </a:ext>
            </a:extLst>
          </p:cNvPr>
          <p:cNvSpPr txBox="1"/>
          <p:nvPr/>
        </p:nvSpPr>
        <p:spPr>
          <a:xfrm>
            <a:off x="7315108" y="6513444"/>
            <a:ext cx="824475" cy="230832"/>
          </a:xfrm>
          <a:prstGeom prst="rect">
            <a:avLst/>
          </a:prstGeom>
          <a:noFill/>
        </p:spPr>
        <p:txBody>
          <a:bodyPr wrap="square" rtlCol="0">
            <a:spAutoFit/>
          </a:bodyPr>
          <a:lstStyle/>
          <a:p>
            <a:r>
              <a:rPr kumimoji="1" lang="ko-KR" altLang="en-US" sz="900">
                <a:solidFill>
                  <a:schemeClr val="bg1">
                    <a:lumMod val="65000"/>
                  </a:schemeClr>
                </a:solidFill>
                <a:hlinkClick r:id="rId3" action="ppaction://hlinksldjump">
                  <a:extLst>
                    <a:ext uri="{A12FA001-AC4F-418D-AE19-62706E023703}">
                      <ahyp:hlinkClr xmlns:ahyp="http://schemas.microsoft.com/office/drawing/2018/hyperlinkcolor" val="tx"/>
                    </a:ext>
                  </a:extLst>
                </a:hlinkClick>
              </a:rPr>
              <a:t>페이지 이동</a:t>
            </a:r>
            <a:endParaRPr kumimoji="1" lang="ko-KR" altLang="en-US" sz="900" dirty="0">
              <a:solidFill>
                <a:schemeClr val="bg1">
                  <a:lumMod val="65000"/>
                </a:schemeClr>
              </a:solidFill>
            </a:endParaRPr>
          </a:p>
        </p:txBody>
      </p:sp>
    </p:spTree>
    <p:extLst>
      <p:ext uri="{BB962C8B-B14F-4D97-AF65-F5344CB8AC3E}">
        <p14:creationId xmlns:p14="http://schemas.microsoft.com/office/powerpoint/2010/main" val="4557105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제목 9">
            <a:extLst>
              <a:ext uri="{FF2B5EF4-FFF2-40B4-BE49-F238E27FC236}">
                <a16:creationId xmlns:a16="http://schemas.microsoft.com/office/drawing/2014/main" id="{69A224FC-31D8-054E-C034-E68827B5B313}"/>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1024103B-8B65-1E71-3A84-995BBA6BF3F9}"/>
              </a:ext>
            </a:extLst>
          </p:cNvPr>
          <p:cNvSpPr>
            <a:spLocks noGrp="1"/>
          </p:cNvSpPr>
          <p:nvPr>
            <p:ph type="body" sz="quarter" idx="13"/>
          </p:nvPr>
        </p:nvSpPr>
        <p:spPr>
          <a:xfrm>
            <a:off x="3844424" y="294364"/>
            <a:ext cx="2854325" cy="150813"/>
          </a:xfrm>
        </p:spPr>
        <p:txBody>
          <a:bodyPr/>
          <a:lstStyle/>
          <a:p>
            <a:r>
              <a:rPr lang="ko-KR" altLang="en-US" sz="1000"/>
              <a:t>알림 기록 </a:t>
            </a:r>
            <a:r>
              <a:rPr lang="en-US" altLang="ko-KR" sz="1000"/>
              <a:t>- </a:t>
            </a:r>
            <a:r>
              <a:rPr lang="ko-KR" altLang="en-US" sz="1000"/>
              <a:t>어르신</a:t>
            </a:r>
          </a:p>
        </p:txBody>
      </p:sp>
      <p:sp>
        <p:nvSpPr>
          <p:cNvPr id="11" name="텍스트 개체 틀 10">
            <a:extLst>
              <a:ext uri="{FF2B5EF4-FFF2-40B4-BE49-F238E27FC236}">
                <a16:creationId xmlns:a16="http://schemas.microsoft.com/office/drawing/2014/main" id="{1BC98C20-B997-E51B-DBAD-E8450F34B96A}"/>
              </a:ext>
            </a:extLst>
          </p:cNvPr>
          <p:cNvSpPr>
            <a:spLocks noGrp="1"/>
          </p:cNvSpPr>
          <p:nvPr>
            <p:ph type="body" sz="quarter" idx="15"/>
          </p:nvPr>
        </p:nvSpPr>
        <p:spPr/>
        <p:txBody>
          <a:bodyPr/>
          <a:lstStyle/>
          <a:p>
            <a:endParaRPr lang="ko-KR" altLang="en-US"/>
          </a:p>
        </p:txBody>
      </p:sp>
      <p:graphicFrame>
        <p:nvGraphicFramePr>
          <p:cNvPr id="6" name="표 5">
            <a:extLst>
              <a:ext uri="{FF2B5EF4-FFF2-40B4-BE49-F238E27FC236}">
                <a16:creationId xmlns:a16="http://schemas.microsoft.com/office/drawing/2014/main" id="{38A67CD7-8247-4D91-8DBE-E32925DFB0A6}"/>
              </a:ext>
            </a:extLst>
          </p:cNvPr>
          <p:cNvGraphicFramePr>
            <a:graphicFrameLocks noGrp="1"/>
          </p:cNvGraphicFramePr>
          <p:nvPr/>
        </p:nvGraphicFramePr>
        <p:xfrm>
          <a:off x="8282609" y="755895"/>
          <a:ext cx="3755255" cy="4312285"/>
        </p:xfrm>
        <a:graphic>
          <a:graphicData uri="http://schemas.openxmlformats.org/drawingml/2006/table">
            <a:tbl>
              <a:tblPr firstRow="1" bandRow="1">
                <a:tableStyleId>{5C22544A-7EE6-4342-B048-85BDC9FD1C3A}</a:tableStyleId>
              </a:tblPr>
              <a:tblGrid>
                <a:gridCol w="471284">
                  <a:extLst>
                    <a:ext uri="{9D8B030D-6E8A-4147-A177-3AD203B41FA5}">
                      <a16:colId xmlns:a16="http://schemas.microsoft.com/office/drawing/2014/main" val="3530039664"/>
                    </a:ext>
                  </a:extLst>
                </a:gridCol>
                <a:gridCol w="3283971">
                  <a:extLst>
                    <a:ext uri="{9D8B030D-6E8A-4147-A177-3AD203B41FA5}">
                      <a16:colId xmlns:a16="http://schemas.microsoft.com/office/drawing/2014/main" val="2911310704"/>
                    </a:ext>
                  </a:extLst>
                </a:gridCol>
              </a:tblGrid>
              <a:tr h="820032">
                <a:tc>
                  <a:txBody>
                    <a:bodyPr/>
                    <a:lstStyle/>
                    <a:p>
                      <a:pPr algn="ctr" latinLnBrk="1">
                        <a:lnSpc>
                          <a:spcPct val="150000"/>
                        </a:lnSpc>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 typeface="나눔고딕" panose="020D0604000000000000" pitchFamily="50" charset="-127"/>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어르신의 알림 기록 페이지．</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32599085"/>
                  </a:ext>
                </a:extLst>
              </a:tr>
              <a:tr h="820032">
                <a:tc>
                  <a:txBody>
                    <a:bodyPr/>
                    <a:lstStyle/>
                    <a:p>
                      <a:pPr algn="ctr" latinLnBrk="1">
                        <a:lnSpc>
                          <a:spcPct val="150000"/>
                        </a:lnSpc>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날짜 별로</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(7</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일 기준</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알림 내역을 확인할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indent="0" algn="l" latinLnBrk="1">
                        <a:lnSpc>
                          <a:spcPct val="150000"/>
                        </a:lnSpc>
                        <a:buFont typeface="Arial" panose="020B0604020202020204" pitchFamily="34" charset="0"/>
                        <a:buNone/>
                      </a:pP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HorizontalScrollView, Button</a:t>
                      </a: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766360">
                <a:tc>
                  <a:txBody>
                    <a:bodyPr/>
                    <a:lstStyle/>
                    <a:p>
                      <a:pPr algn="ctr" latinLnBrk="1">
                        <a:lnSpc>
                          <a:spcPct val="150000"/>
                        </a:lnSpc>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스크롤을 내리면 과거 알림 내역을 확인할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rPr>
                        <a:t>RecyclerView</a:t>
                      </a:r>
                      <a:r>
                        <a:rPr lang="en-US" altLang="ko-KR" sz="1000">
                          <a:latin typeface="나눔고딕" panose="020D0604000000000000" pitchFamily="50" charset="-127"/>
                          <a:ea typeface="나눔고딕" panose="020D0604000000000000" pitchFamily="50" charset="-127"/>
                        </a:rPr>
                        <a:t>, </a:t>
                      </a:r>
                      <a:r>
                        <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rPr>
                        <a:t>TextView </a:t>
                      </a:r>
                      <a:endParaRPr kumimoji="0" lang="en-US" altLang="ko-KR" sz="5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endParaRPr>
                    </a:p>
                    <a:p>
                      <a:pPr marL="171450" lvl="0" indent="-171450" algn="l" latinLnBrk="1">
                        <a:lnSpc>
                          <a:spcPct val="150000"/>
                        </a:lnSpc>
                        <a:buFont typeface="나눔고딕" panose="020D0604000000000000" pitchFamily="50" charset="-127"/>
                        <a:buChar char="-"/>
                      </a:pP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당일이 되면 보호자는 알림을 수신하게 된다</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171450" marR="0" lvl="0" indent="-171450" algn="l" defTabSz="914400" rtl="0" eaLnBrk="1" fontAlgn="auto" latinLnBrk="1" hangingPunct="1">
                        <a:lnSpc>
                          <a:spcPct val="150000"/>
                        </a:lnSpc>
                        <a:spcBef>
                          <a:spcPts val="0"/>
                        </a:spcBef>
                        <a:spcAft>
                          <a:spcPts val="0"/>
                        </a:spcAft>
                        <a:buClrTx/>
                        <a:buSzTx/>
                        <a:buFont typeface="나눔고딕" panose="020D0604000000000000" pitchFamily="50" charset="-127"/>
                        <a:buChar char="-"/>
                        <a:tabLst/>
                        <a:defRPr/>
                      </a:pP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 내리면 이전 알림 내역 확인할 수 있다</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171450" marR="0" lvl="0" indent="-171450" algn="l" defTabSz="914400" rtl="0" eaLnBrk="1" fontAlgn="auto" latinLnBrk="1" hangingPunct="1">
                        <a:lnSpc>
                          <a:spcPct val="150000"/>
                        </a:lnSpc>
                        <a:spcBef>
                          <a:spcPts val="0"/>
                        </a:spcBef>
                        <a:spcAft>
                          <a:spcPts val="0"/>
                        </a:spcAft>
                        <a:buClrTx/>
                        <a:buSzTx/>
                        <a:buFont typeface="나눔고딕" panose="020D0604000000000000" pitchFamily="50" charset="-127"/>
                        <a:buChar char="-"/>
                        <a:tabLst/>
                        <a:defRPr/>
                      </a:pP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가독성을 위해 지난 알림은 회색</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남은 알림은 노란색으로 처리</a:t>
                      </a:r>
                      <a:endPar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10026436"/>
                  </a:ext>
                </a:extLst>
              </a:tr>
              <a:tr h="905861">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7" name="왼쪽 중괄호 6">
            <a:extLst>
              <a:ext uri="{FF2B5EF4-FFF2-40B4-BE49-F238E27FC236}">
                <a16:creationId xmlns:a16="http://schemas.microsoft.com/office/drawing/2014/main" id="{20329F0E-6652-1283-99A3-09C45FF24E4C}"/>
              </a:ext>
            </a:extLst>
          </p:cNvPr>
          <p:cNvSpPr/>
          <p:nvPr/>
        </p:nvSpPr>
        <p:spPr>
          <a:xfrm rot="10800000">
            <a:off x="5031824" y="2303361"/>
            <a:ext cx="216271" cy="3358072"/>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 name="타원 7">
            <a:extLst>
              <a:ext uri="{FF2B5EF4-FFF2-40B4-BE49-F238E27FC236}">
                <a16:creationId xmlns:a16="http://schemas.microsoft.com/office/drawing/2014/main" id="{BCA25771-EB7B-1ECA-117F-7F97D239DF67}"/>
              </a:ext>
            </a:extLst>
          </p:cNvPr>
          <p:cNvSpPr/>
          <p:nvPr/>
        </p:nvSpPr>
        <p:spPr>
          <a:xfrm>
            <a:off x="5307146" y="388660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pic>
        <p:nvPicPr>
          <p:cNvPr id="18" name="그림 17">
            <a:extLst>
              <a:ext uri="{FF2B5EF4-FFF2-40B4-BE49-F238E27FC236}">
                <a16:creationId xmlns:a16="http://schemas.microsoft.com/office/drawing/2014/main" id="{47ED6403-2E92-69BC-9CA7-715095DC33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4868" y="1140416"/>
            <a:ext cx="2458899" cy="4884207"/>
          </a:xfrm>
          <a:prstGeom prst="rect">
            <a:avLst/>
          </a:prstGeom>
          <a:ln>
            <a:solidFill>
              <a:schemeClr val="tx1"/>
            </a:solidFill>
          </a:ln>
        </p:spPr>
      </p:pic>
      <p:sp>
        <p:nvSpPr>
          <p:cNvPr id="4" name="왼쪽 중괄호 3">
            <a:extLst>
              <a:ext uri="{FF2B5EF4-FFF2-40B4-BE49-F238E27FC236}">
                <a16:creationId xmlns:a16="http://schemas.microsoft.com/office/drawing/2014/main" id="{A93F6188-F754-1771-0278-6D87C1C6DC8C}"/>
              </a:ext>
            </a:extLst>
          </p:cNvPr>
          <p:cNvSpPr/>
          <p:nvPr/>
        </p:nvSpPr>
        <p:spPr>
          <a:xfrm rot="10800000">
            <a:off x="5031823" y="1749964"/>
            <a:ext cx="216271" cy="379778"/>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5" name="타원 4">
            <a:extLst>
              <a:ext uri="{FF2B5EF4-FFF2-40B4-BE49-F238E27FC236}">
                <a16:creationId xmlns:a16="http://schemas.microsoft.com/office/drawing/2014/main" id="{A3FDF917-F855-5604-C882-8EDCC7D19742}"/>
              </a:ext>
            </a:extLst>
          </p:cNvPr>
          <p:cNvSpPr/>
          <p:nvPr/>
        </p:nvSpPr>
        <p:spPr>
          <a:xfrm>
            <a:off x="5307145" y="184148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
        <p:nvSpPr>
          <p:cNvPr id="2" name="Rectangle 1">
            <a:extLst>
              <a:ext uri="{FF2B5EF4-FFF2-40B4-BE49-F238E27FC236}">
                <a16:creationId xmlns:a16="http://schemas.microsoft.com/office/drawing/2014/main" id="{F5705F26-59C9-B435-C155-339E52A22DE3}"/>
              </a:ext>
            </a:extLst>
          </p:cNvPr>
          <p:cNvSpPr>
            <a:spLocks noChangeArrowheads="1"/>
          </p:cNvSpPr>
          <p:nvPr/>
        </p:nvSpPr>
        <p:spPr bwMode="auto">
          <a:xfrm>
            <a:off x="5597158" y="3763911"/>
            <a:ext cx="127852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RecyclerView</a:t>
            </a:r>
            <a:r>
              <a:rPr lang="en-US" altLang="ko-KR" sz="1200"/>
              <a:t>,</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TextView </a:t>
            </a:r>
          </a:p>
        </p:txBody>
      </p:sp>
      <p:sp>
        <p:nvSpPr>
          <p:cNvPr id="9" name="Rectangle 1">
            <a:extLst>
              <a:ext uri="{FF2B5EF4-FFF2-40B4-BE49-F238E27FC236}">
                <a16:creationId xmlns:a16="http://schemas.microsoft.com/office/drawing/2014/main" id="{29C4C478-0F41-51AD-CE64-DD7576C464A2}"/>
              </a:ext>
            </a:extLst>
          </p:cNvPr>
          <p:cNvSpPr>
            <a:spLocks noChangeArrowheads="1"/>
          </p:cNvSpPr>
          <p:nvPr/>
        </p:nvSpPr>
        <p:spPr bwMode="auto">
          <a:xfrm>
            <a:off x="5585961" y="1751585"/>
            <a:ext cx="172669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l" latinLnBrk="1">
              <a:buFont typeface="Arial" panose="020B0604020202020204" pitchFamily="34" charset="0"/>
              <a:buNone/>
            </a:pPr>
            <a:r>
              <a:rPr kumimoji="0" lang="en-US" altLang="ko-KR" sz="1200" b="0" i="0" u="none" strike="noStrike" kern="1200" cap="none" spc="0" normalizeH="0" baseline="0" noProof="0">
                <a:ln>
                  <a:noFill/>
                </a:ln>
                <a:solidFill>
                  <a:schemeClr val="tx1"/>
                </a:solidFill>
                <a:effectLst/>
                <a:uLnTx/>
                <a:uFillTx/>
                <a:ea typeface="나눔고딕" panose="020D0604000000000000" pitchFamily="50" charset="-127"/>
                <a:cs typeface="+mn-cs"/>
              </a:rPr>
              <a:t>HorizontalScrollView, Button</a:t>
            </a:r>
          </a:p>
        </p:txBody>
      </p:sp>
      <p:sp>
        <p:nvSpPr>
          <p:cNvPr id="13" name="텍스트 개체 틀 11">
            <a:extLst>
              <a:ext uri="{FF2B5EF4-FFF2-40B4-BE49-F238E27FC236}">
                <a16:creationId xmlns:a16="http://schemas.microsoft.com/office/drawing/2014/main" id="{01F160C6-D49A-9447-4906-489A77EBFBCF}"/>
              </a:ext>
            </a:extLst>
          </p:cNvPr>
          <p:cNvSpPr>
            <a:spLocks noGrp="1"/>
          </p:cNvSpPr>
          <p:nvPr>
            <p:ph type="body" sz="quarter" idx="16"/>
          </p:nvPr>
        </p:nvSpPr>
        <p:spPr>
          <a:xfrm>
            <a:off x="9567863" y="293688"/>
            <a:ext cx="1031875" cy="161925"/>
          </a:xfrm>
        </p:spPr>
        <p:txBody>
          <a:bodyPr/>
          <a:lstStyle/>
          <a:p>
            <a:pPr algn="ctr"/>
            <a:r>
              <a:rPr lang="ko-KR" altLang="en-US"/>
              <a:t>최은재</a:t>
            </a:r>
          </a:p>
        </p:txBody>
      </p:sp>
    </p:spTree>
    <p:extLst>
      <p:ext uri="{BB962C8B-B14F-4D97-AF65-F5344CB8AC3E}">
        <p14:creationId xmlns:p14="http://schemas.microsoft.com/office/powerpoint/2010/main" val="24616571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3D97C65-7525-D241-8DC8-2BB165B66251}"/>
              </a:ext>
            </a:extLst>
          </p:cNvPr>
          <p:cNvSpPr>
            <a:spLocks noGrp="1"/>
          </p:cNvSpPr>
          <p:nvPr>
            <p:ph type="title"/>
          </p:nvPr>
        </p:nvSpPr>
        <p:spPr/>
        <p:txBody>
          <a:bodyPr/>
          <a:lstStyle/>
          <a:p>
            <a:endParaRPr lang="ko-KR" altLang="en-US"/>
          </a:p>
        </p:txBody>
      </p:sp>
      <p:sp>
        <p:nvSpPr>
          <p:cNvPr id="4" name="텍스트 개체 틀 3">
            <a:extLst>
              <a:ext uri="{FF2B5EF4-FFF2-40B4-BE49-F238E27FC236}">
                <a16:creationId xmlns:a16="http://schemas.microsoft.com/office/drawing/2014/main" id="{BFB368EE-C5A3-1880-01D0-F66DB2515AE3}"/>
              </a:ext>
            </a:extLst>
          </p:cNvPr>
          <p:cNvSpPr>
            <a:spLocks noGrp="1"/>
          </p:cNvSpPr>
          <p:nvPr>
            <p:ph type="body" sz="quarter" idx="15"/>
          </p:nvPr>
        </p:nvSpPr>
        <p:spPr/>
        <p:txBody>
          <a:bodyPr/>
          <a:lstStyle/>
          <a:p>
            <a:endParaRPr lang="ko-KR" altLang="en-US"/>
          </a:p>
        </p:txBody>
      </p:sp>
      <p:pic>
        <p:nvPicPr>
          <p:cNvPr id="18" name="그림 17">
            <a:extLst>
              <a:ext uri="{FF2B5EF4-FFF2-40B4-BE49-F238E27FC236}">
                <a16:creationId xmlns:a16="http://schemas.microsoft.com/office/drawing/2014/main" id="{CCE6C4FA-FA2B-BF0B-CBED-3F6507B68B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9911" y="1198235"/>
            <a:ext cx="2494599" cy="4955119"/>
          </a:xfrm>
          <a:prstGeom prst="rect">
            <a:avLst/>
          </a:prstGeom>
          <a:ln>
            <a:solidFill>
              <a:schemeClr val="tx1"/>
            </a:solidFill>
          </a:ln>
        </p:spPr>
      </p:pic>
      <p:sp>
        <p:nvSpPr>
          <p:cNvPr id="8" name="왼쪽 중괄호 7">
            <a:extLst>
              <a:ext uri="{FF2B5EF4-FFF2-40B4-BE49-F238E27FC236}">
                <a16:creationId xmlns:a16="http://schemas.microsoft.com/office/drawing/2014/main" id="{9216066B-6ABB-0BE7-6CF7-C490D2BEE561}"/>
              </a:ext>
            </a:extLst>
          </p:cNvPr>
          <p:cNvSpPr/>
          <p:nvPr/>
        </p:nvSpPr>
        <p:spPr>
          <a:xfrm rot="10800000">
            <a:off x="4906085" y="2281071"/>
            <a:ext cx="216273" cy="1849934"/>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9" name="타원 8">
            <a:extLst>
              <a:ext uri="{FF2B5EF4-FFF2-40B4-BE49-F238E27FC236}">
                <a16:creationId xmlns:a16="http://schemas.microsoft.com/office/drawing/2014/main" id="{1B653D92-1D68-62EF-41DA-24369A133C44}"/>
              </a:ext>
            </a:extLst>
          </p:cNvPr>
          <p:cNvSpPr/>
          <p:nvPr/>
        </p:nvSpPr>
        <p:spPr>
          <a:xfrm>
            <a:off x="5192894" y="19011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
        <p:nvSpPr>
          <p:cNvPr id="10" name="텍스트 개체 틀 2">
            <a:extLst>
              <a:ext uri="{FF2B5EF4-FFF2-40B4-BE49-F238E27FC236}">
                <a16:creationId xmlns:a16="http://schemas.microsoft.com/office/drawing/2014/main" id="{CE29D78F-5375-E3B1-4373-3D9FD44CDF43}"/>
              </a:ext>
            </a:extLst>
          </p:cNvPr>
          <p:cNvSpPr>
            <a:spLocks noGrp="1"/>
          </p:cNvSpPr>
          <p:nvPr>
            <p:ph type="body" sz="quarter" idx="13"/>
          </p:nvPr>
        </p:nvSpPr>
        <p:spPr>
          <a:xfrm>
            <a:off x="3844424" y="294364"/>
            <a:ext cx="2854325" cy="150813"/>
          </a:xfrm>
        </p:spPr>
        <p:txBody>
          <a:bodyPr/>
          <a:lstStyle/>
          <a:p>
            <a:r>
              <a:rPr lang="ko-KR" altLang="en-US" sz="1000"/>
              <a:t>알림 기록 </a:t>
            </a:r>
            <a:r>
              <a:rPr lang="en-US" altLang="ko-KR" sz="1000"/>
              <a:t>- </a:t>
            </a:r>
            <a:r>
              <a:rPr lang="ko-KR" altLang="en-US" sz="1000"/>
              <a:t>보호자</a:t>
            </a:r>
          </a:p>
        </p:txBody>
      </p:sp>
      <p:graphicFrame>
        <p:nvGraphicFramePr>
          <p:cNvPr id="13" name="표 12">
            <a:extLst>
              <a:ext uri="{FF2B5EF4-FFF2-40B4-BE49-F238E27FC236}">
                <a16:creationId xmlns:a16="http://schemas.microsoft.com/office/drawing/2014/main" id="{07AE2651-BDEA-9BA6-9E46-FCFCC8EA8141}"/>
              </a:ext>
            </a:extLst>
          </p:cNvPr>
          <p:cNvGraphicFramePr>
            <a:graphicFrameLocks noGrp="1"/>
          </p:cNvGraphicFramePr>
          <p:nvPr/>
        </p:nvGraphicFramePr>
        <p:xfrm>
          <a:off x="8269357" y="755896"/>
          <a:ext cx="3768507" cy="4707744"/>
        </p:xfrm>
        <a:graphic>
          <a:graphicData uri="http://schemas.openxmlformats.org/drawingml/2006/table">
            <a:tbl>
              <a:tblPr firstRow="1" bandRow="1">
                <a:tableStyleId>{5C22544A-7EE6-4342-B048-85BDC9FD1C3A}</a:tableStyleId>
              </a:tblPr>
              <a:tblGrid>
                <a:gridCol w="472947">
                  <a:extLst>
                    <a:ext uri="{9D8B030D-6E8A-4147-A177-3AD203B41FA5}">
                      <a16:colId xmlns:a16="http://schemas.microsoft.com/office/drawing/2014/main" val="3530039664"/>
                    </a:ext>
                  </a:extLst>
                </a:gridCol>
                <a:gridCol w="3295560">
                  <a:extLst>
                    <a:ext uri="{9D8B030D-6E8A-4147-A177-3AD203B41FA5}">
                      <a16:colId xmlns:a16="http://schemas.microsoft.com/office/drawing/2014/main" val="2911310704"/>
                    </a:ext>
                  </a:extLst>
                </a:gridCol>
              </a:tblGrid>
              <a:tr h="1181821">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보호자의 알림 기록 페이지</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390631"/>
                  </a:ext>
                </a:extLst>
              </a:tr>
              <a:tr h="1181821">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날짜 별로</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(7</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일 기준</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알림 내역을 확인할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indent="0" algn="l" latinLnBrk="1">
                        <a:lnSpc>
                          <a:spcPct val="150000"/>
                        </a:lnSpc>
                        <a:buFont typeface="Arial" panose="020B0604020202020204" pitchFamily="34" charset="0"/>
                        <a:buNone/>
                      </a:pP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HorizontalScrollView, Button</a:t>
                      </a: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78524534"/>
                  </a:ext>
                </a:extLst>
              </a:tr>
              <a:tr h="852819">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 내리면 이전 알림 내역까지 확인할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rPr>
                        <a:t>RecyclerView</a:t>
                      </a:r>
                      <a:r>
                        <a:rPr lang="en-US" altLang="ko-KR" sz="1000">
                          <a:latin typeface="나눔고딕" panose="020D0604000000000000" pitchFamily="50" charset="-127"/>
                          <a:ea typeface="나눔고딕" panose="020D0604000000000000" pitchFamily="50" charset="-127"/>
                        </a:rPr>
                        <a:t>, </a:t>
                      </a:r>
                      <a:r>
                        <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rPr>
                        <a:t>TextView </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marR="0" lvl="0" indent="0" algn="l" defTabSz="914400" rtl="0" eaLnBrk="1" fontAlgn="auto" latinLnBrk="1" hangingPunct="1">
                        <a:lnSpc>
                          <a:spcPct val="15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가독성을 위해 지난 알림은 회색</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남은 알림은 노란색으로 처리</a:t>
                      </a:r>
                      <a:endPar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2809653"/>
                  </a:ext>
                </a:extLst>
              </a:tr>
              <a:tr h="852819">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플러스 버튼을 누르면 새로운 알림을 추가할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lang="en-US" altLang="ko-KR" sz="1000">
                          <a:latin typeface="나눔고딕" panose="020D0604000000000000" pitchFamily="50" charset="-127"/>
                          <a:ea typeface="나눔고딕" panose="020D0604000000000000" pitchFamily="50" charset="-127"/>
                        </a:rPr>
                        <a:t>FloatingActionButton</a:t>
                      </a:r>
                      <a:endPar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08290506"/>
                  </a:ext>
                </a:extLst>
              </a:tr>
              <a:tr h="638464">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4" name="왼쪽 중괄호 13">
            <a:extLst>
              <a:ext uri="{FF2B5EF4-FFF2-40B4-BE49-F238E27FC236}">
                <a16:creationId xmlns:a16="http://schemas.microsoft.com/office/drawing/2014/main" id="{ACE49A87-D26A-D2B7-A5EC-0C783A77005D}"/>
              </a:ext>
            </a:extLst>
          </p:cNvPr>
          <p:cNvSpPr/>
          <p:nvPr/>
        </p:nvSpPr>
        <p:spPr>
          <a:xfrm rot="10800000">
            <a:off x="4901018" y="5172085"/>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5" name="타원 14">
            <a:extLst>
              <a:ext uri="{FF2B5EF4-FFF2-40B4-BE49-F238E27FC236}">
                <a16:creationId xmlns:a16="http://schemas.microsoft.com/office/drawing/2014/main" id="{F3CA1764-93FA-A99D-3295-A8618E0F082C}"/>
              </a:ext>
            </a:extLst>
          </p:cNvPr>
          <p:cNvSpPr/>
          <p:nvPr/>
        </p:nvSpPr>
        <p:spPr>
          <a:xfrm>
            <a:off x="5209718" y="310976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3" name="Rectangle 1">
            <a:extLst>
              <a:ext uri="{FF2B5EF4-FFF2-40B4-BE49-F238E27FC236}">
                <a16:creationId xmlns:a16="http://schemas.microsoft.com/office/drawing/2014/main" id="{02799A75-047D-3E76-AFBD-2615E43D9EDC}"/>
              </a:ext>
            </a:extLst>
          </p:cNvPr>
          <p:cNvSpPr>
            <a:spLocks noChangeArrowheads="1"/>
          </p:cNvSpPr>
          <p:nvPr/>
        </p:nvSpPr>
        <p:spPr bwMode="auto">
          <a:xfrm>
            <a:off x="5433561" y="1751585"/>
            <a:ext cx="172669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l" latinLnBrk="1">
              <a:buFont typeface="Arial" panose="020B0604020202020204" pitchFamily="34" charset="0"/>
              <a:buNone/>
            </a:pPr>
            <a:r>
              <a:rPr kumimoji="0" lang="en-US" altLang="ko-KR" sz="1200" b="0" i="0" u="none" strike="noStrike" kern="1200" cap="none" spc="0" normalizeH="0" baseline="0" noProof="0">
                <a:ln>
                  <a:noFill/>
                </a:ln>
                <a:solidFill>
                  <a:schemeClr val="tx1"/>
                </a:solidFill>
                <a:effectLst/>
                <a:uLnTx/>
                <a:uFillTx/>
                <a:ea typeface="나눔고딕" panose="020D0604000000000000" pitchFamily="50" charset="-127"/>
                <a:cs typeface="+mn-cs"/>
              </a:rPr>
              <a:t>HorizontalScrollView, Button</a:t>
            </a:r>
          </a:p>
        </p:txBody>
      </p:sp>
      <p:sp>
        <p:nvSpPr>
          <p:cNvPr id="6" name="왼쪽 중괄호 5">
            <a:extLst>
              <a:ext uri="{FF2B5EF4-FFF2-40B4-BE49-F238E27FC236}">
                <a16:creationId xmlns:a16="http://schemas.microsoft.com/office/drawing/2014/main" id="{D5243DB3-53FE-934D-8EC1-AAE62C251A23}"/>
              </a:ext>
            </a:extLst>
          </p:cNvPr>
          <p:cNvSpPr/>
          <p:nvPr/>
        </p:nvSpPr>
        <p:spPr>
          <a:xfrm rot="10800000">
            <a:off x="4879423" y="1819414"/>
            <a:ext cx="216271" cy="379778"/>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7" name="타원 6">
            <a:extLst>
              <a:ext uri="{FF2B5EF4-FFF2-40B4-BE49-F238E27FC236}">
                <a16:creationId xmlns:a16="http://schemas.microsoft.com/office/drawing/2014/main" id="{42207153-286C-BE20-4FD4-6645E377E994}"/>
              </a:ext>
            </a:extLst>
          </p:cNvPr>
          <p:cNvSpPr/>
          <p:nvPr/>
        </p:nvSpPr>
        <p:spPr>
          <a:xfrm>
            <a:off x="5192901" y="530778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11" name="Rectangle 1">
            <a:extLst>
              <a:ext uri="{FF2B5EF4-FFF2-40B4-BE49-F238E27FC236}">
                <a16:creationId xmlns:a16="http://schemas.microsoft.com/office/drawing/2014/main" id="{AB9CAACC-59C7-2386-FE96-D239C51B3B83}"/>
              </a:ext>
            </a:extLst>
          </p:cNvPr>
          <p:cNvSpPr>
            <a:spLocks noChangeArrowheads="1"/>
          </p:cNvSpPr>
          <p:nvPr/>
        </p:nvSpPr>
        <p:spPr bwMode="auto">
          <a:xfrm>
            <a:off x="5478148" y="3002244"/>
            <a:ext cx="127852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RecyclerView</a:t>
            </a:r>
            <a:r>
              <a:rPr lang="en-US" altLang="ko-KR" sz="1200"/>
              <a:t>,</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TextView </a:t>
            </a:r>
          </a:p>
        </p:txBody>
      </p:sp>
      <p:sp>
        <p:nvSpPr>
          <p:cNvPr id="12" name="Rectangle 1">
            <a:extLst>
              <a:ext uri="{FF2B5EF4-FFF2-40B4-BE49-F238E27FC236}">
                <a16:creationId xmlns:a16="http://schemas.microsoft.com/office/drawing/2014/main" id="{0AE7B1E9-6393-184C-396E-92F2F706B8C5}"/>
              </a:ext>
            </a:extLst>
          </p:cNvPr>
          <p:cNvSpPr>
            <a:spLocks noChangeArrowheads="1"/>
          </p:cNvSpPr>
          <p:nvPr/>
        </p:nvSpPr>
        <p:spPr bwMode="auto">
          <a:xfrm>
            <a:off x="5478148" y="5267382"/>
            <a:ext cx="175768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a:t>FloatingActionButton</a:t>
            </a:r>
            <a:endParaRPr kumimoji="0" lang="ko-KR" altLang="ko-KR" sz="1200" b="0" i="0" u="none" strike="noStrike" cap="none" normalizeH="0" baseline="0">
              <a:ln>
                <a:noFill/>
              </a:ln>
              <a:solidFill>
                <a:schemeClr val="tx1"/>
              </a:solidFill>
              <a:effectLst/>
            </a:endParaRPr>
          </a:p>
        </p:txBody>
      </p:sp>
      <p:sp>
        <p:nvSpPr>
          <p:cNvPr id="16" name="텍스트 개체 틀 11">
            <a:extLst>
              <a:ext uri="{FF2B5EF4-FFF2-40B4-BE49-F238E27FC236}">
                <a16:creationId xmlns:a16="http://schemas.microsoft.com/office/drawing/2014/main" id="{76A4D0EE-79A8-98F1-702C-35FDEC4E0D2F}"/>
              </a:ext>
            </a:extLst>
          </p:cNvPr>
          <p:cNvSpPr>
            <a:spLocks noGrp="1"/>
          </p:cNvSpPr>
          <p:nvPr>
            <p:ph type="body" sz="quarter" idx="16"/>
          </p:nvPr>
        </p:nvSpPr>
        <p:spPr>
          <a:xfrm>
            <a:off x="9567863" y="293688"/>
            <a:ext cx="1031875" cy="161925"/>
          </a:xfrm>
        </p:spPr>
        <p:txBody>
          <a:bodyPr/>
          <a:lstStyle/>
          <a:p>
            <a:pPr algn="ctr"/>
            <a:r>
              <a:rPr lang="ko-KR" altLang="en-US"/>
              <a:t>최은재</a:t>
            </a:r>
          </a:p>
        </p:txBody>
      </p:sp>
    </p:spTree>
    <p:extLst>
      <p:ext uri="{BB962C8B-B14F-4D97-AF65-F5344CB8AC3E}">
        <p14:creationId xmlns:p14="http://schemas.microsoft.com/office/powerpoint/2010/main" val="31914288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제목 15">
            <a:extLst>
              <a:ext uri="{FF2B5EF4-FFF2-40B4-BE49-F238E27FC236}">
                <a16:creationId xmlns:a16="http://schemas.microsoft.com/office/drawing/2014/main" id="{B9C26DE8-2B17-5289-B1B9-461B8B3AB55D}"/>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452E3AF9-892B-9614-8797-C81E87F54099}"/>
              </a:ext>
            </a:extLst>
          </p:cNvPr>
          <p:cNvSpPr>
            <a:spLocks noGrp="1"/>
          </p:cNvSpPr>
          <p:nvPr>
            <p:ph type="body" sz="quarter" idx="13"/>
          </p:nvPr>
        </p:nvSpPr>
        <p:spPr>
          <a:xfrm>
            <a:off x="3844424" y="294364"/>
            <a:ext cx="2854325" cy="150813"/>
          </a:xfrm>
        </p:spPr>
        <p:txBody>
          <a:bodyPr/>
          <a:lstStyle/>
          <a:p>
            <a:r>
              <a:rPr lang="ko-KR" altLang="en-US" sz="1000"/>
              <a:t>알림 추가 </a:t>
            </a:r>
            <a:r>
              <a:rPr lang="en-US" altLang="ko-KR" sz="1000"/>
              <a:t>- </a:t>
            </a:r>
            <a:r>
              <a:rPr lang="ko-KR" altLang="en-US" sz="1000"/>
              <a:t>보호자</a:t>
            </a:r>
          </a:p>
        </p:txBody>
      </p:sp>
      <p:sp>
        <p:nvSpPr>
          <p:cNvPr id="17" name="텍스트 개체 틀 16">
            <a:extLst>
              <a:ext uri="{FF2B5EF4-FFF2-40B4-BE49-F238E27FC236}">
                <a16:creationId xmlns:a16="http://schemas.microsoft.com/office/drawing/2014/main" id="{324AA292-7646-07C3-CB5E-F14DCA4B7EAB}"/>
              </a:ext>
            </a:extLst>
          </p:cNvPr>
          <p:cNvSpPr>
            <a:spLocks noGrp="1"/>
          </p:cNvSpPr>
          <p:nvPr>
            <p:ph type="body" sz="quarter" idx="15"/>
          </p:nvPr>
        </p:nvSpPr>
        <p:spPr/>
        <p:txBody>
          <a:bodyPr/>
          <a:lstStyle/>
          <a:p>
            <a:endParaRPr lang="ko-KR" altLang="en-US"/>
          </a:p>
        </p:txBody>
      </p:sp>
      <p:pic>
        <p:nvPicPr>
          <p:cNvPr id="13" name="그림 12">
            <a:extLst>
              <a:ext uri="{FF2B5EF4-FFF2-40B4-BE49-F238E27FC236}">
                <a16:creationId xmlns:a16="http://schemas.microsoft.com/office/drawing/2014/main" id="{DAA7B27F-BD96-B7E0-BE93-52A124E05F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0561" y="1078376"/>
            <a:ext cx="2593635" cy="5151838"/>
          </a:xfrm>
          <a:prstGeom prst="rect">
            <a:avLst/>
          </a:prstGeom>
          <a:ln>
            <a:solidFill>
              <a:schemeClr val="tx1"/>
            </a:solidFill>
          </a:ln>
        </p:spPr>
      </p:pic>
      <p:graphicFrame>
        <p:nvGraphicFramePr>
          <p:cNvPr id="6" name="표 5">
            <a:extLst>
              <a:ext uri="{FF2B5EF4-FFF2-40B4-BE49-F238E27FC236}">
                <a16:creationId xmlns:a16="http://schemas.microsoft.com/office/drawing/2014/main" id="{1A1F7B8C-CD96-F834-6877-25783ACC3E1E}"/>
              </a:ext>
            </a:extLst>
          </p:cNvPr>
          <p:cNvGraphicFramePr>
            <a:graphicFrameLocks noGrp="1"/>
          </p:cNvGraphicFramePr>
          <p:nvPr/>
        </p:nvGraphicFramePr>
        <p:xfrm>
          <a:off x="8290560" y="755897"/>
          <a:ext cx="3747305" cy="3804527"/>
        </p:xfrm>
        <a:graphic>
          <a:graphicData uri="http://schemas.openxmlformats.org/drawingml/2006/table">
            <a:tbl>
              <a:tblPr firstRow="1" bandRow="1">
                <a:tableStyleId>{5C22544A-7EE6-4342-B048-85BDC9FD1C3A}</a:tableStyleId>
              </a:tblPr>
              <a:tblGrid>
                <a:gridCol w="470286">
                  <a:extLst>
                    <a:ext uri="{9D8B030D-6E8A-4147-A177-3AD203B41FA5}">
                      <a16:colId xmlns:a16="http://schemas.microsoft.com/office/drawing/2014/main" val="3530039664"/>
                    </a:ext>
                  </a:extLst>
                </a:gridCol>
                <a:gridCol w="3277019">
                  <a:extLst>
                    <a:ext uri="{9D8B030D-6E8A-4147-A177-3AD203B41FA5}">
                      <a16:colId xmlns:a16="http://schemas.microsoft.com/office/drawing/2014/main" val="2911310704"/>
                    </a:ext>
                  </a:extLst>
                </a:gridCol>
              </a:tblGrid>
              <a:tr h="661812">
                <a:tc>
                  <a:txBody>
                    <a:bodyPr/>
                    <a:lstStyle/>
                    <a:p>
                      <a:pPr algn="ctr" latinLnBrk="1"/>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50000"/>
                        </a:lnSpc>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알림을 추가 페이지．</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a:lnSpc>
                          <a:spcPct val="150000"/>
                        </a:lnSpc>
                      </a:pP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특정 날짜에 알림을 추가할 수 있다</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endParaRPr lang="ko-KR" altLang="en-US" sz="800" b="0">
                        <a:solidFill>
                          <a:schemeClr val="tx1"/>
                        </a:solidFill>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661812">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날짜를 선택한다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lang="en-US" altLang="ko-KR" sz="1000" b="0">
                          <a:solidFill>
                            <a:schemeClr val="tx1"/>
                          </a:solidFill>
                          <a:latin typeface="나눔고딕" panose="020D0604000000000000" pitchFamily="50" charset="-127"/>
                          <a:ea typeface="나눔고딕" panose="020D0604000000000000" pitchFamily="50" charset="-127"/>
                        </a:rPr>
                        <a:t>DatePickerDialog, TextView </a:t>
                      </a:r>
                      <a:endParaRPr lang="ko-KR" altLang="en-US" sz="1000">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2809653"/>
                  </a:ext>
                </a:extLst>
              </a:tr>
              <a:tr h="661812">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시간을 선택한다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lang="en-US" altLang="ko-KR" sz="1000">
                          <a:latin typeface="나눔고딕" panose="020D0604000000000000" pitchFamily="50" charset="-127"/>
                          <a:ea typeface="나눔고딕" panose="020D0604000000000000" pitchFamily="50" charset="-127"/>
                        </a:rPr>
                        <a:t>TimePickerDialog, TextView </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57913866"/>
                  </a:ext>
                </a:extLst>
              </a:tr>
              <a:tr h="661812">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내용을 </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20</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자 이내로 작성한다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lang="en-US" altLang="ko-KR" sz="1000">
                          <a:latin typeface="나눔고딕" panose="020D0604000000000000" pitchFamily="50" charset="-127"/>
                          <a:ea typeface="나눔고딕" panose="020D0604000000000000" pitchFamily="50" charset="-127"/>
                        </a:rPr>
                        <a:t>EditText </a:t>
                      </a:r>
                      <a:endParaRPr lang="ko-KR" altLang="en-US" sz="1000">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7713764"/>
                  </a:ext>
                </a:extLst>
              </a:tr>
              <a:tr h="661812">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모두 작성했으면 </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추가하기</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버튼을 눌러 최종적으로 알림을 등록해준다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lang="en-US" altLang="ko-KR" sz="1000">
                          <a:latin typeface="나눔고딕" panose="020D0604000000000000" pitchFamily="50" charset="-127"/>
                          <a:ea typeface="나눔고딕" panose="020D0604000000000000" pitchFamily="50" charset="-127"/>
                        </a:rPr>
                        <a:t>Button</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5525047"/>
                  </a:ext>
                </a:extLst>
              </a:tr>
              <a:tr h="495467">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7" name="왼쪽 중괄호 6">
            <a:extLst>
              <a:ext uri="{FF2B5EF4-FFF2-40B4-BE49-F238E27FC236}">
                <a16:creationId xmlns:a16="http://schemas.microsoft.com/office/drawing/2014/main" id="{455A6301-BBCE-B33D-20F2-1BD3819B96EF}"/>
              </a:ext>
            </a:extLst>
          </p:cNvPr>
          <p:cNvSpPr/>
          <p:nvPr/>
        </p:nvSpPr>
        <p:spPr>
          <a:xfrm rot="10800000">
            <a:off x="4929511" y="1993242"/>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 name="타원 7">
            <a:extLst>
              <a:ext uri="{FF2B5EF4-FFF2-40B4-BE49-F238E27FC236}">
                <a16:creationId xmlns:a16="http://schemas.microsoft.com/office/drawing/2014/main" id="{668DC6FF-3381-8A0A-93D7-1C09D7F6A145}"/>
              </a:ext>
            </a:extLst>
          </p:cNvPr>
          <p:cNvSpPr/>
          <p:nvPr/>
        </p:nvSpPr>
        <p:spPr>
          <a:xfrm>
            <a:off x="5233573" y="21405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
        <p:nvSpPr>
          <p:cNvPr id="9" name="왼쪽 중괄호 8">
            <a:extLst>
              <a:ext uri="{FF2B5EF4-FFF2-40B4-BE49-F238E27FC236}">
                <a16:creationId xmlns:a16="http://schemas.microsoft.com/office/drawing/2014/main" id="{52DA9A3C-3C68-EAF2-DBE3-CB8853B22B64}"/>
              </a:ext>
            </a:extLst>
          </p:cNvPr>
          <p:cNvSpPr/>
          <p:nvPr/>
        </p:nvSpPr>
        <p:spPr>
          <a:xfrm rot="10800000">
            <a:off x="4929511" y="2552042"/>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E9B38CDC-177A-3D21-8F7B-47D875EFD672}"/>
              </a:ext>
            </a:extLst>
          </p:cNvPr>
          <p:cNvSpPr/>
          <p:nvPr/>
        </p:nvSpPr>
        <p:spPr>
          <a:xfrm>
            <a:off x="5233573" y="26993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1" name="왼쪽 중괄호 10">
            <a:extLst>
              <a:ext uri="{FF2B5EF4-FFF2-40B4-BE49-F238E27FC236}">
                <a16:creationId xmlns:a16="http://schemas.microsoft.com/office/drawing/2014/main" id="{EE4DCFC5-E7B5-21DE-4304-4D6F3EC508B5}"/>
              </a:ext>
            </a:extLst>
          </p:cNvPr>
          <p:cNvSpPr/>
          <p:nvPr/>
        </p:nvSpPr>
        <p:spPr>
          <a:xfrm rot="10800000">
            <a:off x="4929510" y="3082665"/>
            <a:ext cx="216271" cy="1846350"/>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2" name="타원 11">
            <a:extLst>
              <a:ext uri="{FF2B5EF4-FFF2-40B4-BE49-F238E27FC236}">
                <a16:creationId xmlns:a16="http://schemas.microsoft.com/office/drawing/2014/main" id="{1D3BD579-A829-FF4B-EBAD-45B70ED65DB8}"/>
              </a:ext>
            </a:extLst>
          </p:cNvPr>
          <p:cNvSpPr/>
          <p:nvPr/>
        </p:nvSpPr>
        <p:spPr>
          <a:xfrm>
            <a:off x="5233573" y="388057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14" name="왼쪽 중괄호 13">
            <a:extLst>
              <a:ext uri="{FF2B5EF4-FFF2-40B4-BE49-F238E27FC236}">
                <a16:creationId xmlns:a16="http://schemas.microsoft.com/office/drawing/2014/main" id="{F419E0BE-5086-9398-423E-4BE6282D210B}"/>
              </a:ext>
            </a:extLst>
          </p:cNvPr>
          <p:cNvSpPr/>
          <p:nvPr/>
        </p:nvSpPr>
        <p:spPr>
          <a:xfrm rot="10800000">
            <a:off x="4929511" y="5091935"/>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5" name="타원 14">
            <a:extLst>
              <a:ext uri="{FF2B5EF4-FFF2-40B4-BE49-F238E27FC236}">
                <a16:creationId xmlns:a16="http://schemas.microsoft.com/office/drawing/2014/main" id="{11A7FDEB-86B7-18DF-0B10-04514E788B53}"/>
              </a:ext>
            </a:extLst>
          </p:cNvPr>
          <p:cNvSpPr/>
          <p:nvPr/>
        </p:nvSpPr>
        <p:spPr>
          <a:xfrm>
            <a:off x="5233573" y="523921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dirty="0">
              <a:latin typeface="Arial Black" panose="020B0A04020102020204" pitchFamily="34" charset="0"/>
            </a:endParaRPr>
          </a:p>
        </p:txBody>
      </p:sp>
      <p:sp>
        <p:nvSpPr>
          <p:cNvPr id="2" name="TextBox 1">
            <a:extLst>
              <a:ext uri="{FF2B5EF4-FFF2-40B4-BE49-F238E27FC236}">
                <a16:creationId xmlns:a16="http://schemas.microsoft.com/office/drawing/2014/main" id="{2C668B0C-0E91-35D5-CE46-49515A199826}"/>
              </a:ext>
            </a:extLst>
          </p:cNvPr>
          <p:cNvSpPr txBox="1"/>
          <p:nvPr/>
        </p:nvSpPr>
        <p:spPr>
          <a:xfrm>
            <a:off x="2576605" y="3576904"/>
            <a:ext cx="1957529" cy="261610"/>
          </a:xfrm>
          <a:prstGeom prst="rect">
            <a:avLst/>
          </a:prstGeom>
          <a:noFill/>
        </p:spPr>
        <p:txBody>
          <a:bodyPr wrap="square" rtlCol="0">
            <a:spAutoFit/>
          </a:bodyPr>
          <a:lstStyle/>
          <a:p>
            <a:r>
              <a:rPr lang="en-US" altLang="ko-KR" sz="1100">
                <a:solidFill>
                  <a:schemeClr val="bg1">
                    <a:lumMod val="65000"/>
                  </a:schemeClr>
                </a:solidFill>
              </a:rPr>
              <a:t>(20</a:t>
            </a:r>
            <a:r>
              <a:rPr lang="ko-KR" altLang="en-US" sz="1100">
                <a:solidFill>
                  <a:schemeClr val="bg1">
                    <a:lumMod val="65000"/>
                  </a:schemeClr>
                </a:solidFill>
              </a:rPr>
              <a:t>자 이내로 작성바랍니다</a:t>
            </a:r>
            <a:r>
              <a:rPr lang="en-US" altLang="ko-KR" sz="1100">
                <a:solidFill>
                  <a:schemeClr val="bg1">
                    <a:lumMod val="65000"/>
                  </a:schemeClr>
                </a:solidFill>
              </a:rPr>
              <a:t>.)</a:t>
            </a:r>
            <a:endParaRPr lang="ko-KR" altLang="en-US" sz="1100">
              <a:solidFill>
                <a:schemeClr val="bg1">
                  <a:lumMod val="65000"/>
                </a:schemeClr>
              </a:solidFill>
            </a:endParaRPr>
          </a:p>
        </p:txBody>
      </p:sp>
      <p:sp>
        <p:nvSpPr>
          <p:cNvPr id="19" name="TextBox 18">
            <a:extLst>
              <a:ext uri="{FF2B5EF4-FFF2-40B4-BE49-F238E27FC236}">
                <a16:creationId xmlns:a16="http://schemas.microsoft.com/office/drawing/2014/main" id="{EA777B62-462F-A678-9896-40909CC39C94}"/>
              </a:ext>
            </a:extLst>
          </p:cNvPr>
          <p:cNvSpPr txBox="1"/>
          <p:nvPr/>
        </p:nvSpPr>
        <p:spPr>
          <a:xfrm>
            <a:off x="5480098" y="2053580"/>
            <a:ext cx="1634809" cy="461665"/>
          </a:xfrm>
          <a:prstGeom prst="rect">
            <a:avLst/>
          </a:prstGeom>
          <a:noFill/>
        </p:spPr>
        <p:txBody>
          <a:bodyPr wrap="square" rtlCol="0">
            <a:spAutoFit/>
          </a:bodyPr>
          <a:lstStyle/>
          <a:p>
            <a:r>
              <a:rPr lang="en-US" altLang="ko-KR" sz="1200"/>
              <a:t>DatePickerDialog,</a:t>
            </a:r>
          </a:p>
          <a:p>
            <a:r>
              <a:rPr lang="en-US" altLang="ko-KR" sz="1200"/>
              <a:t>TextView </a:t>
            </a:r>
            <a:endParaRPr lang="ko-KR" altLang="en-US" sz="1200"/>
          </a:p>
        </p:txBody>
      </p:sp>
      <p:sp>
        <p:nvSpPr>
          <p:cNvPr id="20" name="TextBox 19">
            <a:extLst>
              <a:ext uri="{FF2B5EF4-FFF2-40B4-BE49-F238E27FC236}">
                <a16:creationId xmlns:a16="http://schemas.microsoft.com/office/drawing/2014/main" id="{8CAC7A98-B094-A7F1-75D9-65063BC8FDF4}"/>
              </a:ext>
            </a:extLst>
          </p:cNvPr>
          <p:cNvSpPr txBox="1"/>
          <p:nvPr/>
        </p:nvSpPr>
        <p:spPr>
          <a:xfrm>
            <a:off x="5480100" y="2622656"/>
            <a:ext cx="1634809" cy="461665"/>
          </a:xfrm>
          <a:prstGeom prst="rect">
            <a:avLst/>
          </a:prstGeom>
          <a:noFill/>
        </p:spPr>
        <p:txBody>
          <a:bodyPr wrap="square" rtlCol="0">
            <a:spAutoFit/>
          </a:bodyPr>
          <a:lstStyle/>
          <a:p>
            <a:r>
              <a:rPr lang="en-US" altLang="ko-KR" sz="1200"/>
              <a:t>TimePickerDialog,</a:t>
            </a:r>
          </a:p>
          <a:p>
            <a:r>
              <a:rPr lang="en-US" altLang="ko-KR" sz="1200"/>
              <a:t>TextView </a:t>
            </a:r>
            <a:endParaRPr lang="ko-KR" altLang="en-US" sz="1200"/>
          </a:p>
        </p:txBody>
      </p:sp>
      <p:sp>
        <p:nvSpPr>
          <p:cNvPr id="21" name="TextBox 20">
            <a:extLst>
              <a:ext uri="{FF2B5EF4-FFF2-40B4-BE49-F238E27FC236}">
                <a16:creationId xmlns:a16="http://schemas.microsoft.com/office/drawing/2014/main" id="{7BB561AA-5921-30FD-07B9-99B99B02B90B}"/>
              </a:ext>
            </a:extLst>
          </p:cNvPr>
          <p:cNvSpPr txBox="1"/>
          <p:nvPr/>
        </p:nvSpPr>
        <p:spPr>
          <a:xfrm>
            <a:off x="5480099" y="3839377"/>
            <a:ext cx="1634809" cy="276999"/>
          </a:xfrm>
          <a:prstGeom prst="rect">
            <a:avLst/>
          </a:prstGeom>
          <a:noFill/>
        </p:spPr>
        <p:txBody>
          <a:bodyPr wrap="square" rtlCol="0">
            <a:spAutoFit/>
          </a:bodyPr>
          <a:lstStyle/>
          <a:p>
            <a:r>
              <a:rPr lang="en-US" altLang="ko-KR" sz="1200"/>
              <a:t>EditText </a:t>
            </a:r>
            <a:endParaRPr lang="ko-KR" altLang="en-US" sz="1200"/>
          </a:p>
        </p:txBody>
      </p:sp>
      <p:sp>
        <p:nvSpPr>
          <p:cNvPr id="22" name="TextBox 21">
            <a:extLst>
              <a:ext uri="{FF2B5EF4-FFF2-40B4-BE49-F238E27FC236}">
                <a16:creationId xmlns:a16="http://schemas.microsoft.com/office/drawing/2014/main" id="{A92CA916-A287-3205-5DD9-94D44BB2858E}"/>
              </a:ext>
            </a:extLst>
          </p:cNvPr>
          <p:cNvSpPr txBox="1"/>
          <p:nvPr/>
        </p:nvSpPr>
        <p:spPr>
          <a:xfrm>
            <a:off x="5480098" y="5197274"/>
            <a:ext cx="1634809" cy="276999"/>
          </a:xfrm>
          <a:prstGeom prst="rect">
            <a:avLst/>
          </a:prstGeom>
          <a:noFill/>
        </p:spPr>
        <p:txBody>
          <a:bodyPr wrap="square" rtlCol="0">
            <a:spAutoFit/>
          </a:bodyPr>
          <a:lstStyle/>
          <a:p>
            <a:r>
              <a:rPr lang="en-US" altLang="ko-KR" sz="1200"/>
              <a:t>Button </a:t>
            </a:r>
            <a:endParaRPr lang="ko-KR" altLang="en-US" sz="1200"/>
          </a:p>
        </p:txBody>
      </p:sp>
      <p:sp>
        <p:nvSpPr>
          <p:cNvPr id="4" name="텍스트 개체 틀 11">
            <a:extLst>
              <a:ext uri="{FF2B5EF4-FFF2-40B4-BE49-F238E27FC236}">
                <a16:creationId xmlns:a16="http://schemas.microsoft.com/office/drawing/2014/main" id="{0FAFF08A-E652-B124-D8A3-A3E13F59C053}"/>
              </a:ext>
            </a:extLst>
          </p:cNvPr>
          <p:cNvSpPr>
            <a:spLocks noGrp="1"/>
          </p:cNvSpPr>
          <p:nvPr>
            <p:ph type="body" sz="quarter" idx="16"/>
          </p:nvPr>
        </p:nvSpPr>
        <p:spPr>
          <a:xfrm>
            <a:off x="9567863" y="293688"/>
            <a:ext cx="1031875" cy="161925"/>
          </a:xfrm>
        </p:spPr>
        <p:txBody>
          <a:bodyPr/>
          <a:lstStyle/>
          <a:p>
            <a:pPr algn="ctr"/>
            <a:r>
              <a:rPr lang="ko-KR" altLang="en-US"/>
              <a:t>최은재</a:t>
            </a:r>
          </a:p>
        </p:txBody>
      </p:sp>
    </p:spTree>
    <p:extLst>
      <p:ext uri="{BB962C8B-B14F-4D97-AF65-F5344CB8AC3E}">
        <p14:creationId xmlns:p14="http://schemas.microsoft.com/office/powerpoint/2010/main" val="19479945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ADAB9-3F8B-33A7-1535-B80F48299554}"/>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5AB8496E-8794-7D77-50CF-AC428DE649A4}"/>
              </a:ext>
            </a:extLst>
          </p:cNvPr>
          <p:cNvSpPr>
            <a:spLocks noGrp="1"/>
          </p:cNvSpPr>
          <p:nvPr>
            <p:ph type="title"/>
          </p:nvPr>
        </p:nvSpPr>
        <p:spPr/>
        <p:txBody>
          <a:bodyPr/>
          <a:lstStyle/>
          <a:p>
            <a:pPr algn="ctr"/>
            <a:r>
              <a:rPr lang="en-US" altLang="ko-KR" dirty="0"/>
              <a:t>04. </a:t>
            </a:r>
            <a:r>
              <a:rPr lang="ko-KR" altLang="en-US" dirty="0"/>
              <a:t>관리 사이트</a:t>
            </a:r>
            <a:r>
              <a:rPr lang="en-US" altLang="ko-KR" dirty="0"/>
              <a:t>(WEB)</a:t>
            </a:r>
            <a:endParaRPr lang="ko-KR" altLang="en-US" dirty="0"/>
          </a:p>
        </p:txBody>
      </p:sp>
    </p:spTree>
    <p:extLst>
      <p:ext uri="{BB962C8B-B14F-4D97-AF65-F5344CB8AC3E}">
        <p14:creationId xmlns:p14="http://schemas.microsoft.com/office/powerpoint/2010/main" val="3211492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noAutofit/>
          </a:bodyPr>
          <a:lstStyle/>
          <a:p>
            <a:r>
              <a:rPr lang="ko-KR" altLang="en-US" dirty="0"/>
              <a:t>메뉴구조도</a:t>
            </a:r>
          </a:p>
        </p:txBody>
      </p:sp>
      <p:sp>
        <p:nvSpPr>
          <p:cNvPr id="30" name="텍스트 개체 틀 29">
            <a:extLst>
              <a:ext uri="{FF2B5EF4-FFF2-40B4-BE49-F238E27FC236}">
                <a16:creationId xmlns:a16="http://schemas.microsoft.com/office/drawing/2014/main" id="{7726CD00-0B3F-493D-BD13-EDD0BC13E144}"/>
              </a:ext>
            </a:extLst>
          </p:cNvPr>
          <p:cNvSpPr>
            <a:spLocks noGrp="1"/>
          </p:cNvSpPr>
          <p:nvPr>
            <p:ph type="body" sz="quarter" idx="14"/>
          </p:nvPr>
        </p:nvSpPr>
        <p:spPr/>
        <p:txBody>
          <a:bodyPr>
            <a:noAutofit/>
          </a:bodyPr>
          <a:lstStyle/>
          <a:p>
            <a:r>
              <a:rPr lang="ko-KR" altLang="en-US" dirty="0"/>
              <a:t>메뉴구조도 </a:t>
            </a:r>
            <a:r>
              <a:rPr lang="en-US" altLang="ko-KR" dirty="0"/>
              <a:t>(</a:t>
            </a:r>
            <a:r>
              <a:rPr lang="en-US" altLang="ko-KR" dirty="0" err="1"/>
              <a:t>Site_map</a:t>
            </a:r>
            <a:r>
              <a:rPr lang="en-US" altLang="ko-KR" dirty="0"/>
              <a:t>)</a:t>
            </a:r>
            <a:endParaRPr lang="ko-KR" altLang="en-US" dirty="0"/>
          </a:p>
        </p:txBody>
      </p:sp>
      <p:sp>
        <p:nvSpPr>
          <p:cNvPr id="72" name="텍스트 개체 틀 71">
            <a:extLst>
              <a:ext uri="{FF2B5EF4-FFF2-40B4-BE49-F238E27FC236}">
                <a16:creationId xmlns:a16="http://schemas.microsoft.com/office/drawing/2014/main" id="{D226701A-6205-A4D9-C5C7-C0AD493D7E0F}"/>
              </a:ext>
            </a:extLst>
          </p:cNvPr>
          <p:cNvSpPr>
            <a:spLocks noGrp="1"/>
          </p:cNvSpPr>
          <p:nvPr>
            <p:ph type="body" sz="quarter" idx="15"/>
          </p:nvPr>
        </p:nvSpPr>
        <p:spPr/>
        <p:txBody>
          <a:bodyPr/>
          <a:lstStyle/>
          <a:p>
            <a:endParaRPr lang="ko-KR" altLang="en-US" dirty="0"/>
          </a:p>
        </p:txBody>
      </p:sp>
      <p:sp>
        <p:nvSpPr>
          <p:cNvPr id="76" name="텍스트 개체 틀 75">
            <a:extLst>
              <a:ext uri="{FF2B5EF4-FFF2-40B4-BE49-F238E27FC236}">
                <a16:creationId xmlns:a16="http://schemas.microsoft.com/office/drawing/2014/main" id="{6C1DC125-9D8E-C8E5-2C12-A2A5FBBB3023}"/>
              </a:ext>
            </a:extLst>
          </p:cNvPr>
          <p:cNvSpPr>
            <a:spLocks noGrp="1"/>
          </p:cNvSpPr>
          <p:nvPr>
            <p:ph type="body" sz="quarter" idx="16"/>
          </p:nvPr>
        </p:nvSpPr>
        <p:spPr/>
        <p:txBody>
          <a:bodyPr/>
          <a:lstStyle/>
          <a:p>
            <a:r>
              <a:rPr lang="ko-KR" altLang="en-US" dirty="0"/>
              <a:t>박소은</a:t>
            </a:r>
          </a:p>
        </p:txBody>
      </p:sp>
      <p:cxnSp>
        <p:nvCxnSpPr>
          <p:cNvPr id="6" name="직선 연결선 5">
            <a:extLst>
              <a:ext uri="{FF2B5EF4-FFF2-40B4-BE49-F238E27FC236}">
                <a16:creationId xmlns:a16="http://schemas.microsoft.com/office/drawing/2014/main" id="{CE3A85FB-033B-B58E-07C6-26CCEEB60DBD}"/>
              </a:ext>
            </a:extLst>
          </p:cNvPr>
          <p:cNvCxnSpPr>
            <a:cxnSpLocks/>
            <a:stCxn id="5" idx="3"/>
            <a:endCxn id="968" idx="1"/>
          </p:cNvCxnSpPr>
          <p:nvPr/>
        </p:nvCxnSpPr>
        <p:spPr>
          <a:xfrm>
            <a:off x="1460757" y="2393606"/>
            <a:ext cx="2351285" cy="6709"/>
          </a:xfrm>
          <a:prstGeom prst="line">
            <a:avLst/>
          </a:prstGeom>
        </p:spPr>
        <p:style>
          <a:lnRef idx="1">
            <a:schemeClr val="accent1"/>
          </a:lnRef>
          <a:fillRef idx="0">
            <a:schemeClr val="accent1"/>
          </a:fillRef>
          <a:effectRef idx="0">
            <a:schemeClr val="accent1"/>
          </a:effectRef>
          <a:fontRef idx="minor">
            <a:schemeClr val="tx1"/>
          </a:fontRef>
        </p:style>
      </p:cxnSp>
      <p:sp>
        <p:nvSpPr>
          <p:cNvPr id="78" name="제목 77">
            <a:extLst>
              <a:ext uri="{FF2B5EF4-FFF2-40B4-BE49-F238E27FC236}">
                <a16:creationId xmlns:a16="http://schemas.microsoft.com/office/drawing/2014/main" id="{86525443-181E-90E9-0FE6-6999B9E47ABE}"/>
              </a:ext>
            </a:extLst>
          </p:cNvPr>
          <p:cNvSpPr>
            <a:spLocks noGrp="1"/>
          </p:cNvSpPr>
          <p:nvPr>
            <p:ph type="title"/>
          </p:nvPr>
        </p:nvSpPr>
        <p:spPr/>
        <p:txBody>
          <a:bodyPr>
            <a:noAutofit/>
          </a:bodyPr>
          <a:lstStyle/>
          <a:p>
            <a:endParaRPr lang="ko-KR" altLang="en-US" sz="800" dirty="0"/>
          </a:p>
        </p:txBody>
      </p:sp>
      <p:cxnSp>
        <p:nvCxnSpPr>
          <p:cNvPr id="916" name="직선 연결선 915">
            <a:extLst>
              <a:ext uri="{FF2B5EF4-FFF2-40B4-BE49-F238E27FC236}">
                <a16:creationId xmlns:a16="http://schemas.microsoft.com/office/drawing/2014/main" id="{B22F57C3-4770-8A3A-03F3-6136F9DA5F08}"/>
              </a:ext>
            </a:extLst>
          </p:cNvPr>
          <p:cNvCxnSpPr>
            <a:cxnSpLocks/>
            <a:stCxn id="3" idx="2"/>
          </p:cNvCxnSpPr>
          <p:nvPr/>
        </p:nvCxnSpPr>
        <p:spPr>
          <a:xfrm>
            <a:off x="977487" y="1439745"/>
            <a:ext cx="0" cy="801805"/>
          </a:xfrm>
          <a:prstGeom prst="line">
            <a:avLst/>
          </a:prstGeom>
        </p:spPr>
        <p:style>
          <a:lnRef idx="1">
            <a:schemeClr val="accent1"/>
          </a:lnRef>
          <a:fillRef idx="0">
            <a:schemeClr val="accent1"/>
          </a:fillRef>
          <a:effectRef idx="0">
            <a:schemeClr val="accent1"/>
          </a:effectRef>
          <a:fontRef idx="minor">
            <a:schemeClr val="tx1"/>
          </a:fontRef>
        </p:style>
      </p:cxnSp>
      <p:sp>
        <p:nvSpPr>
          <p:cNvPr id="3" name="순서도: 처리 2">
            <a:extLst>
              <a:ext uri="{FF2B5EF4-FFF2-40B4-BE49-F238E27FC236}">
                <a16:creationId xmlns:a16="http://schemas.microsoft.com/office/drawing/2014/main" id="{98677337-616E-74D1-EFC7-50E34F6D5998}"/>
              </a:ext>
            </a:extLst>
          </p:cNvPr>
          <p:cNvSpPr/>
          <p:nvPr/>
        </p:nvSpPr>
        <p:spPr>
          <a:xfrm>
            <a:off x="494219" y="1135633"/>
            <a:ext cx="966535" cy="304112"/>
          </a:xfrm>
          <a:prstGeom prst="flowChartProcess">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로그인</a:t>
            </a:r>
          </a:p>
        </p:txBody>
      </p:sp>
      <p:sp>
        <p:nvSpPr>
          <p:cNvPr id="5" name="순서도: 처리 4">
            <a:extLst>
              <a:ext uri="{FF2B5EF4-FFF2-40B4-BE49-F238E27FC236}">
                <a16:creationId xmlns:a16="http://schemas.microsoft.com/office/drawing/2014/main" id="{5401A34B-A3EA-8CF3-029A-EA3F780E0E98}"/>
              </a:ext>
            </a:extLst>
          </p:cNvPr>
          <p:cNvSpPr/>
          <p:nvPr/>
        </p:nvSpPr>
        <p:spPr>
          <a:xfrm>
            <a:off x="494222" y="2241550"/>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회원 </a:t>
            </a:r>
          </a:p>
        </p:txBody>
      </p:sp>
      <p:cxnSp>
        <p:nvCxnSpPr>
          <p:cNvPr id="63" name="직선 연결선 62">
            <a:extLst>
              <a:ext uri="{FF2B5EF4-FFF2-40B4-BE49-F238E27FC236}">
                <a16:creationId xmlns:a16="http://schemas.microsoft.com/office/drawing/2014/main" id="{135A36DC-38A5-C8E5-75CF-5A6FE91D484A}"/>
              </a:ext>
            </a:extLst>
          </p:cNvPr>
          <p:cNvCxnSpPr>
            <a:cxnSpLocks/>
            <a:stCxn id="5" idx="2"/>
          </p:cNvCxnSpPr>
          <p:nvPr/>
        </p:nvCxnSpPr>
        <p:spPr>
          <a:xfrm flipH="1">
            <a:off x="977488" y="2545662"/>
            <a:ext cx="2" cy="122745"/>
          </a:xfrm>
          <a:prstGeom prst="line">
            <a:avLst/>
          </a:prstGeom>
        </p:spPr>
        <p:style>
          <a:lnRef idx="1">
            <a:schemeClr val="accent1"/>
          </a:lnRef>
          <a:fillRef idx="0">
            <a:schemeClr val="accent1"/>
          </a:fillRef>
          <a:effectRef idx="0">
            <a:schemeClr val="accent1"/>
          </a:effectRef>
          <a:fontRef idx="minor">
            <a:schemeClr val="tx1"/>
          </a:fontRef>
        </p:style>
      </p:cxnSp>
      <p:sp>
        <p:nvSpPr>
          <p:cNvPr id="99" name="순서도: 처리 98">
            <a:extLst>
              <a:ext uri="{FF2B5EF4-FFF2-40B4-BE49-F238E27FC236}">
                <a16:creationId xmlns:a16="http://schemas.microsoft.com/office/drawing/2014/main" id="{8E0AB056-C5B8-53C9-E2C8-D289AEEB529F}"/>
              </a:ext>
            </a:extLst>
          </p:cNvPr>
          <p:cNvSpPr/>
          <p:nvPr/>
        </p:nvSpPr>
        <p:spPr>
          <a:xfrm>
            <a:off x="2649023" y="2252581"/>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문화센터 주소 관리</a:t>
            </a:r>
          </a:p>
        </p:txBody>
      </p:sp>
      <p:cxnSp>
        <p:nvCxnSpPr>
          <p:cNvPr id="101" name="직선 연결선 100">
            <a:extLst>
              <a:ext uri="{FF2B5EF4-FFF2-40B4-BE49-F238E27FC236}">
                <a16:creationId xmlns:a16="http://schemas.microsoft.com/office/drawing/2014/main" id="{C546666E-95B6-3B3B-3B90-CE6A378ABC66}"/>
              </a:ext>
            </a:extLst>
          </p:cNvPr>
          <p:cNvCxnSpPr>
            <a:cxnSpLocks/>
            <a:stCxn id="99" idx="2"/>
          </p:cNvCxnSpPr>
          <p:nvPr/>
        </p:nvCxnSpPr>
        <p:spPr>
          <a:xfrm flipH="1">
            <a:off x="3129958" y="2556693"/>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967" name="그룹 966">
            <a:extLst>
              <a:ext uri="{FF2B5EF4-FFF2-40B4-BE49-F238E27FC236}">
                <a16:creationId xmlns:a16="http://schemas.microsoft.com/office/drawing/2014/main" id="{CD5C8C08-E252-22AF-A9BB-8B4207FB21EB}"/>
              </a:ext>
            </a:extLst>
          </p:cNvPr>
          <p:cNvGrpSpPr/>
          <p:nvPr/>
        </p:nvGrpSpPr>
        <p:grpSpPr>
          <a:xfrm>
            <a:off x="2660837" y="2644171"/>
            <a:ext cx="1024082" cy="215444"/>
            <a:chOff x="2650108" y="2888636"/>
            <a:chExt cx="1024082" cy="215444"/>
          </a:xfrm>
        </p:grpSpPr>
        <p:sp>
          <p:nvSpPr>
            <p:cNvPr id="117" name="순서도: 처리 116">
              <a:extLst>
                <a:ext uri="{FF2B5EF4-FFF2-40B4-BE49-F238E27FC236}">
                  <a16:creationId xmlns:a16="http://schemas.microsoft.com/office/drawing/2014/main" id="{E28DDAC1-F9A9-6782-33AC-D755B1EB8AD2}"/>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가맹점 목록</a:t>
              </a:r>
            </a:p>
          </p:txBody>
        </p:sp>
        <p:sp>
          <p:nvSpPr>
            <p:cNvPr id="103" name="TextBox 102">
              <a:extLst>
                <a:ext uri="{FF2B5EF4-FFF2-40B4-BE49-F238E27FC236}">
                  <a16:creationId xmlns:a16="http://schemas.microsoft.com/office/drawing/2014/main" id="{ABD316B9-532A-71E7-1AF0-AFDD8B414C2F}"/>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sp>
        <p:nvSpPr>
          <p:cNvPr id="4" name="순서도: 처리 3">
            <a:extLst>
              <a:ext uri="{FF2B5EF4-FFF2-40B4-BE49-F238E27FC236}">
                <a16:creationId xmlns:a16="http://schemas.microsoft.com/office/drawing/2014/main" id="{6B90D246-1ED0-F6AB-5314-5B15984510D6}"/>
              </a:ext>
            </a:extLst>
          </p:cNvPr>
          <p:cNvSpPr/>
          <p:nvPr/>
        </p:nvSpPr>
        <p:spPr>
          <a:xfrm>
            <a:off x="1565409" y="2246985"/>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시설 정보 관리</a:t>
            </a:r>
          </a:p>
        </p:txBody>
      </p:sp>
      <p:cxnSp>
        <p:nvCxnSpPr>
          <p:cNvPr id="59" name="직선 연결선 58">
            <a:extLst>
              <a:ext uri="{FF2B5EF4-FFF2-40B4-BE49-F238E27FC236}">
                <a16:creationId xmlns:a16="http://schemas.microsoft.com/office/drawing/2014/main" id="{9B386823-494E-A17D-5C54-C007ED317266}"/>
              </a:ext>
            </a:extLst>
          </p:cNvPr>
          <p:cNvCxnSpPr>
            <a:cxnSpLocks/>
            <a:stCxn id="4" idx="2"/>
          </p:cNvCxnSpPr>
          <p:nvPr/>
        </p:nvCxnSpPr>
        <p:spPr>
          <a:xfrm flipH="1">
            <a:off x="2046343" y="2551097"/>
            <a:ext cx="2334" cy="119654"/>
          </a:xfrm>
          <a:prstGeom prst="line">
            <a:avLst/>
          </a:prstGeom>
        </p:spPr>
        <p:style>
          <a:lnRef idx="1">
            <a:schemeClr val="accent1"/>
          </a:lnRef>
          <a:fillRef idx="0">
            <a:schemeClr val="accent1"/>
          </a:fillRef>
          <a:effectRef idx="0">
            <a:schemeClr val="accent1"/>
          </a:effectRef>
          <a:fontRef idx="minor">
            <a:schemeClr val="tx1"/>
          </a:fontRef>
        </p:style>
      </p:cxnSp>
      <p:grpSp>
        <p:nvGrpSpPr>
          <p:cNvPr id="966" name="그룹 965">
            <a:extLst>
              <a:ext uri="{FF2B5EF4-FFF2-40B4-BE49-F238E27FC236}">
                <a16:creationId xmlns:a16="http://schemas.microsoft.com/office/drawing/2014/main" id="{4E1C73BB-1C82-F385-FFE5-C68AABBA4A2C}"/>
              </a:ext>
            </a:extLst>
          </p:cNvPr>
          <p:cNvGrpSpPr/>
          <p:nvPr/>
        </p:nvGrpSpPr>
        <p:grpSpPr>
          <a:xfrm>
            <a:off x="1550671" y="2656226"/>
            <a:ext cx="991366" cy="215444"/>
            <a:chOff x="1557561" y="2891734"/>
            <a:chExt cx="991366" cy="215444"/>
          </a:xfrm>
        </p:grpSpPr>
        <p:sp>
          <p:nvSpPr>
            <p:cNvPr id="12" name="순서도: 처리 11">
              <a:extLst>
                <a:ext uri="{FF2B5EF4-FFF2-40B4-BE49-F238E27FC236}">
                  <a16:creationId xmlns:a16="http://schemas.microsoft.com/office/drawing/2014/main" id="{2D37FB3D-45C4-CAAC-0370-641BD162C1D1}"/>
                </a:ext>
              </a:extLst>
            </p:cNvPr>
            <p:cNvSpPr/>
            <p:nvPr/>
          </p:nvSpPr>
          <p:spPr>
            <a:xfrm>
              <a:off x="1557561" y="2908997"/>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시설 목록 관리</a:t>
              </a:r>
            </a:p>
          </p:txBody>
        </p:sp>
        <p:sp>
          <p:nvSpPr>
            <p:cNvPr id="288" name="TextBox 287">
              <a:extLst>
                <a:ext uri="{FF2B5EF4-FFF2-40B4-BE49-F238E27FC236}">
                  <a16:creationId xmlns:a16="http://schemas.microsoft.com/office/drawing/2014/main" id="{BE56B5B5-60C7-B0BF-FAD8-85C62EB22510}"/>
                </a:ext>
              </a:extLst>
            </p:cNvPr>
            <p:cNvSpPr txBox="1"/>
            <p:nvPr/>
          </p:nvSpPr>
          <p:spPr>
            <a:xfrm>
              <a:off x="2252051" y="2891734"/>
              <a:ext cx="296876" cy="215444"/>
            </a:xfrm>
            <a:prstGeom prst="rect">
              <a:avLst/>
            </a:prstGeom>
            <a:noFill/>
          </p:spPr>
          <p:txBody>
            <a:bodyPr wrap="none" rtlCol="0">
              <a:spAutoFit/>
            </a:bodyPr>
            <a:lstStyle/>
            <a:p>
              <a:r>
                <a:rPr lang="en-US" altLang="ko-KR" sz="800" dirty="0"/>
                <a:t>01</a:t>
              </a:r>
              <a:endParaRPr lang="ko-KR" altLang="en-US" sz="800" dirty="0"/>
            </a:p>
          </p:txBody>
        </p:sp>
      </p:grpSp>
      <p:grpSp>
        <p:nvGrpSpPr>
          <p:cNvPr id="980" name="그룹 979">
            <a:extLst>
              <a:ext uri="{FF2B5EF4-FFF2-40B4-BE49-F238E27FC236}">
                <a16:creationId xmlns:a16="http://schemas.microsoft.com/office/drawing/2014/main" id="{5ABCD86F-963C-2ECD-EEC5-1B776699C83F}"/>
              </a:ext>
            </a:extLst>
          </p:cNvPr>
          <p:cNvGrpSpPr/>
          <p:nvPr/>
        </p:nvGrpSpPr>
        <p:grpSpPr>
          <a:xfrm>
            <a:off x="492868" y="2646579"/>
            <a:ext cx="1044115" cy="480083"/>
            <a:chOff x="492868" y="2646579"/>
            <a:chExt cx="1044115" cy="480083"/>
          </a:xfrm>
        </p:grpSpPr>
        <p:sp>
          <p:nvSpPr>
            <p:cNvPr id="915" name="순서도: 처리 914">
              <a:extLst>
                <a:ext uri="{FF2B5EF4-FFF2-40B4-BE49-F238E27FC236}">
                  <a16:creationId xmlns:a16="http://schemas.microsoft.com/office/drawing/2014/main" id="{725335BD-FCEA-85F3-700E-B4F3FB3E466A}"/>
                </a:ext>
              </a:extLst>
            </p:cNvPr>
            <p:cNvSpPr/>
            <p:nvPr/>
          </p:nvSpPr>
          <p:spPr>
            <a:xfrm>
              <a:off x="494221" y="2674102"/>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회원 목록</a:t>
              </a:r>
            </a:p>
          </p:txBody>
        </p:sp>
        <p:grpSp>
          <p:nvGrpSpPr>
            <p:cNvPr id="977" name="그룹 976">
              <a:extLst>
                <a:ext uri="{FF2B5EF4-FFF2-40B4-BE49-F238E27FC236}">
                  <a16:creationId xmlns:a16="http://schemas.microsoft.com/office/drawing/2014/main" id="{088AFFA8-1ADB-389A-2D30-89EECBE17147}"/>
                </a:ext>
              </a:extLst>
            </p:cNvPr>
            <p:cNvGrpSpPr/>
            <p:nvPr/>
          </p:nvGrpSpPr>
          <p:grpSpPr>
            <a:xfrm>
              <a:off x="492868" y="2911218"/>
              <a:ext cx="1044115" cy="215444"/>
              <a:chOff x="494219" y="3126385"/>
              <a:chExt cx="1044115" cy="215444"/>
            </a:xfrm>
          </p:grpSpPr>
          <p:sp>
            <p:nvSpPr>
              <p:cNvPr id="82" name="순서도: 처리 81">
                <a:extLst>
                  <a:ext uri="{FF2B5EF4-FFF2-40B4-BE49-F238E27FC236}">
                    <a16:creationId xmlns:a16="http://schemas.microsoft.com/office/drawing/2014/main" id="{5C0EDB44-C3C2-C44D-73EE-A7C94DE47D03}"/>
                  </a:ext>
                </a:extLst>
              </p:cNvPr>
              <p:cNvSpPr/>
              <p:nvPr/>
            </p:nvSpPr>
            <p:spPr>
              <a:xfrm>
                <a:off x="494219" y="3131871"/>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보호자 승인 관리</a:t>
                </a:r>
              </a:p>
            </p:txBody>
          </p:sp>
          <p:sp>
            <p:nvSpPr>
              <p:cNvPr id="86" name="TextBox 85">
                <a:extLst>
                  <a:ext uri="{FF2B5EF4-FFF2-40B4-BE49-F238E27FC236}">
                    <a16:creationId xmlns:a16="http://schemas.microsoft.com/office/drawing/2014/main" id="{6FCE60C3-C96B-5439-0845-8011D0E9C67A}"/>
                  </a:ext>
                </a:extLst>
              </p:cNvPr>
              <p:cNvSpPr txBox="1"/>
              <p:nvPr/>
            </p:nvSpPr>
            <p:spPr>
              <a:xfrm>
                <a:off x="1241458" y="3126385"/>
                <a:ext cx="296876" cy="215444"/>
              </a:xfrm>
              <a:prstGeom prst="rect">
                <a:avLst/>
              </a:prstGeom>
              <a:noFill/>
            </p:spPr>
            <p:txBody>
              <a:bodyPr wrap="none" rtlCol="0">
                <a:spAutoFit/>
              </a:bodyPr>
              <a:lstStyle/>
              <a:p>
                <a:r>
                  <a:rPr lang="en-US" altLang="ko-KR" sz="800" dirty="0"/>
                  <a:t>02</a:t>
                </a:r>
                <a:endParaRPr lang="ko-KR" altLang="en-US" sz="800" dirty="0"/>
              </a:p>
            </p:txBody>
          </p:sp>
        </p:grpSp>
        <p:sp>
          <p:nvSpPr>
            <p:cNvPr id="918" name="TextBox 917">
              <a:extLst>
                <a:ext uri="{FF2B5EF4-FFF2-40B4-BE49-F238E27FC236}">
                  <a16:creationId xmlns:a16="http://schemas.microsoft.com/office/drawing/2014/main" id="{3DE3A2EC-ADCA-836A-8384-1003D4C5875A}"/>
                </a:ext>
              </a:extLst>
            </p:cNvPr>
            <p:cNvSpPr txBox="1"/>
            <p:nvPr/>
          </p:nvSpPr>
          <p:spPr>
            <a:xfrm>
              <a:off x="1240107" y="2646579"/>
              <a:ext cx="296876" cy="215444"/>
            </a:xfrm>
            <a:prstGeom prst="rect">
              <a:avLst/>
            </a:prstGeom>
            <a:noFill/>
          </p:spPr>
          <p:txBody>
            <a:bodyPr wrap="none" rtlCol="0">
              <a:spAutoFit/>
            </a:bodyPr>
            <a:lstStyle/>
            <a:p>
              <a:r>
                <a:rPr lang="en-US" altLang="ko-KR" sz="800" dirty="0"/>
                <a:t>01</a:t>
              </a:r>
              <a:endParaRPr lang="ko-KR" altLang="en-US" sz="800" dirty="0"/>
            </a:p>
          </p:txBody>
        </p:sp>
      </p:grpSp>
      <p:sp>
        <p:nvSpPr>
          <p:cNvPr id="968" name="순서도: 처리 967">
            <a:extLst>
              <a:ext uri="{FF2B5EF4-FFF2-40B4-BE49-F238E27FC236}">
                <a16:creationId xmlns:a16="http://schemas.microsoft.com/office/drawing/2014/main" id="{14B1F6A0-5D52-2F5B-11F6-9E9B39197FB9}"/>
              </a:ext>
            </a:extLst>
          </p:cNvPr>
          <p:cNvSpPr/>
          <p:nvPr/>
        </p:nvSpPr>
        <p:spPr>
          <a:xfrm>
            <a:off x="3812042" y="2248259"/>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알림 발송 관리</a:t>
            </a:r>
          </a:p>
        </p:txBody>
      </p:sp>
      <p:cxnSp>
        <p:nvCxnSpPr>
          <p:cNvPr id="969" name="직선 연결선 968">
            <a:extLst>
              <a:ext uri="{FF2B5EF4-FFF2-40B4-BE49-F238E27FC236}">
                <a16:creationId xmlns:a16="http://schemas.microsoft.com/office/drawing/2014/main" id="{5A07B3AD-4B6F-EF65-B37B-F1DD517E76D9}"/>
              </a:ext>
            </a:extLst>
          </p:cNvPr>
          <p:cNvCxnSpPr>
            <a:cxnSpLocks/>
            <a:stCxn id="968" idx="2"/>
          </p:cNvCxnSpPr>
          <p:nvPr/>
        </p:nvCxnSpPr>
        <p:spPr>
          <a:xfrm flipH="1">
            <a:off x="4292977" y="2552371"/>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970" name="그룹 969">
            <a:extLst>
              <a:ext uri="{FF2B5EF4-FFF2-40B4-BE49-F238E27FC236}">
                <a16:creationId xmlns:a16="http://schemas.microsoft.com/office/drawing/2014/main" id="{6DCC71F8-0406-A392-71C7-178F5C43122B}"/>
              </a:ext>
            </a:extLst>
          </p:cNvPr>
          <p:cNvGrpSpPr/>
          <p:nvPr/>
        </p:nvGrpSpPr>
        <p:grpSpPr>
          <a:xfrm>
            <a:off x="3823856" y="2639849"/>
            <a:ext cx="1024082" cy="215444"/>
            <a:chOff x="2650108" y="2888636"/>
            <a:chExt cx="1024082" cy="215444"/>
          </a:xfrm>
        </p:grpSpPr>
        <p:sp>
          <p:nvSpPr>
            <p:cNvPr id="971" name="순서도: 처리 970">
              <a:extLst>
                <a:ext uri="{FF2B5EF4-FFF2-40B4-BE49-F238E27FC236}">
                  <a16:creationId xmlns:a16="http://schemas.microsoft.com/office/drawing/2014/main" id="{65061E81-5805-51A1-5E53-E50A712FD923}"/>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알림 발송 내역</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972" name="TextBox 971">
              <a:extLst>
                <a:ext uri="{FF2B5EF4-FFF2-40B4-BE49-F238E27FC236}">
                  <a16:creationId xmlns:a16="http://schemas.microsoft.com/office/drawing/2014/main" id="{C4CAEB87-D14D-D039-9C7D-5C87156F0F9C}"/>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grpSp>
        <p:nvGrpSpPr>
          <p:cNvPr id="973" name="그룹 972">
            <a:extLst>
              <a:ext uri="{FF2B5EF4-FFF2-40B4-BE49-F238E27FC236}">
                <a16:creationId xmlns:a16="http://schemas.microsoft.com/office/drawing/2014/main" id="{5C0468A0-897B-78CD-F86D-790ACF6D2605}"/>
              </a:ext>
            </a:extLst>
          </p:cNvPr>
          <p:cNvGrpSpPr/>
          <p:nvPr/>
        </p:nvGrpSpPr>
        <p:grpSpPr>
          <a:xfrm>
            <a:off x="3823856" y="2876517"/>
            <a:ext cx="1024082" cy="215444"/>
            <a:chOff x="2650108" y="2888636"/>
            <a:chExt cx="1024082" cy="215444"/>
          </a:xfrm>
        </p:grpSpPr>
        <p:sp>
          <p:nvSpPr>
            <p:cNvPr id="974" name="순서도: 처리 973">
              <a:extLst>
                <a:ext uri="{FF2B5EF4-FFF2-40B4-BE49-F238E27FC236}">
                  <a16:creationId xmlns:a16="http://schemas.microsoft.com/office/drawing/2014/main" id="{DB4D02B1-8283-6B9C-E20E-35055EF0732F}"/>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알림 발송</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975" name="TextBox 974">
              <a:extLst>
                <a:ext uri="{FF2B5EF4-FFF2-40B4-BE49-F238E27FC236}">
                  <a16:creationId xmlns:a16="http://schemas.microsoft.com/office/drawing/2014/main" id="{F03C9C45-0D81-5948-79D5-59D811A980C8}"/>
                </a:ext>
              </a:extLst>
            </p:cNvPr>
            <p:cNvSpPr txBox="1"/>
            <p:nvPr/>
          </p:nvSpPr>
          <p:spPr>
            <a:xfrm>
              <a:off x="3377314" y="2888636"/>
              <a:ext cx="296876" cy="215444"/>
            </a:xfrm>
            <a:prstGeom prst="rect">
              <a:avLst/>
            </a:prstGeom>
            <a:noFill/>
          </p:spPr>
          <p:txBody>
            <a:bodyPr wrap="none" rtlCol="0">
              <a:spAutoFit/>
            </a:bodyPr>
            <a:lstStyle/>
            <a:p>
              <a:r>
                <a:rPr lang="en-US" altLang="ko-KR" sz="800" dirty="0"/>
                <a:t>02</a:t>
              </a:r>
              <a:endParaRPr lang="ko-KR" altLang="en-US" sz="800" dirty="0"/>
            </a:p>
          </p:txBody>
        </p:sp>
      </p:grpSp>
    </p:spTree>
    <p:extLst>
      <p:ext uri="{BB962C8B-B14F-4D97-AF65-F5344CB8AC3E}">
        <p14:creationId xmlns:p14="http://schemas.microsoft.com/office/powerpoint/2010/main" val="11789480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6A391-C0C2-646A-E2A6-3CF63C6B3BD4}"/>
            </a:ext>
          </a:extLst>
        </p:cNvPr>
        <p:cNvGrpSpPr/>
        <p:nvPr/>
      </p:nvGrpSpPr>
      <p:grpSpPr>
        <a:xfrm>
          <a:off x="0" y="0"/>
          <a:ext cx="0" cy="0"/>
          <a:chOff x="0" y="0"/>
          <a:chExt cx="0" cy="0"/>
        </a:xfrm>
      </p:grpSpPr>
      <p:sp>
        <p:nvSpPr>
          <p:cNvPr id="12" name="텍스트 개체 틀 11">
            <a:extLst>
              <a:ext uri="{FF2B5EF4-FFF2-40B4-BE49-F238E27FC236}">
                <a16:creationId xmlns:a16="http://schemas.microsoft.com/office/drawing/2014/main" id="{C9015090-CC35-D8AF-60BA-174FF6FB4350}"/>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4C5EBD5F-2CD4-F335-6FAA-30D2DFC12634}"/>
              </a:ext>
            </a:extLst>
          </p:cNvPr>
          <p:cNvSpPr>
            <a:spLocks noGrp="1"/>
          </p:cNvSpPr>
          <p:nvPr>
            <p:ph type="body" sz="quarter" idx="16"/>
          </p:nvPr>
        </p:nvSpPr>
        <p:spPr/>
        <p:txBody>
          <a:bodyPr/>
          <a:lstStyle/>
          <a:p>
            <a:r>
              <a:rPr lang="ko-KR" altLang="en-US" dirty="0"/>
              <a:t>박소은</a:t>
            </a:r>
          </a:p>
        </p:txBody>
      </p:sp>
      <p:sp>
        <p:nvSpPr>
          <p:cNvPr id="24" name="텍스트 개체 틀 23">
            <a:extLst>
              <a:ext uri="{FF2B5EF4-FFF2-40B4-BE49-F238E27FC236}">
                <a16:creationId xmlns:a16="http://schemas.microsoft.com/office/drawing/2014/main" id="{76A2E923-8A1C-4269-156D-6B0855289995}"/>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56BC3F33-39E5-D5B4-BAB3-1F794DF657D0}"/>
              </a:ext>
            </a:extLst>
          </p:cNvPr>
          <p:cNvGraphicFramePr>
            <a:graphicFrameLocks noGrp="1"/>
          </p:cNvGraphicFramePr>
          <p:nvPr>
            <p:extLst>
              <p:ext uri="{D42A27DB-BD31-4B8C-83A1-F6EECF244321}">
                <p14:modId xmlns:p14="http://schemas.microsoft.com/office/powerpoint/2010/main" val="3053974231"/>
              </p:ext>
            </p:extLst>
          </p:nvPr>
        </p:nvGraphicFramePr>
        <p:xfrm>
          <a:off x="10007222" y="751413"/>
          <a:ext cx="1992222" cy="1347600"/>
        </p:xfrm>
        <a:graphic>
          <a:graphicData uri="http://schemas.openxmlformats.org/drawingml/2006/table">
            <a:tbl>
              <a:tblPr firstRow="1" bandRow="1">
                <a:tableStyleId>{5C22544A-7EE6-4342-B048-85BDC9FD1C3A}</a:tableStyleId>
              </a:tblPr>
              <a:tblGrid>
                <a:gridCol w="249800">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고객센터 메뉴 소개 </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5165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아이디</a:t>
                      </a: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1000" b="1" spc="0" baseline="0" dirty="0">
                          <a:solidFill>
                            <a:schemeClr val="tx1"/>
                          </a:solidFill>
                          <a:latin typeface="나눔고딕" panose="020D0604000000000000" pitchFamily="50" charset="-127"/>
                          <a:ea typeface="나눔고딕" panose="020D0604000000000000" pitchFamily="50" charset="-127"/>
                        </a:rPr>
                        <a:t>비밀번호 입력</a:t>
                      </a:r>
                      <a:br>
                        <a:rPr lang="en-US" altLang="ko-KR" sz="10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아이디</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비밀번호 </a:t>
                      </a:r>
                      <a:r>
                        <a:rPr lang="ko-KR" altLang="en-US" sz="800" b="0" spc="0" baseline="0" dirty="0" err="1">
                          <a:solidFill>
                            <a:schemeClr val="tx1"/>
                          </a:solidFill>
                          <a:latin typeface="나눔고딕" panose="020D0604000000000000" pitchFamily="50" charset="-127"/>
                          <a:ea typeface="나눔고딕" panose="020D0604000000000000" pitchFamily="50" charset="-127"/>
                        </a:rPr>
                        <a:t>입력칸</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아이디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최대 </a:t>
                      </a:r>
                      <a:r>
                        <a:rPr lang="en-US" altLang="ko-KR" sz="800" b="0" spc="0" baseline="0" dirty="0">
                          <a:solidFill>
                            <a:schemeClr val="tx1"/>
                          </a:solidFill>
                          <a:latin typeface="나눔고딕" panose="020D0604000000000000" pitchFamily="50" charset="-127"/>
                          <a:ea typeface="나눔고딕" panose="020D0604000000000000" pitchFamily="50" charset="-127"/>
                        </a:rPr>
                        <a:t>10</a:t>
                      </a:r>
                      <a:r>
                        <a:rPr lang="ko-KR" altLang="en-US" sz="800" b="0" spc="0" baseline="0" dirty="0">
                          <a:solidFill>
                            <a:schemeClr val="tx1"/>
                          </a:solidFill>
                          <a:latin typeface="나눔고딕" panose="020D0604000000000000" pitchFamily="50" charset="-127"/>
                          <a:ea typeface="나눔고딕" panose="020D0604000000000000" pitchFamily="50" charset="-127"/>
                        </a:rPr>
                        <a:t>자</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특수문자 불가</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비밀번호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특수문자 포함 </a:t>
                      </a:r>
                      <a:r>
                        <a:rPr lang="en-US" altLang="ko-KR" sz="800" b="0" spc="0" baseline="0" dirty="0">
                          <a:solidFill>
                            <a:schemeClr val="tx1"/>
                          </a:solidFill>
                          <a:latin typeface="나눔고딕" panose="020D0604000000000000" pitchFamily="50" charset="-127"/>
                          <a:ea typeface="나눔고딕" panose="020D0604000000000000" pitchFamily="50" charset="-127"/>
                        </a:rPr>
                        <a:t>10</a:t>
                      </a:r>
                      <a:r>
                        <a:rPr lang="ko-KR" altLang="en-US" sz="800" b="0" spc="0" baseline="0" dirty="0">
                          <a:solidFill>
                            <a:schemeClr val="tx1"/>
                          </a:solidFill>
                          <a:latin typeface="나눔고딕" panose="020D0604000000000000" pitchFamily="50" charset="-127"/>
                          <a:ea typeface="나눔고딕" panose="020D0604000000000000" pitchFamily="50" charset="-127"/>
                        </a:rPr>
                        <a:t>자 이상</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로그인 버튼</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클릭 시 </a:t>
                      </a:r>
                      <a:r>
                        <a:rPr lang="en-US" altLang="ko-KR" sz="800" b="0" spc="0" baseline="0" dirty="0">
                          <a:solidFill>
                            <a:schemeClr val="tx1"/>
                          </a:solidFill>
                          <a:latin typeface="나눔고딕" panose="020D0604000000000000" pitchFamily="50" charset="-127"/>
                          <a:ea typeface="나눔고딕" panose="020D0604000000000000" pitchFamily="50" charset="-127"/>
                        </a:rPr>
                        <a:t>validation </a:t>
                      </a:r>
                      <a:r>
                        <a:rPr lang="ko-KR" altLang="en-US" sz="800" b="0" spc="0" baseline="0" dirty="0">
                          <a:solidFill>
                            <a:schemeClr val="tx1"/>
                          </a:solidFill>
                          <a:latin typeface="나눔고딕" panose="020D0604000000000000" pitchFamily="50" charset="-127"/>
                          <a:ea typeface="나눔고딕" panose="020D0604000000000000" pitchFamily="50" charset="-127"/>
                        </a:rPr>
                        <a:t>검사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검사 성공 시 </a:t>
                      </a:r>
                      <a:r>
                        <a:rPr lang="en-US" altLang="ko-KR" sz="800" b="0" spc="0" baseline="0" dirty="0">
                          <a:solidFill>
                            <a:schemeClr val="tx1"/>
                          </a:solidFill>
                          <a:latin typeface="나눔고딕" panose="020D0604000000000000" pitchFamily="50" charset="-127"/>
                          <a:ea typeface="나눔고딕" panose="020D0604000000000000" pitchFamily="50" charset="-127"/>
                        </a:rPr>
                        <a:t>submit </a:t>
                      </a:r>
                      <a:r>
                        <a:rPr lang="ko-KR" altLang="en-US" sz="800" b="0" spc="0" baseline="0" dirty="0">
                          <a:solidFill>
                            <a:schemeClr val="tx1"/>
                          </a:solidFill>
                          <a:latin typeface="나눔고딕" panose="020D0604000000000000" pitchFamily="50" charset="-127"/>
                          <a:ea typeface="나눔고딕" panose="020D0604000000000000" pitchFamily="50" charset="-127"/>
                        </a:rPr>
                        <a:t>처리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81299581"/>
                  </a:ext>
                </a:extLst>
              </a:tr>
            </a:tbl>
          </a:graphicData>
        </a:graphic>
      </p:graphicFrame>
      <p:sp>
        <p:nvSpPr>
          <p:cNvPr id="39" name="텍스트 개체 틀 38">
            <a:extLst>
              <a:ext uri="{FF2B5EF4-FFF2-40B4-BE49-F238E27FC236}">
                <a16:creationId xmlns:a16="http://schemas.microsoft.com/office/drawing/2014/main" id="{EB96C3F8-7DBF-B853-6DE5-0D531FAF3C4D}"/>
              </a:ext>
            </a:extLst>
          </p:cNvPr>
          <p:cNvSpPr>
            <a:spLocks noGrp="1"/>
          </p:cNvSpPr>
          <p:nvPr>
            <p:ph type="body" sz="quarter" idx="13"/>
          </p:nvPr>
        </p:nvSpPr>
        <p:spPr/>
        <p:txBody>
          <a:bodyPr/>
          <a:lstStyle/>
          <a:p>
            <a:r>
              <a:rPr lang="ko-KR" altLang="en-US" dirty="0"/>
              <a:t>로그인</a:t>
            </a:r>
          </a:p>
        </p:txBody>
      </p:sp>
      <p:sp>
        <p:nvSpPr>
          <p:cNvPr id="41" name="제목 40">
            <a:extLst>
              <a:ext uri="{FF2B5EF4-FFF2-40B4-BE49-F238E27FC236}">
                <a16:creationId xmlns:a16="http://schemas.microsoft.com/office/drawing/2014/main" id="{FDB30A12-78F0-E9C7-F974-3D37EDAA7F1A}"/>
              </a:ext>
            </a:extLst>
          </p:cNvPr>
          <p:cNvSpPr>
            <a:spLocks noGrp="1"/>
          </p:cNvSpPr>
          <p:nvPr>
            <p:ph type="title"/>
          </p:nvPr>
        </p:nvSpPr>
        <p:spPr/>
        <p:txBody>
          <a:bodyPr/>
          <a:lstStyle/>
          <a:p>
            <a:endParaRPr lang="ko-KR" altLang="en-US"/>
          </a:p>
        </p:txBody>
      </p:sp>
      <p:sp>
        <p:nvSpPr>
          <p:cNvPr id="42" name="사각형: 둥근 모서리 41">
            <a:extLst>
              <a:ext uri="{FF2B5EF4-FFF2-40B4-BE49-F238E27FC236}">
                <a16:creationId xmlns:a16="http://schemas.microsoft.com/office/drawing/2014/main" id="{48DB281D-2D23-D17B-A6E3-ACF6BBA64D4D}"/>
              </a:ext>
            </a:extLst>
          </p:cNvPr>
          <p:cNvSpPr/>
          <p:nvPr/>
        </p:nvSpPr>
        <p:spPr>
          <a:xfrm>
            <a:off x="3261840" y="3545386"/>
            <a:ext cx="3204606" cy="386228"/>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000" dirty="0">
                <a:solidFill>
                  <a:schemeClr val="bg1">
                    <a:lumMod val="50000"/>
                  </a:schemeClr>
                </a:solidFill>
                <a:latin typeface="+mj-lt"/>
              </a:rPr>
              <a:t>PW</a:t>
            </a:r>
            <a:r>
              <a:rPr lang="ko-KR" altLang="en-US" sz="1000" dirty="0">
                <a:solidFill>
                  <a:schemeClr val="bg1">
                    <a:lumMod val="50000"/>
                  </a:schemeClr>
                </a:solidFill>
                <a:latin typeface="+mj-lt"/>
              </a:rPr>
              <a:t>를 입력하세요</a:t>
            </a:r>
          </a:p>
        </p:txBody>
      </p:sp>
      <p:sp>
        <p:nvSpPr>
          <p:cNvPr id="43" name="사각형: 둥근 모서리 42">
            <a:extLst>
              <a:ext uri="{FF2B5EF4-FFF2-40B4-BE49-F238E27FC236}">
                <a16:creationId xmlns:a16="http://schemas.microsoft.com/office/drawing/2014/main" id="{3EA6CE05-12A4-1019-5DF3-28FA3C189B05}"/>
              </a:ext>
            </a:extLst>
          </p:cNvPr>
          <p:cNvSpPr/>
          <p:nvPr/>
        </p:nvSpPr>
        <p:spPr>
          <a:xfrm>
            <a:off x="3261840" y="3042772"/>
            <a:ext cx="3204606" cy="386228"/>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000" dirty="0">
                <a:solidFill>
                  <a:schemeClr val="bg1">
                    <a:lumMod val="50000"/>
                  </a:schemeClr>
                </a:solidFill>
                <a:latin typeface="+mj-lt"/>
              </a:rPr>
              <a:t>ID</a:t>
            </a:r>
            <a:r>
              <a:rPr lang="ko-KR" altLang="en-US" sz="1000" dirty="0">
                <a:solidFill>
                  <a:schemeClr val="bg1">
                    <a:lumMod val="50000"/>
                  </a:schemeClr>
                </a:solidFill>
                <a:latin typeface="+mj-lt"/>
              </a:rPr>
              <a:t>를 입력하세요</a:t>
            </a:r>
          </a:p>
        </p:txBody>
      </p:sp>
      <p:sp>
        <p:nvSpPr>
          <p:cNvPr id="44" name="제목 2">
            <a:extLst>
              <a:ext uri="{FF2B5EF4-FFF2-40B4-BE49-F238E27FC236}">
                <a16:creationId xmlns:a16="http://schemas.microsoft.com/office/drawing/2014/main" id="{CB01620F-EB4F-02B6-9CD9-0F56B47E0C75}"/>
              </a:ext>
            </a:extLst>
          </p:cNvPr>
          <p:cNvSpPr txBox="1">
            <a:spLocks/>
          </p:cNvSpPr>
          <p:nvPr/>
        </p:nvSpPr>
        <p:spPr>
          <a:xfrm>
            <a:off x="3981956" y="2097433"/>
            <a:ext cx="2228980" cy="770760"/>
          </a:xfrm>
          <a:prstGeom prst="rect">
            <a:avLst/>
          </a:prstGeom>
        </p:spPr>
        <p:txBody>
          <a:bodyPr vert="horz" lIns="91440" tIns="45720" rIns="91440" bIns="45720" rtlCol="0" anchor="ctr">
            <a:noAutofit/>
          </a:bodyPr>
          <a:lstStyle>
            <a:lvl1pPr algn="ctr" defTabSz="914400" rtl="0" eaLnBrk="1" latinLnBrk="1" hangingPunct="1">
              <a:lnSpc>
                <a:spcPct val="90000"/>
              </a:lnSpc>
              <a:spcBef>
                <a:spcPct val="0"/>
              </a:spcBef>
              <a:buNone/>
              <a:defRPr sz="800" kern="1200" spc="-87" baseline="0">
                <a:solidFill>
                  <a:schemeClr val="tx1"/>
                </a:solidFill>
                <a:latin typeface="나눔고딕" panose="020D0604000000000000" pitchFamily="50" charset="-127"/>
                <a:ea typeface="나눔고딕" panose="020D0604000000000000" pitchFamily="50" charset="-127"/>
                <a:cs typeface="+mj-cs"/>
              </a:defRPr>
            </a:lvl1pPr>
          </a:lstStyle>
          <a:p>
            <a:r>
              <a:rPr lang="en-US" altLang="ko-KR" sz="3600" b="1" dirty="0"/>
              <a:t>LOGIN</a:t>
            </a:r>
            <a:endParaRPr lang="ko-KR" altLang="en-US" sz="3600" b="1" dirty="0"/>
          </a:p>
        </p:txBody>
      </p:sp>
      <p:sp>
        <p:nvSpPr>
          <p:cNvPr id="45" name="순서도: 처리 44">
            <a:extLst>
              <a:ext uri="{FF2B5EF4-FFF2-40B4-BE49-F238E27FC236}">
                <a16:creationId xmlns:a16="http://schemas.microsoft.com/office/drawing/2014/main" id="{C9E54149-AF45-4A18-CD4F-B3DF33B6117C}"/>
              </a:ext>
            </a:extLst>
          </p:cNvPr>
          <p:cNvSpPr/>
          <p:nvPr/>
        </p:nvSpPr>
        <p:spPr>
          <a:xfrm>
            <a:off x="6764729" y="3042772"/>
            <a:ext cx="966535" cy="88884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로그인</a:t>
            </a:r>
          </a:p>
        </p:txBody>
      </p:sp>
      <p:sp>
        <p:nvSpPr>
          <p:cNvPr id="4" name="타원 3">
            <a:extLst>
              <a:ext uri="{FF2B5EF4-FFF2-40B4-BE49-F238E27FC236}">
                <a16:creationId xmlns:a16="http://schemas.microsoft.com/office/drawing/2014/main" id="{4477D284-2B3C-4CA5-69FB-11E574A4337F}"/>
              </a:ext>
            </a:extLst>
          </p:cNvPr>
          <p:cNvSpPr/>
          <p:nvPr/>
        </p:nvSpPr>
        <p:spPr>
          <a:xfrm>
            <a:off x="2896425" y="324008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F2AD4BE2-EC69-4271-E409-FFBBD2EDD493}"/>
              </a:ext>
            </a:extLst>
          </p:cNvPr>
          <p:cNvSpPr/>
          <p:nvPr/>
        </p:nvSpPr>
        <p:spPr>
          <a:xfrm>
            <a:off x="6656592" y="29252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5897790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7091E5DB-60D0-7D8B-BE5B-2B3C0B463E20}"/>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8B433A07-5BA8-664C-B09F-8E43DA550593}"/>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E7477679-C69E-D30F-9425-9B89FC7EF9A7}"/>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5AF361B4-0861-5611-E11A-6C0EF92D7EEC}"/>
              </a:ext>
            </a:extLst>
          </p:cNvPr>
          <p:cNvSpPr>
            <a:spLocks noGrp="1"/>
          </p:cNvSpPr>
          <p:nvPr>
            <p:ph type="body" sz="quarter" idx="17"/>
          </p:nvPr>
        </p:nvSpPr>
        <p:spPr/>
        <p:txBody>
          <a:bodyPr/>
          <a:lstStyle/>
          <a:p>
            <a:r>
              <a:rPr lang="ko-KR" altLang="en-US" dirty="0"/>
              <a:t>박소은</a:t>
            </a:r>
          </a:p>
        </p:txBody>
      </p:sp>
      <p:sp>
        <p:nvSpPr>
          <p:cNvPr id="4" name="직사각형 3">
            <a:extLst>
              <a:ext uri="{FF2B5EF4-FFF2-40B4-BE49-F238E27FC236}">
                <a16:creationId xmlns:a16="http://schemas.microsoft.com/office/drawing/2014/main" id="{30D829C3-F404-6C9B-D53D-F8147255022C}"/>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35" name="그룹 34">
            <a:extLst>
              <a:ext uri="{FF2B5EF4-FFF2-40B4-BE49-F238E27FC236}">
                <a16:creationId xmlns:a16="http://schemas.microsoft.com/office/drawing/2014/main" id="{6E78F933-2C8B-553B-57D4-641E79198EA8}"/>
              </a:ext>
            </a:extLst>
          </p:cNvPr>
          <p:cNvGrpSpPr/>
          <p:nvPr/>
        </p:nvGrpSpPr>
        <p:grpSpPr>
          <a:xfrm>
            <a:off x="1528517" y="1582453"/>
            <a:ext cx="1653880" cy="986866"/>
            <a:chOff x="1534197" y="855575"/>
            <a:chExt cx="1653880" cy="986866"/>
          </a:xfrm>
        </p:grpSpPr>
        <p:sp>
          <p:nvSpPr>
            <p:cNvPr id="22" name="직사각형 21">
              <a:extLst>
                <a:ext uri="{FF2B5EF4-FFF2-40B4-BE49-F238E27FC236}">
                  <a16:creationId xmlns:a16="http://schemas.microsoft.com/office/drawing/2014/main" id="{BE572D09-58A9-AE96-758F-2278CF6169DD}"/>
                </a:ext>
              </a:extLst>
            </p:cNvPr>
            <p:cNvSpPr/>
            <p:nvPr/>
          </p:nvSpPr>
          <p:spPr>
            <a:xfrm>
              <a:off x="1612219" y="957410"/>
              <a:ext cx="1575858" cy="885031"/>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09BBDA53-B3A0-786D-591E-5A3EEF282D4F}"/>
                </a:ext>
              </a:extLst>
            </p:cNvPr>
            <p:cNvSpPr/>
            <p:nvPr/>
          </p:nvSpPr>
          <p:spPr>
            <a:xfrm>
              <a:off x="1695987" y="984824"/>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회원관리</a:t>
              </a:r>
            </a:p>
          </p:txBody>
        </p:sp>
        <p:sp>
          <p:nvSpPr>
            <p:cNvPr id="16" name="직사각형 15">
              <a:extLst>
                <a:ext uri="{FF2B5EF4-FFF2-40B4-BE49-F238E27FC236}">
                  <a16:creationId xmlns:a16="http://schemas.microsoft.com/office/drawing/2014/main" id="{026214B1-0411-23AA-4CD5-DD832E30D13C}"/>
                </a:ext>
              </a:extLst>
            </p:cNvPr>
            <p:cNvSpPr/>
            <p:nvPr/>
          </p:nvSpPr>
          <p:spPr>
            <a:xfrm>
              <a:off x="1759977" y="1259718"/>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회원 목록</a:t>
              </a:r>
            </a:p>
          </p:txBody>
        </p:sp>
        <p:sp>
          <p:nvSpPr>
            <p:cNvPr id="17" name="직사각형 16">
              <a:extLst>
                <a:ext uri="{FF2B5EF4-FFF2-40B4-BE49-F238E27FC236}">
                  <a16:creationId xmlns:a16="http://schemas.microsoft.com/office/drawing/2014/main" id="{DBB703D4-0694-8ED7-B201-03AAEEBBD325}"/>
                </a:ext>
              </a:extLst>
            </p:cNvPr>
            <p:cNvSpPr/>
            <p:nvPr/>
          </p:nvSpPr>
          <p:spPr>
            <a:xfrm>
              <a:off x="1757764" y="1533807"/>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보호자 승인 관리</a:t>
              </a:r>
            </a:p>
          </p:txBody>
        </p:sp>
        <p:sp>
          <p:nvSpPr>
            <p:cNvPr id="20" name="직사각형 19">
              <a:extLst>
                <a:ext uri="{FF2B5EF4-FFF2-40B4-BE49-F238E27FC236}">
                  <a16:creationId xmlns:a16="http://schemas.microsoft.com/office/drawing/2014/main" id="{E038B829-F726-EB65-D56D-8B0ECB5C571F}"/>
                </a:ext>
              </a:extLst>
            </p:cNvPr>
            <p:cNvSpPr/>
            <p:nvPr/>
          </p:nvSpPr>
          <p:spPr>
            <a:xfrm>
              <a:off x="1612219" y="957409"/>
              <a:ext cx="1575858" cy="885031"/>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타원 20">
              <a:extLst>
                <a:ext uri="{FF2B5EF4-FFF2-40B4-BE49-F238E27FC236}">
                  <a16:creationId xmlns:a16="http://schemas.microsoft.com/office/drawing/2014/main" id="{898002AE-9770-AD0C-A8B8-A74A870E1102}"/>
                </a:ext>
              </a:extLst>
            </p:cNvPr>
            <p:cNvSpPr/>
            <p:nvPr/>
          </p:nvSpPr>
          <p:spPr>
            <a:xfrm>
              <a:off x="1534197" y="855575"/>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a:latin typeface="Arial Black" panose="020B0A04020102020204" pitchFamily="34" charset="0"/>
                </a:rPr>
                <a:t>1-1</a:t>
              </a:r>
              <a:endParaRPr lang="ko-KR" altLang="en-US" sz="800">
                <a:latin typeface="Arial Black" panose="020B0A04020102020204" pitchFamily="34" charset="0"/>
              </a:endParaRPr>
            </a:p>
          </p:txBody>
        </p:sp>
        <p:sp>
          <p:nvSpPr>
            <p:cNvPr id="23" name="이등변 삼각형 22">
              <a:extLst>
                <a:ext uri="{FF2B5EF4-FFF2-40B4-BE49-F238E27FC236}">
                  <a16:creationId xmlns:a16="http://schemas.microsoft.com/office/drawing/2014/main" id="{0EBE8F25-30D5-6260-B43C-6BB177FD2BE1}"/>
                </a:ext>
              </a:extLst>
            </p:cNvPr>
            <p:cNvSpPr/>
            <p:nvPr/>
          </p:nvSpPr>
          <p:spPr>
            <a:xfrm>
              <a:off x="2990532" y="1100430"/>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36" name="표 35">
            <a:extLst>
              <a:ext uri="{FF2B5EF4-FFF2-40B4-BE49-F238E27FC236}">
                <a16:creationId xmlns:a16="http://schemas.microsoft.com/office/drawing/2014/main" id="{CF83D55E-E194-AA21-1F79-8541FF3AFE31}"/>
              </a:ext>
            </a:extLst>
          </p:cNvPr>
          <p:cNvGraphicFramePr>
            <a:graphicFrameLocks noGrp="1"/>
          </p:cNvGraphicFramePr>
          <p:nvPr>
            <p:extLst>
              <p:ext uri="{D42A27DB-BD31-4B8C-83A1-F6EECF244321}">
                <p14:modId xmlns:p14="http://schemas.microsoft.com/office/powerpoint/2010/main" val="1079314353"/>
              </p:ext>
            </p:extLst>
          </p:nvPr>
        </p:nvGraphicFramePr>
        <p:xfrm>
          <a:off x="10007222" y="751413"/>
          <a:ext cx="1992222" cy="3299410"/>
        </p:xfrm>
        <a:graphic>
          <a:graphicData uri="http://schemas.openxmlformats.org/drawingml/2006/table">
            <a:tbl>
              <a:tblPr firstRow="1" bandRow="1">
                <a:tableStyleId>{5C22544A-7EE6-4342-B048-85BDC9FD1C3A}</a:tableStyleId>
              </a:tblPr>
              <a:tblGrid>
                <a:gridCol w="249800">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고객센터 메뉴 소개 </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5165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회원 관리 메뉴</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회원 관리</a:t>
                      </a:r>
                      <a:br>
                        <a:rPr lang="en-US" altLang="ko-KR" sz="1000" b="1" spc="0" baseline="0" dirty="0">
                          <a:solidFill>
                            <a:schemeClr val="tx1"/>
                          </a:solidFill>
                          <a:latin typeface="나눔고딕" panose="020D0604000000000000" pitchFamily="50" charset="-127"/>
                          <a:ea typeface="나눔고딕" panose="020D0604000000000000" pitchFamily="50" charset="-127"/>
                        </a:rPr>
                      </a:br>
                      <a:r>
                        <a:rPr lang="ko-KR" altLang="en-US" sz="1000" b="1" spc="0" baseline="0" dirty="0">
                          <a:solidFill>
                            <a:schemeClr val="tx1"/>
                          </a:solidFill>
                          <a:latin typeface="나눔고딕" panose="020D0604000000000000" pitchFamily="50" charset="-127"/>
                          <a:ea typeface="나눔고딕" panose="020D0604000000000000" pitchFamily="50" charset="-127"/>
                        </a:rPr>
                        <a:t>하위 </a:t>
                      </a:r>
                      <a:r>
                        <a:rPr lang="en-US" altLang="ko-KR" sz="1000" b="1" spc="0" baseline="0" dirty="0">
                          <a:solidFill>
                            <a:schemeClr val="tx1"/>
                          </a:solidFill>
                          <a:latin typeface="나눔고딕" panose="020D0604000000000000" pitchFamily="50" charset="-127"/>
                          <a:ea typeface="나눔고딕" panose="020D0604000000000000" pitchFamily="50" charset="-127"/>
                        </a:rPr>
                        <a:t>2</a:t>
                      </a:r>
                      <a:r>
                        <a:rPr lang="ko-KR" altLang="en-US" sz="1000" b="1" spc="0" baseline="0" dirty="0">
                          <a:solidFill>
                            <a:schemeClr val="tx1"/>
                          </a:solidFill>
                          <a:latin typeface="나눔고딕" panose="020D0604000000000000" pitchFamily="50" charset="-127"/>
                          <a:ea typeface="나눔고딕" panose="020D0604000000000000" pitchFamily="50" charset="-127"/>
                        </a:rPr>
                        <a:t>개 메뉴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회원 목록 페이지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승인 관리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시설 정보 관리 메뉴</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81299581"/>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지역 문화센터 주소 관리 메뉴</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57987317"/>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알림 발송 관리 메뉴</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7741486"/>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알림 발송 관리 메뉴</a:t>
                      </a:r>
                      <a:br>
                        <a:rPr lang="en-US" altLang="ko-KR" sz="1000" b="1" spc="0" baseline="0" dirty="0">
                          <a:solidFill>
                            <a:schemeClr val="tx1"/>
                          </a:solidFill>
                          <a:latin typeface="나눔고딕" panose="020D0604000000000000" pitchFamily="50" charset="-127"/>
                          <a:ea typeface="나눔고딕" panose="020D0604000000000000" pitchFamily="50" charset="-127"/>
                        </a:rPr>
                      </a:br>
                      <a:r>
                        <a:rPr lang="ko-KR" altLang="en-US" sz="1000" b="1" spc="0" baseline="0" dirty="0">
                          <a:solidFill>
                            <a:schemeClr val="tx1"/>
                          </a:solidFill>
                          <a:latin typeface="나눔고딕" panose="020D0604000000000000" pitchFamily="50" charset="-127"/>
                          <a:ea typeface="나눔고딕" panose="020D0604000000000000" pitchFamily="50" charset="-127"/>
                        </a:rPr>
                        <a:t>하위 메뉴 </a:t>
                      </a:r>
                      <a:r>
                        <a:rPr lang="en-US" altLang="ko-KR" sz="1000" b="1" spc="0" baseline="0" dirty="0">
                          <a:solidFill>
                            <a:schemeClr val="tx1"/>
                          </a:solidFill>
                          <a:latin typeface="나눔고딕" panose="020D0604000000000000" pitchFamily="50" charset="-127"/>
                          <a:ea typeface="나눔고딕" panose="020D0604000000000000" pitchFamily="50" charset="-127"/>
                        </a:rPr>
                        <a:t>2</a:t>
                      </a:r>
                      <a:r>
                        <a:rPr lang="ko-KR" altLang="en-US" sz="1000" b="1" spc="0" baseline="0" dirty="0">
                          <a:solidFill>
                            <a:schemeClr val="tx1"/>
                          </a:solidFill>
                          <a:latin typeface="나눔고딕" panose="020D0604000000000000" pitchFamily="50" charset="-127"/>
                          <a:ea typeface="나눔고딕" panose="020D0604000000000000" pitchFamily="50" charset="-127"/>
                        </a:rPr>
                        <a:t>개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알림 발송 내역</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알림 발송</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65067247"/>
                  </a:ext>
                </a:extLst>
              </a:tr>
            </a:tbl>
          </a:graphicData>
        </a:graphic>
      </p:graphicFrame>
      <p:sp>
        <p:nvSpPr>
          <p:cNvPr id="2" name="타원 1">
            <a:extLst>
              <a:ext uri="{FF2B5EF4-FFF2-40B4-BE49-F238E27FC236}">
                <a16:creationId xmlns:a16="http://schemas.microsoft.com/office/drawing/2014/main" id="{3AB9CA93-B63A-0ECA-8BE2-63313865CDDB}"/>
              </a:ext>
            </a:extLst>
          </p:cNvPr>
          <p:cNvSpPr/>
          <p:nvPr/>
        </p:nvSpPr>
        <p:spPr>
          <a:xfrm>
            <a:off x="98873" y="150140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grpSp>
        <p:nvGrpSpPr>
          <p:cNvPr id="13" name="그룹 12">
            <a:extLst>
              <a:ext uri="{FF2B5EF4-FFF2-40B4-BE49-F238E27FC236}">
                <a16:creationId xmlns:a16="http://schemas.microsoft.com/office/drawing/2014/main" id="{DB2B051C-2C2E-97F3-52AD-26734E4A2627}"/>
              </a:ext>
            </a:extLst>
          </p:cNvPr>
          <p:cNvGrpSpPr/>
          <p:nvPr/>
        </p:nvGrpSpPr>
        <p:grpSpPr>
          <a:xfrm>
            <a:off x="207010" y="1628266"/>
            <a:ext cx="1327187" cy="276932"/>
            <a:chOff x="207010" y="1628266"/>
            <a:chExt cx="1327187" cy="276932"/>
          </a:xfrm>
        </p:grpSpPr>
        <p:sp>
          <p:nvSpPr>
            <p:cNvPr id="37" name="직사각형 36">
              <a:extLst>
                <a:ext uri="{FF2B5EF4-FFF2-40B4-BE49-F238E27FC236}">
                  <a16:creationId xmlns:a16="http://schemas.microsoft.com/office/drawing/2014/main" id="{F3233E76-E8BB-33BE-AA11-C3DD66F19F2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3" name="이등변 삼각형 2">
              <a:extLst>
                <a:ext uri="{FF2B5EF4-FFF2-40B4-BE49-F238E27FC236}">
                  <a16:creationId xmlns:a16="http://schemas.microsoft.com/office/drawing/2014/main" id="{AD1C057A-A296-10A7-BD75-E8F9C5508EB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5" name="직사각형 4">
            <a:extLst>
              <a:ext uri="{FF2B5EF4-FFF2-40B4-BE49-F238E27FC236}">
                <a16:creationId xmlns:a16="http://schemas.microsoft.com/office/drawing/2014/main" id="{E62BAA5B-85A1-2734-4276-BAA43AA9DA12}"/>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5" name="그룹 14">
            <a:extLst>
              <a:ext uri="{FF2B5EF4-FFF2-40B4-BE49-F238E27FC236}">
                <a16:creationId xmlns:a16="http://schemas.microsoft.com/office/drawing/2014/main" id="{7FFF2685-361F-00A2-46A5-529B8C41915D}"/>
              </a:ext>
            </a:extLst>
          </p:cNvPr>
          <p:cNvGrpSpPr/>
          <p:nvPr/>
        </p:nvGrpSpPr>
        <p:grpSpPr>
          <a:xfrm>
            <a:off x="201330" y="2571385"/>
            <a:ext cx="1327187" cy="276932"/>
            <a:chOff x="207010" y="1628266"/>
            <a:chExt cx="1327187" cy="276932"/>
          </a:xfrm>
        </p:grpSpPr>
        <p:sp>
          <p:nvSpPr>
            <p:cNvPr id="18" name="직사각형 17">
              <a:extLst>
                <a:ext uri="{FF2B5EF4-FFF2-40B4-BE49-F238E27FC236}">
                  <a16:creationId xmlns:a16="http://schemas.microsoft.com/office/drawing/2014/main" id="{ACC26538-D197-35EB-24D2-67535284A80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9" name="이등변 삼각형 18">
              <a:extLst>
                <a:ext uri="{FF2B5EF4-FFF2-40B4-BE49-F238E27FC236}">
                  <a16:creationId xmlns:a16="http://schemas.microsoft.com/office/drawing/2014/main" id="{0E591876-921C-92B0-B850-EA798427A93C}"/>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5" name="타원 24">
            <a:extLst>
              <a:ext uri="{FF2B5EF4-FFF2-40B4-BE49-F238E27FC236}">
                <a16:creationId xmlns:a16="http://schemas.microsoft.com/office/drawing/2014/main" id="{FF4FDDF9-A548-6BC5-FCFC-58F64D73EAD0}"/>
              </a:ext>
            </a:extLst>
          </p:cNvPr>
          <p:cNvSpPr/>
          <p:nvPr/>
        </p:nvSpPr>
        <p:spPr>
          <a:xfrm>
            <a:off x="93193" y="196135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6" name="타원 25">
            <a:extLst>
              <a:ext uri="{FF2B5EF4-FFF2-40B4-BE49-F238E27FC236}">
                <a16:creationId xmlns:a16="http://schemas.microsoft.com/office/drawing/2014/main" id="{243F3E07-7830-429E-5563-8534827CA1EA}"/>
              </a:ext>
            </a:extLst>
          </p:cNvPr>
          <p:cNvSpPr/>
          <p:nvPr/>
        </p:nvSpPr>
        <p:spPr>
          <a:xfrm>
            <a:off x="93192" y="229375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27" name="타원 26">
            <a:extLst>
              <a:ext uri="{FF2B5EF4-FFF2-40B4-BE49-F238E27FC236}">
                <a16:creationId xmlns:a16="http://schemas.microsoft.com/office/drawing/2014/main" id="{E7CF3DFE-8F13-6B93-552B-D8E518BAABCC}"/>
              </a:ext>
            </a:extLst>
          </p:cNvPr>
          <p:cNvSpPr/>
          <p:nvPr/>
        </p:nvSpPr>
        <p:spPr>
          <a:xfrm>
            <a:off x="75632" y="260813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28" name="직사각형 27">
            <a:extLst>
              <a:ext uri="{FF2B5EF4-FFF2-40B4-BE49-F238E27FC236}">
                <a16:creationId xmlns:a16="http://schemas.microsoft.com/office/drawing/2014/main" id="{08351C70-D827-9BC9-FC89-780832C791C6}"/>
              </a:ext>
            </a:extLst>
          </p:cNvPr>
          <p:cNvSpPr/>
          <p:nvPr/>
        </p:nvSpPr>
        <p:spPr>
          <a:xfrm>
            <a:off x="1622766" y="2871626"/>
            <a:ext cx="1575858" cy="885031"/>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4538FA72-271B-0411-DD5F-C0CF9BFD2ADA}"/>
              </a:ext>
            </a:extLst>
          </p:cNvPr>
          <p:cNvSpPr/>
          <p:nvPr/>
        </p:nvSpPr>
        <p:spPr>
          <a:xfrm>
            <a:off x="1706534" y="2899040"/>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30" name="직사각형 29">
            <a:extLst>
              <a:ext uri="{FF2B5EF4-FFF2-40B4-BE49-F238E27FC236}">
                <a16:creationId xmlns:a16="http://schemas.microsoft.com/office/drawing/2014/main" id="{A03B6798-BF92-EE51-13CF-EC4FBBBE337A}"/>
              </a:ext>
            </a:extLst>
          </p:cNvPr>
          <p:cNvSpPr/>
          <p:nvPr/>
        </p:nvSpPr>
        <p:spPr>
          <a:xfrm>
            <a:off x="1770524" y="3173934"/>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알림 발송 내역</a:t>
            </a:r>
          </a:p>
        </p:txBody>
      </p:sp>
      <p:sp>
        <p:nvSpPr>
          <p:cNvPr id="31" name="직사각형 30">
            <a:extLst>
              <a:ext uri="{FF2B5EF4-FFF2-40B4-BE49-F238E27FC236}">
                <a16:creationId xmlns:a16="http://schemas.microsoft.com/office/drawing/2014/main" id="{BCA28814-0F85-DA53-4BD5-A2348227D1B1}"/>
              </a:ext>
            </a:extLst>
          </p:cNvPr>
          <p:cNvSpPr/>
          <p:nvPr/>
        </p:nvSpPr>
        <p:spPr>
          <a:xfrm>
            <a:off x="1768311" y="3448023"/>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알림 발송 </a:t>
            </a:r>
          </a:p>
        </p:txBody>
      </p:sp>
      <p:sp>
        <p:nvSpPr>
          <p:cNvPr id="32" name="직사각형 31">
            <a:extLst>
              <a:ext uri="{FF2B5EF4-FFF2-40B4-BE49-F238E27FC236}">
                <a16:creationId xmlns:a16="http://schemas.microsoft.com/office/drawing/2014/main" id="{01047D4A-0594-0019-6ED6-35331B014B5E}"/>
              </a:ext>
            </a:extLst>
          </p:cNvPr>
          <p:cNvSpPr/>
          <p:nvPr/>
        </p:nvSpPr>
        <p:spPr>
          <a:xfrm>
            <a:off x="1622766" y="2871625"/>
            <a:ext cx="1575858" cy="885031"/>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타원 32">
            <a:extLst>
              <a:ext uri="{FF2B5EF4-FFF2-40B4-BE49-F238E27FC236}">
                <a16:creationId xmlns:a16="http://schemas.microsoft.com/office/drawing/2014/main" id="{3C82C793-7ED6-3BF9-9E94-7A3891CB9B16}"/>
              </a:ext>
            </a:extLst>
          </p:cNvPr>
          <p:cNvSpPr/>
          <p:nvPr/>
        </p:nvSpPr>
        <p:spPr>
          <a:xfrm>
            <a:off x="1544744" y="2769791"/>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4-1</a:t>
            </a:r>
            <a:endParaRPr lang="ko-KR" altLang="en-US" sz="800" dirty="0">
              <a:latin typeface="Arial Black" panose="020B0A04020102020204" pitchFamily="34" charset="0"/>
            </a:endParaRPr>
          </a:p>
        </p:txBody>
      </p:sp>
      <p:sp>
        <p:nvSpPr>
          <p:cNvPr id="34" name="이등변 삼각형 33">
            <a:extLst>
              <a:ext uri="{FF2B5EF4-FFF2-40B4-BE49-F238E27FC236}">
                <a16:creationId xmlns:a16="http://schemas.microsoft.com/office/drawing/2014/main" id="{955D5AF5-A400-083A-9BED-7DC1BE9682EE}"/>
              </a:ext>
            </a:extLst>
          </p:cNvPr>
          <p:cNvSpPr/>
          <p:nvPr/>
        </p:nvSpPr>
        <p:spPr>
          <a:xfrm>
            <a:off x="3001079" y="3014646"/>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192263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B9B42-241C-6D07-0DDB-26DF0AD1426E}"/>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28F6A7FB-252B-67CF-C2F7-106C6033CDF0}"/>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F241D8C8-0AB3-738D-2DF8-0FB40797106F}"/>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F02BAF92-A528-5ECC-BB91-B12A93478757}"/>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AFF97587-4586-2539-EA3B-4B2334F1C597}"/>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6648B14E-9EB4-CCCA-C4E6-FD3DE7847562}"/>
              </a:ext>
            </a:extLst>
          </p:cNvPr>
          <p:cNvGraphicFramePr>
            <a:graphicFrameLocks noGrp="1"/>
          </p:cNvGraphicFramePr>
          <p:nvPr>
            <p:extLst>
              <p:ext uri="{D42A27DB-BD31-4B8C-83A1-F6EECF244321}">
                <p14:modId xmlns:p14="http://schemas.microsoft.com/office/powerpoint/2010/main" val="2224871007"/>
              </p:ext>
            </p:extLst>
          </p:nvPr>
        </p:nvGraphicFramePr>
        <p:xfrm>
          <a:off x="10020525" y="754151"/>
          <a:ext cx="1997267" cy="6390059"/>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23989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관리 검색 필터</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06404">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회원 분류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전체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전체 회원 출력</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어르신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어르신 회원 출력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회원 출력</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탈퇴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탈퇴 회원 출력</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분류가 선택 될 때</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데이터 갱신 요망</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36965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접속 기간</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 달력 버튼 클릭 시 일자 선택 </a:t>
                      </a:r>
                      <a:r>
                        <a:rPr lang="en-US" altLang="ko-KR" sz="800" b="0" spc="0" baseline="0" dirty="0">
                          <a:solidFill>
                            <a:schemeClr val="tx1"/>
                          </a:solidFill>
                          <a:latin typeface="나눔고딕" panose="020D0604000000000000" pitchFamily="50" charset="-127"/>
                          <a:ea typeface="나눔고딕" panose="020D0604000000000000" pitchFamily="50" charset="-127"/>
                        </a:rPr>
                        <a:t>UI </a:t>
                      </a:r>
                      <a:r>
                        <a:rPr lang="ko-KR" altLang="en-US" sz="800" b="0" spc="0" baseline="0" dirty="0">
                          <a:solidFill>
                            <a:schemeClr val="tx1"/>
                          </a:solidFill>
                          <a:latin typeface="나눔고딕" panose="020D0604000000000000" pitchFamily="50" charset="-127"/>
                          <a:ea typeface="나눔고딕" panose="020D0604000000000000" pitchFamily="50" charset="-127"/>
                        </a:rPr>
                        <a:t>출력</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접속기간의 시작일 선택</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접속기간의 종료일 선택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시작일을 항상 먼저 입력 해야 함</a:t>
                      </a:r>
                      <a:r>
                        <a:rPr lang="en-US" altLang="ko-KR" sz="800" b="0" spc="0" baseline="0" dirty="0">
                          <a:solidFill>
                            <a:schemeClr val="tx1"/>
                          </a:solidFill>
                          <a:latin typeface="나눔고딕" panose="020D0604000000000000" pitchFamily="50" charset="-127"/>
                          <a:ea typeface="나눔고딕" panose="020D0604000000000000" pitchFamily="50" charset="-127"/>
                        </a:rPr>
                        <a: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시작일 없이 종료일 선택 시</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a:solidFill>
                            <a:schemeClr val="tx1"/>
                          </a:solidFill>
                          <a:latin typeface="나눔고딕" panose="020D0604000000000000" pitchFamily="50" charset="-127"/>
                          <a:ea typeface="나눔고딕" panose="020D0604000000000000" pitchFamily="50" charset="-127"/>
                        </a:rPr>
                        <a:t>(2-1)</a:t>
                      </a:r>
                      <a:r>
                        <a:rPr lang="ko-KR" altLang="en-US" sz="800" b="0" spc="0" baseline="0" dirty="0">
                          <a:solidFill>
                            <a:schemeClr val="tx1"/>
                          </a:solidFill>
                          <a:latin typeface="나눔고딕" panose="020D0604000000000000" pitchFamily="50" charset="-127"/>
                          <a:ea typeface="나눔고딕" panose="020D0604000000000000" pitchFamily="50" charset="-127"/>
                        </a:rPr>
                        <a:t>출력</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시작일이 종료일보다 </a:t>
                      </a:r>
                      <a:r>
                        <a:rPr lang="ko-KR" altLang="en-US" sz="800" b="0" spc="0" baseline="0" dirty="0" err="1">
                          <a:solidFill>
                            <a:schemeClr val="tx1"/>
                          </a:solidFill>
                          <a:latin typeface="나눔고딕" panose="020D0604000000000000" pitchFamily="50" charset="-127"/>
                          <a:ea typeface="나눔고딕" panose="020D0604000000000000" pitchFamily="50" charset="-127"/>
                        </a:rPr>
                        <a:t>미래거나</a:t>
                      </a:r>
                      <a:r>
                        <a:rPr lang="en-US" altLang="ko-KR" sz="800" b="0" spc="0" baseline="0" dirty="0">
                          <a:solidFill>
                            <a:schemeClr val="tx1"/>
                          </a:solidFill>
                          <a:latin typeface="나눔고딕" panose="020D0604000000000000" pitchFamily="50" charset="-127"/>
                          <a:ea typeface="나눔고딕" panose="020D0604000000000000" pitchFamily="50" charset="-127"/>
                        </a:rPr>
                        <a: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종료일이 시작일보다 과거일 경우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(2-1) </a:t>
                      </a:r>
                      <a:r>
                        <a:rPr lang="ko-KR" altLang="en-US" sz="800" b="0" spc="0" baseline="0" dirty="0">
                          <a:solidFill>
                            <a:schemeClr val="tx1"/>
                          </a:solidFill>
                          <a:latin typeface="나눔고딕" panose="020D0604000000000000" pitchFamily="50" charset="-127"/>
                          <a:ea typeface="나눔고딕" panose="020D0604000000000000" pitchFamily="50" charset="-127"/>
                        </a:rPr>
                        <a:t>출력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28493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일자 입력 순서 안내 </a:t>
                      </a:r>
                      <a:r>
                        <a:rPr lang="en-US" altLang="ko-KR" sz="1000" b="1" spc="0" baseline="0" dirty="0">
                          <a:solidFill>
                            <a:schemeClr val="tx1"/>
                          </a:solidFill>
                          <a:latin typeface="나눔고딕" panose="020D0604000000000000" pitchFamily="50" charset="-127"/>
                          <a:ea typeface="나눔고딕" panose="020D0604000000000000" pitchFamily="50" charset="-127"/>
                        </a:rPr>
                        <a:t>alert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시작일을 먼저 입력 해 주세요</a:t>
                      </a:r>
                      <a:r>
                        <a:rPr lang="en-US" altLang="ko-KR" sz="8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1000" b="1" spc="0" baseline="0" dirty="0">
                          <a:solidFill>
                            <a:schemeClr val="tx1"/>
                          </a:solidFill>
                          <a:latin typeface="나눔고딕" panose="020D0604000000000000" pitchFamily="50" charset="-127"/>
                          <a:ea typeface="나눔고딕" panose="020D0604000000000000" pitchFamily="50" charset="-127"/>
                        </a:rPr>
                        <a:t>일자 시점 오류 안내 </a:t>
                      </a:r>
                      <a:r>
                        <a:rPr lang="en-US" altLang="ko-KR" sz="1000" b="1" spc="0" baseline="0" dirty="0">
                          <a:solidFill>
                            <a:schemeClr val="tx1"/>
                          </a:solidFill>
                          <a:latin typeface="나눔고딕" panose="020D0604000000000000" pitchFamily="50" charset="-127"/>
                          <a:ea typeface="나눔고딕" panose="020D0604000000000000" pitchFamily="50" charset="-127"/>
                        </a:rPr>
                        <a:t>alert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시작일은 종료일보다 미래 일 수 없습니다</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종료일은 시작일보다 과거일 수 없습니다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확인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팝업이 닫히고</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오류 칸 </a:t>
                      </a:r>
                      <a:r>
                        <a:rPr lang="en-US" altLang="ko-KR" sz="800" b="0" spc="0" baseline="0" dirty="0">
                          <a:solidFill>
                            <a:schemeClr val="tx1"/>
                          </a:solidFill>
                          <a:latin typeface="나눔고딕" panose="020D0604000000000000" pitchFamily="50" charset="-127"/>
                          <a:ea typeface="나눔고딕" panose="020D0604000000000000" pitchFamily="50" charset="-127"/>
                        </a:rPr>
                        <a:t>focus</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140142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검색 필터 목록 </a:t>
                      </a:r>
                      <a:br>
                        <a:rPr lang="en-US" altLang="ko-KR" sz="700" b="0" spc="0" baseline="0" dirty="0">
                          <a:solidFill>
                            <a:schemeClr val="tx1"/>
                          </a:solidFill>
                          <a:latin typeface="나눔고딕" panose="020D0604000000000000" pitchFamily="50" charset="-127"/>
                          <a:ea typeface="나눔고딕" panose="020D0604000000000000" pitchFamily="50" charset="-127"/>
                        </a:rPr>
                      </a:b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전체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전체 필드에서 검색어 검색</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회원번호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회원번호 조회</a:t>
                      </a:r>
                      <a:r>
                        <a:rPr lang="en-US" altLang="ko-KR" sz="800" b="0" spc="0" baseline="0" dirty="0">
                          <a:solidFill>
                            <a:schemeClr val="tx1"/>
                          </a:solidFill>
                          <a:latin typeface="나눔고딕" panose="020D0604000000000000" pitchFamily="50" charset="-127"/>
                          <a:ea typeface="나눔고딕" panose="020D0604000000000000" pitchFamily="50" charset="-127"/>
                        </a:rPr>
                        <a:t>, number</a:t>
                      </a:r>
                      <a:r>
                        <a:rPr lang="ko-KR" altLang="en-US" sz="800" b="0"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a:solidFill>
                            <a:schemeClr val="tx1"/>
                          </a:solidFill>
                          <a:latin typeface="나눔고딕" panose="020D0604000000000000" pitchFamily="50" charset="-127"/>
                          <a:ea typeface="나눔고딕" panose="020D0604000000000000" pitchFamily="50" charset="-127"/>
                        </a:rPr>
                        <a:t>only</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성함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성함 조회</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연락처 </a:t>
                      </a:r>
                      <a:r>
                        <a:rPr lang="en-US" altLang="ko-KR" sz="800" b="0" spc="0" baseline="0" dirty="0">
                          <a:solidFill>
                            <a:schemeClr val="tx1"/>
                          </a:solidFill>
                          <a:latin typeface="나눔고딕" panose="020D0604000000000000" pitchFamily="50" charset="-127"/>
                          <a:ea typeface="나눔고딕" panose="020D0604000000000000" pitchFamily="50" charset="-127"/>
                        </a:rPr>
                        <a:t>: ‘-’ </a:t>
                      </a:r>
                      <a:r>
                        <a:rPr lang="ko-KR" altLang="en-US" sz="800" b="0" spc="0" baseline="0" dirty="0">
                          <a:solidFill>
                            <a:schemeClr val="tx1"/>
                          </a:solidFill>
                          <a:latin typeface="나눔고딕" panose="020D0604000000000000" pitchFamily="50" charset="-127"/>
                          <a:ea typeface="나눔고딕" panose="020D0604000000000000" pitchFamily="50" charset="-127"/>
                        </a:rPr>
                        <a:t>없이 연락처 조회</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성함 조회</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연락처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연락처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없이 조회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모든 검색은 </a:t>
                      </a:r>
                      <a:r>
                        <a:rPr lang="en-US" altLang="ko-KR" sz="800" b="0" spc="0" baseline="0" dirty="0">
                          <a:solidFill>
                            <a:schemeClr val="tx1"/>
                          </a:solidFill>
                          <a:latin typeface="나눔고딕" panose="020D0604000000000000" pitchFamily="50" charset="-127"/>
                          <a:ea typeface="나눔고딕" panose="020D0604000000000000" pitchFamily="50" charset="-127"/>
                        </a:rPr>
                        <a:t>LIKE </a:t>
                      </a:r>
                      <a:r>
                        <a:rPr lang="ko-KR" altLang="en-US" sz="800" b="0" spc="0" baseline="0" dirty="0">
                          <a:solidFill>
                            <a:schemeClr val="tx1"/>
                          </a:solidFill>
                          <a:latin typeface="나눔고딕" panose="020D0604000000000000" pitchFamily="50" charset="-127"/>
                          <a:ea typeface="나눔고딕" panose="020D0604000000000000" pitchFamily="50" charset="-127"/>
                        </a:rPr>
                        <a:t>검색</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돋보기 아이콘 혹은 </a:t>
                      </a:r>
                      <a:r>
                        <a:rPr lang="ko-KR" altLang="en-US" sz="800" b="0" spc="0" baseline="0" dirty="0" err="1">
                          <a:solidFill>
                            <a:schemeClr val="tx1"/>
                          </a:solidFill>
                          <a:latin typeface="나눔고딕" panose="020D0604000000000000" pitchFamily="50" charset="-127"/>
                          <a:ea typeface="나눔고딕" panose="020D0604000000000000" pitchFamily="50" charset="-127"/>
                        </a:rPr>
                        <a:t>엔터</a:t>
                      </a:r>
                      <a:r>
                        <a:rPr lang="ko-KR" altLang="en-US" sz="800" b="0" spc="0" baseline="0" dirty="0">
                          <a:solidFill>
                            <a:schemeClr val="tx1"/>
                          </a:solidFill>
                          <a:latin typeface="나눔고딕" panose="020D0604000000000000" pitchFamily="50" charset="-127"/>
                          <a:ea typeface="나눔고딕" panose="020D0604000000000000" pitchFamily="50" charset="-127"/>
                        </a:rPr>
                        <a:t> 시 검색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검색 후 데이터 갱신 요망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800" b="0" spc="0" baseline="0" dirty="0">
                          <a:solidFill>
                            <a:schemeClr val="tx1"/>
                          </a:solidFill>
                          <a:latin typeface="나눔고딕" panose="020D0604000000000000" pitchFamily="50" charset="-127"/>
                          <a:ea typeface="나눔고딕" panose="020D0604000000000000" pitchFamily="50" charset="-127"/>
                        </a:rPr>
                        <a:t>2</a:t>
                      </a:r>
                      <a:r>
                        <a:rPr lang="ko-KR" altLang="en-US" sz="800" b="0" spc="0" baseline="0" dirty="0">
                          <a:solidFill>
                            <a:schemeClr val="tx1"/>
                          </a:solidFill>
                          <a:latin typeface="나눔고딕" panose="020D0604000000000000" pitchFamily="50" charset="-127"/>
                          <a:ea typeface="나눔고딕" panose="020D0604000000000000" pitchFamily="50" charset="-127"/>
                        </a:rPr>
                        <a:t>자 이상 입력 필수</a:t>
                      </a:r>
                      <a:r>
                        <a:rPr lang="en-US" altLang="ko-KR" sz="800" b="0" spc="0" baseline="0" dirty="0">
                          <a:solidFill>
                            <a:schemeClr val="tx1"/>
                          </a:solidFill>
                          <a:latin typeface="나눔고딕" panose="020D0604000000000000" pitchFamily="50" charset="-127"/>
                          <a:ea typeface="나눔고딕" panose="020D0604000000000000" pitchFamily="50" charset="-127"/>
                        </a:rPr>
                        <a:t>(3-1)</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검색어는 분류와 </a:t>
                      </a:r>
                      <a:r>
                        <a:rPr lang="en-US" altLang="ko-KR" sz="800" b="0" spc="0" baseline="0" dirty="0">
                          <a:solidFill>
                            <a:schemeClr val="tx1"/>
                          </a:solidFill>
                          <a:latin typeface="나눔고딕" panose="020D0604000000000000" pitchFamily="50" charset="-127"/>
                          <a:ea typeface="나눔고딕" panose="020D0604000000000000" pitchFamily="50" charset="-127"/>
                        </a:rPr>
                        <a:t>AND </a:t>
                      </a:r>
                      <a:r>
                        <a:rPr lang="ko-KR" altLang="en-US" sz="800" b="0" spc="0" baseline="0" dirty="0">
                          <a:solidFill>
                            <a:schemeClr val="tx1"/>
                          </a:solidFill>
                          <a:latin typeface="나눔고딕" panose="020D0604000000000000" pitchFamily="50" charset="-127"/>
                          <a:ea typeface="나눔고딕" panose="020D0604000000000000" pitchFamily="50" charset="-127"/>
                        </a:rPr>
                        <a:t>검색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62488677"/>
                  </a:ext>
                </a:extLst>
              </a:tr>
              <a:tr h="684647">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err="1">
                          <a:solidFill>
                            <a:schemeClr val="tx1"/>
                          </a:solidFill>
                          <a:latin typeface="나눔고딕" panose="020D0604000000000000" pitchFamily="50" charset="-127"/>
                          <a:ea typeface="나눔고딕" panose="020D0604000000000000" pitchFamily="50" charset="-127"/>
                        </a:rPr>
                        <a:t>페이지네이션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기준 유닛 수 보다 전체 데이터가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많을 경우 </a:t>
                      </a:r>
                      <a:r>
                        <a:rPr lang="ko-KR" altLang="en-US" sz="800" b="0" spc="0" baseline="0" dirty="0" err="1">
                          <a:solidFill>
                            <a:schemeClr val="tx1"/>
                          </a:solidFill>
                          <a:latin typeface="나눔고딕" panose="020D0604000000000000" pitchFamily="50" charset="-127"/>
                          <a:ea typeface="나눔고딕" panose="020D0604000000000000" pitchFamily="50" charset="-127"/>
                        </a:rPr>
                        <a:t>페이지네이션</a:t>
                      </a:r>
                      <a:r>
                        <a:rPr lang="ko-KR" altLang="en-US" sz="800" b="0" spc="0" baseline="0" dirty="0">
                          <a:solidFill>
                            <a:schemeClr val="tx1"/>
                          </a:solidFill>
                          <a:latin typeface="나눔고딕" panose="020D0604000000000000" pitchFamily="50" charset="-127"/>
                          <a:ea typeface="나눔고딕" panose="020D0604000000000000" pitchFamily="50" charset="-127"/>
                        </a:rPr>
                        <a:t> 되어야 함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108610"/>
                  </a:ext>
                </a:extLst>
              </a:tr>
            </a:tbl>
          </a:graphicData>
        </a:graphic>
      </p:graphicFrame>
      <p:sp>
        <p:nvSpPr>
          <p:cNvPr id="55" name="사각형: 둥근 모서리 54">
            <a:extLst>
              <a:ext uri="{FF2B5EF4-FFF2-40B4-BE49-F238E27FC236}">
                <a16:creationId xmlns:a16="http://schemas.microsoft.com/office/drawing/2014/main" id="{AFCD062C-C826-E55F-F183-29C3408D6203}"/>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404080FE-1DB7-E908-0EB1-090590F32B75}"/>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05D0F208-8EA7-4EC5-3738-217476B888C7}"/>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6FEB0F01-A0F3-3EA7-E68F-E6B0478C2C83}"/>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63F15A2E-098F-B2CF-D06B-FD1E0185E8E7}"/>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53CD20D7-D1AE-D5A0-5BAC-4B9200B81C33}"/>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10C6055A-9190-DBCA-30BA-19A681A41B0F}"/>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EE0AAFA0-42A3-A969-2F76-9B1F1661B755}"/>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405BE0F1-4FA7-091B-E951-DE3B76A4605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ACB35039-67FF-2285-E7F2-154827FD0EDA}"/>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0A28AE4B-6F93-B441-D976-F711BAB7D962}"/>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48375DDC-AA49-C97A-1838-817CDFE3F09A}"/>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4C6FF433-46E7-7F05-CA9B-6D9F05818EF3}"/>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EDB880D8-8AA7-9D1D-C298-621E87526C6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CF42E251-33BB-DCE1-B51B-5EDFDEEFA1B5}"/>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84EF5DF4-FAAF-E56B-F1D3-7400BE469545}"/>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406A0400-2E9A-2C64-DEC0-2FA8A04D511E}"/>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5CAFEB54-2508-8F41-BA61-D120DFD0CB85}"/>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421404FB-B210-6349-1247-6982E1F79B95}"/>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1295393A-BBC0-FFC1-458E-90BE8153AAE6}"/>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EC1BF3A1-657E-E32A-311D-CEE1E036F001}"/>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01" name="그룹 200">
            <a:extLst>
              <a:ext uri="{FF2B5EF4-FFF2-40B4-BE49-F238E27FC236}">
                <a16:creationId xmlns:a16="http://schemas.microsoft.com/office/drawing/2014/main" id="{DC9994B8-0C74-3B52-664E-401F4518F197}"/>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120E38C0-19F4-4E4B-F58D-89530AB8B6FC}"/>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4DF48306-0B78-E2D9-C250-AC60A7E6AA2E}"/>
                </a:ext>
              </a:extLst>
            </p:cNvPr>
            <p:cNvPicPr>
              <a:picLocks noChangeAspect="1"/>
            </p:cNvPicPr>
            <p:nvPr/>
          </p:nvPicPr>
          <p:blipFill>
            <a:blip r:embed="rId4"/>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3DB9C5DD-32CC-A758-A6DB-0DCFA6A50B3B}"/>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5B81D0AF-9E46-FA56-CF95-E2559839E032}"/>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C1D9B9AF-2F56-8CB7-9CAD-8DE1619C4C1F}"/>
                </a:ext>
              </a:extLst>
            </p:cNvPr>
            <p:cNvPicPr>
              <a:picLocks noChangeAspect="1"/>
            </p:cNvPicPr>
            <p:nvPr/>
          </p:nvPicPr>
          <p:blipFill>
            <a:blip r:embed="rId4"/>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686CD87F-BF1D-6EC3-6FEC-1C6A8BD1BDCF}"/>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grpSp>
        <p:nvGrpSpPr>
          <p:cNvPr id="208" name="그룹 207">
            <a:extLst>
              <a:ext uri="{FF2B5EF4-FFF2-40B4-BE49-F238E27FC236}">
                <a16:creationId xmlns:a16="http://schemas.microsoft.com/office/drawing/2014/main" id="{EDD10226-33F3-DE60-E872-9E4B729C3881}"/>
              </a:ext>
            </a:extLst>
          </p:cNvPr>
          <p:cNvGrpSpPr/>
          <p:nvPr/>
        </p:nvGrpSpPr>
        <p:grpSpPr>
          <a:xfrm>
            <a:off x="2325989" y="2029348"/>
            <a:ext cx="559262" cy="200055"/>
            <a:chOff x="3371954" y="985709"/>
            <a:chExt cx="559262" cy="200055"/>
          </a:xfrm>
        </p:grpSpPr>
        <p:pic>
          <p:nvPicPr>
            <p:cNvPr id="209" name="그림 208">
              <a:extLst>
                <a:ext uri="{FF2B5EF4-FFF2-40B4-BE49-F238E27FC236}">
                  <a16:creationId xmlns:a16="http://schemas.microsoft.com/office/drawing/2014/main" id="{940AC07D-2BAE-7815-73A0-B86D814CA327}"/>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829531" y="1016666"/>
              <a:ext cx="101685" cy="121053"/>
            </a:xfrm>
            <a:prstGeom prst="rect">
              <a:avLst/>
            </a:prstGeom>
          </p:spPr>
        </p:pic>
        <p:sp>
          <p:nvSpPr>
            <p:cNvPr id="210" name="TextBox 209">
              <a:extLst>
                <a:ext uri="{FF2B5EF4-FFF2-40B4-BE49-F238E27FC236}">
                  <a16:creationId xmlns:a16="http://schemas.microsoft.com/office/drawing/2014/main" id="{6C459263-E2DA-1662-9A08-14F0CECD7042}"/>
                </a:ext>
              </a:extLst>
            </p:cNvPr>
            <p:cNvSpPr txBox="1"/>
            <p:nvPr/>
          </p:nvSpPr>
          <p:spPr>
            <a:xfrm>
              <a:off x="3371954" y="985709"/>
              <a:ext cx="556594" cy="200055"/>
            </a:xfrm>
            <a:prstGeom prst="rect">
              <a:avLst/>
            </a:prstGeom>
            <a:noFill/>
          </p:spPr>
          <p:txBody>
            <a:bodyPr wrap="square" rtlCol="0">
              <a:spAutoFit/>
            </a:bodyPr>
            <a:lstStyle/>
            <a:p>
              <a:r>
                <a:rPr lang="en-US" altLang="ko-KR" sz="700" dirty="0"/>
                <a:t>10</a:t>
              </a:r>
              <a:r>
                <a:rPr lang="ko-KR" altLang="en-US" sz="700" dirty="0"/>
                <a:t>개 씩</a:t>
              </a:r>
            </a:p>
          </p:txBody>
        </p:sp>
      </p:grpSp>
      <p:pic>
        <p:nvPicPr>
          <p:cNvPr id="236" name="그림 235">
            <a:extLst>
              <a:ext uri="{FF2B5EF4-FFF2-40B4-BE49-F238E27FC236}">
                <a16:creationId xmlns:a16="http://schemas.microsoft.com/office/drawing/2014/main" id="{07EE2B4E-393F-DA40-4403-B407FF5CE692}"/>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38" name="타원 237">
            <a:extLst>
              <a:ext uri="{FF2B5EF4-FFF2-40B4-BE49-F238E27FC236}">
                <a16:creationId xmlns:a16="http://schemas.microsoft.com/office/drawing/2014/main" id="{A0017835-366A-F299-ED70-A923920FF37E}"/>
              </a:ext>
            </a:extLst>
          </p:cNvPr>
          <p:cNvSpPr/>
          <p:nvPr/>
        </p:nvSpPr>
        <p:spPr>
          <a:xfrm>
            <a:off x="1729470" y="140876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43" name="직사각형 242">
            <a:extLst>
              <a:ext uri="{FF2B5EF4-FFF2-40B4-BE49-F238E27FC236}">
                <a16:creationId xmlns:a16="http://schemas.microsoft.com/office/drawing/2014/main" id="{88D24F90-990E-5A09-65B2-7A7E86213A78}"/>
              </a:ext>
            </a:extLst>
          </p:cNvPr>
          <p:cNvSpPr/>
          <p:nvPr/>
        </p:nvSpPr>
        <p:spPr>
          <a:xfrm>
            <a:off x="4779914" y="6344635"/>
            <a:ext cx="1899668"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1" name="타원 240">
            <a:extLst>
              <a:ext uri="{FF2B5EF4-FFF2-40B4-BE49-F238E27FC236}">
                <a16:creationId xmlns:a16="http://schemas.microsoft.com/office/drawing/2014/main" id="{5036ED46-F050-1376-5423-CA86C48EFCF6}"/>
              </a:ext>
            </a:extLst>
          </p:cNvPr>
          <p:cNvSpPr/>
          <p:nvPr/>
        </p:nvSpPr>
        <p:spPr>
          <a:xfrm>
            <a:off x="4683742" y="621106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56AD80D1-D478-7FC3-38DB-C42D4CD10655}"/>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F1799206-EA9A-8784-2B96-C81185E48519}"/>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3986EF85-C615-20FB-681A-95876455B15E}"/>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E303B9A2-0F70-E502-4097-E011AD1853FA}"/>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062E6C71-8F33-013E-88F4-EE451F64B7BD}"/>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9BFE11CB-9C04-5ABC-058D-006F4CF4C093}"/>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53A51272-AEF0-03E5-BCF2-5EDCCAC1900C}"/>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150F887C-213D-38F7-9857-9211EA0CE67D}"/>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4BE4DD12-30F6-D1CB-05C4-C33F628DBFBF}"/>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17" name="표 16">
            <a:extLst>
              <a:ext uri="{FF2B5EF4-FFF2-40B4-BE49-F238E27FC236}">
                <a16:creationId xmlns:a16="http://schemas.microsoft.com/office/drawing/2014/main" id="{38323DA1-4F31-7AF2-0A36-2F0D54C5E9CC}"/>
              </a:ext>
            </a:extLst>
          </p:cNvPr>
          <p:cNvGraphicFramePr>
            <a:graphicFrameLocks noGrp="1"/>
          </p:cNvGraphicFramePr>
          <p:nvPr>
            <p:extLst>
              <p:ext uri="{D42A27DB-BD31-4B8C-83A1-F6EECF244321}">
                <p14:modId xmlns:p14="http://schemas.microsoft.com/office/powerpoint/2010/main" val="1348065624"/>
              </p:ext>
            </p:extLst>
          </p:nvPr>
        </p:nvGraphicFramePr>
        <p:xfrm>
          <a:off x="2394659" y="1749747"/>
          <a:ext cx="739396" cy="628314"/>
        </p:xfrm>
        <a:graphic>
          <a:graphicData uri="http://schemas.openxmlformats.org/drawingml/2006/table">
            <a:tbl>
              <a:tblPr firstRow="1" bandRow="1">
                <a:tableStyleId>{5940675A-B579-460E-94D1-54222C63F5DA}</a:tableStyleId>
              </a:tblPr>
              <a:tblGrid>
                <a:gridCol w="739396">
                  <a:extLst>
                    <a:ext uri="{9D8B030D-6E8A-4147-A177-3AD203B41FA5}">
                      <a16:colId xmlns:a16="http://schemas.microsoft.com/office/drawing/2014/main" val="412119060"/>
                    </a:ext>
                  </a:extLst>
                </a:gridCol>
              </a:tblGrid>
              <a:tr h="209438">
                <a:tc>
                  <a:txBody>
                    <a:bodyPr/>
                    <a:lstStyle/>
                    <a:p>
                      <a:pPr algn="ctr" latinLnBrk="1"/>
                      <a:r>
                        <a:rPr lang="ko-KR" altLang="en-US" sz="600" dirty="0"/>
                        <a:t>어르신</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보호자</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탈퇴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bl>
          </a:graphicData>
        </a:graphic>
      </p:graphicFrame>
      <p:graphicFrame>
        <p:nvGraphicFramePr>
          <p:cNvPr id="4" name="표 3">
            <a:extLst>
              <a:ext uri="{FF2B5EF4-FFF2-40B4-BE49-F238E27FC236}">
                <a16:creationId xmlns:a16="http://schemas.microsoft.com/office/drawing/2014/main" id="{55A2267D-ECF5-B245-16F7-FC82C6286C11}"/>
              </a:ext>
            </a:extLst>
          </p:cNvPr>
          <p:cNvGraphicFramePr>
            <a:graphicFrameLocks noGrp="1"/>
          </p:cNvGraphicFramePr>
          <p:nvPr>
            <p:extLst>
              <p:ext uri="{D42A27DB-BD31-4B8C-83A1-F6EECF244321}">
                <p14:modId xmlns:p14="http://schemas.microsoft.com/office/powerpoint/2010/main" val="3813119195"/>
              </p:ext>
            </p:extLst>
          </p:nvPr>
        </p:nvGraphicFramePr>
        <p:xfrm>
          <a:off x="6329806" y="1769252"/>
          <a:ext cx="484457" cy="1047190"/>
        </p:xfrm>
        <a:graphic>
          <a:graphicData uri="http://schemas.openxmlformats.org/drawingml/2006/table">
            <a:tbl>
              <a:tblPr firstRow="1" bandRow="1">
                <a:tableStyleId>{5940675A-B579-460E-94D1-54222C63F5DA}</a:tableStyleId>
              </a:tblPr>
              <a:tblGrid>
                <a:gridCol w="484457">
                  <a:extLst>
                    <a:ext uri="{9D8B030D-6E8A-4147-A177-3AD203B41FA5}">
                      <a16:colId xmlns:a16="http://schemas.microsoft.com/office/drawing/2014/main" val="412119060"/>
                    </a:ext>
                  </a:extLst>
                </a:gridCol>
              </a:tblGrid>
              <a:tr h="209438">
                <a:tc>
                  <a:txBody>
                    <a:bodyPr/>
                    <a:lstStyle/>
                    <a:p>
                      <a:pPr algn="ctr" latinLnBrk="1"/>
                      <a:r>
                        <a:rPr lang="ko-KR" altLang="en-US" sz="600" dirty="0"/>
                        <a:t>회원번호</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성함</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41911691"/>
                  </a:ext>
                </a:extLst>
              </a:tr>
              <a:tr h="209438">
                <a:tc>
                  <a:txBody>
                    <a:bodyPr/>
                    <a:lstStyle/>
                    <a:p>
                      <a:pPr algn="ctr" latinLnBrk="1"/>
                      <a:r>
                        <a:rPr lang="ko-KR" altLang="en-US" sz="600" dirty="0"/>
                        <a:t>보호자</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02591112"/>
                  </a:ext>
                </a:extLst>
              </a:tr>
              <a:tr h="209438">
                <a:tc>
                  <a:txBody>
                    <a:bodyPr/>
                    <a:lstStyle/>
                    <a:p>
                      <a:pPr algn="ctr" latinLnBrk="1"/>
                      <a:r>
                        <a:rPr lang="ko-KR" altLang="en-US" sz="600" dirty="0"/>
                        <a:t>보호자 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990629"/>
                  </a:ext>
                </a:extLst>
              </a:tr>
            </a:tbl>
          </a:graphicData>
        </a:graphic>
      </p:graphicFrame>
      <p:pic>
        <p:nvPicPr>
          <p:cNvPr id="18" name="그림 17">
            <a:extLst>
              <a:ext uri="{FF2B5EF4-FFF2-40B4-BE49-F238E27FC236}">
                <a16:creationId xmlns:a16="http://schemas.microsoft.com/office/drawing/2014/main" id="{0DB52EFE-12EB-FF1A-581F-296CED32CDF9}"/>
              </a:ext>
            </a:extLst>
          </p:cNvPr>
          <p:cNvPicPr>
            <a:picLocks noChangeAspect="1"/>
          </p:cNvPicPr>
          <p:nvPr/>
        </p:nvPicPr>
        <p:blipFill>
          <a:blip r:embed="rId5"/>
          <a:stretch>
            <a:fillRect/>
          </a:stretch>
        </p:blipFill>
        <p:spPr>
          <a:xfrm>
            <a:off x="4092728" y="1795989"/>
            <a:ext cx="1245711" cy="1579788"/>
          </a:xfrm>
          <a:prstGeom prst="rect">
            <a:avLst/>
          </a:prstGeom>
          <a:ln>
            <a:solidFill>
              <a:schemeClr val="bg1">
                <a:lumMod val="50000"/>
              </a:schemeClr>
            </a:solidFill>
          </a:ln>
        </p:spPr>
      </p:pic>
      <p:sp>
        <p:nvSpPr>
          <p:cNvPr id="19" name="타원 18">
            <a:extLst>
              <a:ext uri="{FF2B5EF4-FFF2-40B4-BE49-F238E27FC236}">
                <a16:creationId xmlns:a16="http://schemas.microsoft.com/office/drawing/2014/main" id="{8B4B9FC3-2693-D8CE-68D4-503B3C89C3FE}"/>
              </a:ext>
            </a:extLst>
          </p:cNvPr>
          <p:cNvSpPr/>
          <p:nvPr/>
        </p:nvSpPr>
        <p:spPr>
          <a:xfrm>
            <a:off x="3453215" y="140102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0" name="타원 19">
            <a:extLst>
              <a:ext uri="{FF2B5EF4-FFF2-40B4-BE49-F238E27FC236}">
                <a16:creationId xmlns:a16="http://schemas.microsoft.com/office/drawing/2014/main" id="{39A8A21A-236A-B9E0-8CE1-45E031358515}"/>
              </a:ext>
            </a:extLst>
          </p:cNvPr>
          <p:cNvSpPr/>
          <p:nvPr/>
        </p:nvSpPr>
        <p:spPr>
          <a:xfrm>
            <a:off x="6218877" y="13929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grpSp>
        <p:nvGrpSpPr>
          <p:cNvPr id="28" name="그룹 27">
            <a:extLst>
              <a:ext uri="{FF2B5EF4-FFF2-40B4-BE49-F238E27FC236}">
                <a16:creationId xmlns:a16="http://schemas.microsoft.com/office/drawing/2014/main" id="{E62E032E-6A58-939C-7DD3-76B1A75430E2}"/>
              </a:ext>
            </a:extLst>
          </p:cNvPr>
          <p:cNvGrpSpPr/>
          <p:nvPr/>
        </p:nvGrpSpPr>
        <p:grpSpPr>
          <a:xfrm>
            <a:off x="4095782" y="523450"/>
            <a:ext cx="2583800" cy="652363"/>
            <a:chOff x="4095782" y="523450"/>
            <a:chExt cx="2583800" cy="652363"/>
          </a:xfrm>
        </p:grpSpPr>
        <p:sp>
          <p:nvSpPr>
            <p:cNvPr id="24" name="사각형: 둥근 모서리 23">
              <a:extLst>
                <a:ext uri="{FF2B5EF4-FFF2-40B4-BE49-F238E27FC236}">
                  <a16:creationId xmlns:a16="http://schemas.microsoft.com/office/drawing/2014/main" id="{C2C8480A-D3C9-2D6E-F783-C979FBB74325}"/>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직사각형 24">
              <a:extLst>
                <a:ext uri="{FF2B5EF4-FFF2-40B4-BE49-F238E27FC236}">
                  <a16:creationId xmlns:a16="http://schemas.microsoft.com/office/drawing/2014/main" id="{7F8805D9-61A3-F38F-AC0F-F82E6CA80DD4}"/>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26" name="사각형: 둥근 모서리 25">
              <a:extLst>
                <a:ext uri="{FF2B5EF4-FFF2-40B4-BE49-F238E27FC236}">
                  <a16:creationId xmlns:a16="http://schemas.microsoft.com/office/drawing/2014/main" id="{955790C3-C021-4F73-CB27-5BEEBC71CDB8}"/>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27" name="타원 26">
              <a:extLst>
                <a:ext uri="{FF2B5EF4-FFF2-40B4-BE49-F238E27FC236}">
                  <a16:creationId xmlns:a16="http://schemas.microsoft.com/office/drawing/2014/main" id="{1CEF2A3D-C8F9-D028-C24C-83B5F71414B0}"/>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2-1</a:t>
              </a:r>
              <a:endParaRPr lang="ko-KR" altLang="en-US" sz="800" dirty="0">
                <a:latin typeface="Arial Black" panose="020B0A04020102020204" pitchFamily="34" charset="0"/>
              </a:endParaRPr>
            </a:p>
          </p:txBody>
        </p:sp>
      </p:grpSp>
      <p:grpSp>
        <p:nvGrpSpPr>
          <p:cNvPr id="29" name="그룹 28">
            <a:extLst>
              <a:ext uri="{FF2B5EF4-FFF2-40B4-BE49-F238E27FC236}">
                <a16:creationId xmlns:a16="http://schemas.microsoft.com/office/drawing/2014/main" id="{42BC45AF-AB5F-2EEC-82E0-8433F30F6C98}"/>
              </a:ext>
            </a:extLst>
          </p:cNvPr>
          <p:cNvGrpSpPr/>
          <p:nvPr/>
        </p:nvGrpSpPr>
        <p:grpSpPr>
          <a:xfrm>
            <a:off x="6789777" y="525028"/>
            <a:ext cx="2583800" cy="652363"/>
            <a:chOff x="4095782" y="523450"/>
            <a:chExt cx="2583800" cy="652363"/>
          </a:xfrm>
        </p:grpSpPr>
        <p:sp>
          <p:nvSpPr>
            <p:cNvPr id="30" name="사각형: 둥근 모서리 29">
              <a:extLst>
                <a:ext uri="{FF2B5EF4-FFF2-40B4-BE49-F238E27FC236}">
                  <a16:creationId xmlns:a16="http://schemas.microsoft.com/office/drawing/2014/main" id="{6CD92DF7-B3B2-6800-E7B3-D71EFB4A6195}"/>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88A87488-278A-5B6F-616E-3443690C16EC}"/>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32" name="사각형: 둥근 모서리 31">
              <a:extLst>
                <a:ext uri="{FF2B5EF4-FFF2-40B4-BE49-F238E27FC236}">
                  <a16:creationId xmlns:a16="http://schemas.microsoft.com/office/drawing/2014/main" id="{52F3A9E9-477F-8BD1-6349-7DF695E69770}"/>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33" name="타원 32">
              <a:extLst>
                <a:ext uri="{FF2B5EF4-FFF2-40B4-BE49-F238E27FC236}">
                  <a16:creationId xmlns:a16="http://schemas.microsoft.com/office/drawing/2014/main" id="{649E6C20-71C8-CE91-03C4-4AF4A6DC4E3D}"/>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3-1</a:t>
              </a:r>
              <a:endParaRPr lang="ko-KR" altLang="en-US" sz="800" dirty="0">
                <a:latin typeface="Arial Black" panose="020B0A04020102020204" pitchFamily="34" charset="0"/>
              </a:endParaRPr>
            </a:p>
          </p:txBody>
        </p:sp>
      </p:grpSp>
    </p:spTree>
    <p:extLst>
      <p:ext uri="{BB962C8B-B14F-4D97-AF65-F5344CB8AC3E}">
        <p14:creationId xmlns:p14="http://schemas.microsoft.com/office/powerpoint/2010/main" val="25896179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3A24B-00D0-E35E-1C48-0AC227C1B785}"/>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F26BFB94-57ED-8C2D-BBC1-A210A120756A}"/>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330588A5-DC76-EBE6-B016-69216B3B7A76}"/>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DE9CDB03-D237-6446-A925-05F3ABC569A3}"/>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4BFFE19F-F062-38E3-6C73-422088CC5A9D}"/>
              </a:ext>
            </a:extLst>
          </p:cNvPr>
          <p:cNvSpPr>
            <a:spLocks noGrp="1"/>
          </p:cNvSpPr>
          <p:nvPr>
            <p:ph type="body" sz="quarter" idx="17"/>
          </p:nvPr>
        </p:nvSpPr>
        <p:spPr/>
        <p:txBody>
          <a:bodyPr/>
          <a:lstStyle/>
          <a:p>
            <a:r>
              <a:rPr lang="ko-KR" altLang="en-US" dirty="0"/>
              <a:t>박소은</a:t>
            </a:r>
          </a:p>
        </p:txBody>
      </p:sp>
      <p:sp>
        <p:nvSpPr>
          <p:cNvPr id="55" name="사각형: 둥근 모서리 54">
            <a:extLst>
              <a:ext uri="{FF2B5EF4-FFF2-40B4-BE49-F238E27FC236}">
                <a16:creationId xmlns:a16="http://schemas.microsoft.com/office/drawing/2014/main" id="{B9225DA7-DD41-7367-A732-10E4B2121B3A}"/>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8442E6C7-B208-33EE-E5F8-BB04082533A6}"/>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3C124632-6A6D-972D-DF04-1DF3200F379A}"/>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607AD9F6-0B5E-7DD5-9E77-6CCD431F8865}"/>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51BB138C-9386-B2FB-0CDC-059AA2541E0B}"/>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77E97A97-177F-7983-E13E-579DDEC70F3A}"/>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597C0DAA-D18C-9DE7-4FE3-A74060C5A4D9}"/>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E97E210B-32D0-67B8-6C0F-6DDE5F6FBFEB}"/>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6EAA1700-EF2F-503C-61F0-5726089B8A4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5ED5CB15-0E5A-DCDD-17BA-6F6C25F3F205}"/>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AFDFA342-4C81-12EA-8A43-653DFC7ED0AD}"/>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DCC3A20E-6CDD-8808-FDD7-A25254C93BFA}"/>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F8FFB333-159A-0DEE-D714-FE2FDBC5239B}"/>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C0FED7D9-3144-8822-F091-98E5F6A1586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6F3AAB77-7230-259C-948F-55481D374DF6}"/>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ADF6513F-CBD4-9F2C-15B8-781652DB8385}"/>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2AB95205-5676-AB9E-3D85-3EEEEC2A3A59}"/>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098CCF96-7639-B4D8-673A-1F9BF7627AF2}"/>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EA60289B-7CE5-804F-F754-15628180E9F7}"/>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7D20CD6A-7E7D-5DF3-F6FE-9838D7D3E15F}"/>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nvGrpSpPr>
          <p:cNvPr id="201" name="그룹 200">
            <a:extLst>
              <a:ext uri="{FF2B5EF4-FFF2-40B4-BE49-F238E27FC236}">
                <a16:creationId xmlns:a16="http://schemas.microsoft.com/office/drawing/2014/main" id="{1E574FAE-30E4-68B7-819B-9BBDEF9B3C2C}"/>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ED5929E5-B5ED-F659-09EC-A8F973CA22B7}"/>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D83648A9-FA90-63BD-EC56-710EB7669710}"/>
                </a:ext>
              </a:extLst>
            </p:cNvPr>
            <p:cNvPicPr>
              <a:picLocks noChangeAspect="1"/>
            </p:cNvPicPr>
            <p:nvPr/>
          </p:nvPicPr>
          <p:blipFill>
            <a:blip r:embed="rId3"/>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84AFF6CC-2107-5B56-75C4-354F6C1F4B2C}"/>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D6348F0F-B758-EE5E-F0AE-D1F3D9DD1200}"/>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4B956D1F-7D8A-87BD-6121-83A88B5F41E0}"/>
                </a:ext>
              </a:extLst>
            </p:cNvPr>
            <p:cNvPicPr>
              <a:picLocks noChangeAspect="1"/>
            </p:cNvPicPr>
            <p:nvPr/>
          </p:nvPicPr>
          <p:blipFill>
            <a:blip r:embed="rId3"/>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93C96C08-4B88-B189-FFDD-FA19229B5128}"/>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grpSp>
        <p:nvGrpSpPr>
          <p:cNvPr id="2" name="그룹 1">
            <a:extLst>
              <a:ext uri="{FF2B5EF4-FFF2-40B4-BE49-F238E27FC236}">
                <a16:creationId xmlns:a16="http://schemas.microsoft.com/office/drawing/2014/main" id="{8301D953-E39F-057A-9FDB-AAA34C4CCE73}"/>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D3051726-6F0D-04C7-E028-4AE4529D9CF7}"/>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67CD25CD-6B79-4D74-C8DD-B566FECA3A4B}"/>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6DDE5750-0262-B365-071F-10DB1511DE7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9D9455B1-7F5B-116C-997A-1D05769931D5}"/>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EC31F6BA-41FE-3CBF-A65E-F10E6214A227}"/>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012F7F69-FB66-CFD8-FA63-0BC0A73B6B80}"/>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CD9D0280-DD50-7D85-6402-045D92165CB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AA3F6665-4E61-268A-B0AF-F77E5AB1A0EB}"/>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4EBFC472-2437-3F01-E0DD-0ED14356D37C}"/>
              </a:ext>
            </a:extLst>
          </p:cNvPr>
          <p:cNvGraphicFramePr>
            <a:graphicFrameLocks noGrp="1"/>
          </p:cNvGraphicFramePr>
          <p:nvPr>
            <p:extLst>
              <p:ext uri="{D42A27DB-BD31-4B8C-83A1-F6EECF244321}">
                <p14:modId xmlns:p14="http://schemas.microsoft.com/office/powerpoint/2010/main" val="3363292098"/>
              </p:ext>
            </p:extLst>
          </p:nvPr>
        </p:nvGraphicFramePr>
        <p:xfrm>
          <a:off x="10020525" y="754151"/>
          <a:ext cx="1997267" cy="195720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회원 추가 </a:t>
                      </a:r>
                      <a:r>
                        <a:rPr kumimoji="0" lang="ko-KR" altLang="en-US" sz="1000" b="1"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모달</a:t>
                      </a: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06404">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신규 회원 등록 필드</a:t>
                      </a:r>
                      <a:r>
                        <a:rPr lang="en-US" altLang="ko-KR" sz="1000" b="1" spc="0" baseline="0" dirty="0">
                          <a:solidFill>
                            <a:schemeClr val="tx1"/>
                          </a:solidFill>
                          <a:latin typeface="나눔고딕" panose="020D0604000000000000" pitchFamily="50" charset="-127"/>
                          <a:ea typeface="나눔고딕" panose="020D0604000000000000" pitchFamily="50" charset="-127"/>
                        </a:rPr>
                        <a:t>(</a:t>
                      </a:r>
                      <a:r>
                        <a:rPr lang="ko-KR" altLang="en-US" sz="1000" b="1" spc="0" baseline="0" dirty="0">
                          <a:solidFill>
                            <a:schemeClr val="tx1"/>
                          </a:solidFill>
                          <a:latin typeface="나눔고딕" panose="020D0604000000000000" pitchFamily="50" charset="-127"/>
                          <a:ea typeface="나눔고딕" panose="020D0604000000000000" pitchFamily="50" charset="-127"/>
                        </a:rPr>
                        <a:t>어르신</a:t>
                      </a:r>
                      <a:r>
                        <a:rPr lang="en-US" altLang="ko-KR" sz="1000" b="1" spc="0" baseline="0" dirty="0">
                          <a:solidFill>
                            <a:schemeClr val="tx1"/>
                          </a:solidFill>
                          <a:latin typeface="나눔고딕" panose="020D0604000000000000" pitchFamily="50" charset="-127"/>
                          <a:ea typeface="나눔고딕" panose="020D0604000000000000" pitchFamily="50" charset="-127"/>
                        </a:rPr>
                        <a:t>)</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회원 분류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어르신</a:t>
                      </a:r>
                      <a:r>
                        <a:rPr lang="en-US" altLang="ko-KR" sz="800" b="0" spc="0" baseline="0" dirty="0">
                          <a:solidFill>
                            <a:schemeClr val="tx1"/>
                          </a:solidFill>
                          <a:latin typeface="나눔고딕" panose="020D0604000000000000" pitchFamily="50" charset="-127"/>
                          <a:ea typeface="나눔고딕" panose="020D0604000000000000" pitchFamily="50" charset="-127"/>
                        </a:rPr>
                        <a:t>(Default),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선택</a:t>
                      </a:r>
                      <a:r>
                        <a:rPr lang="en-US" altLang="ko-KR" sz="800" b="0" spc="0" baseline="0" dirty="0">
                          <a:solidFill>
                            <a:schemeClr val="tx1"/>
                          </a:solidFill>
                          <a:latin typeface="나눔고딕" panose="020D0604000000000000" pitchFamily="50" charset="-127"/>
                          <a:ea typeface="나눔고딕" panose="020D0604000000000000" pitchFamily="50" charset="-127"/>
                        </a:rPr>
                        <a:t>, radio </a:t>
                      </a:r>
                      <a:r>
                        <a:rPr lang="ko-KR" altLang="en-US" sz="800" b="0" spc="0" baseline="0" dirty="0" err="1">
                          <a:solidFill>
                            <a:schemeClr val="tx1"/>
                          </a:solidFill>
                          <a:latin typeface="나눔고딕" panose="020D0604000000000000" pitchFamily="50" charset="-127"/>
                          <a:ea typeface="나눔고딕" panose="020D0604000000000000" pitchFamily="50" charset="-127"/>
                        </a:rPr>
                        <a:t>선택자</a:t>
                      </a:r>
                      <a:r>
                        <a:rPr lang="ko-KR" altLang="en-US"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성함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어르신 성함 </a:t>
                      </a:r>
                      <a:r>
                        <a:rPr lang="en-US" altLang="ko-KR" sz="800" b="0" spc="0" baseline="0" dirty="0">
                          <a:solidFill>
                            <a:schemeClr val="tx1"/>
                          </a:solidFill>
                          <a:latin typeface="나눔고딕" panose="020D0604000000000000" pitchFamily="50" charset="-127"/>
                          <a:ea typeface="나눔고딕" panose="020D0604000000000000" pitchFamily="50" charset="-127"/>
                        </a:rPr>
                        <a:t>10</a:t>
                      </a:r>
                      <a:r>
                        <a:rPr lang="ko-KR" altLang="en-US" sz="800" b="0" spc="0" baseline="0" dirty="0">
                          <a:solidFill>
                            <a:schemeClr val="tx1"/>
                          </a:solidFill>
                          <a:latin typeface="나눔고딕" panose="020D0604000000000000" pitchFamily="50" charset="-127"/>
                          <a:ea typeface="나눔고딕" panose="020D0604000000000000" pitchFamily="50" charset="-127"/>
                        </a:rPr>
                        <a:t>자 제한</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연락처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어르신 연락처</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Number</a:t>
                      </a:r>
                      <a:r>
                        <a:rPr lang="ko-KR" altLang="en-US" sz="800" b="0"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a:solidFill>
                            <a:schemeClr val="tx1"/>
                          </a:solidFill>
                          <a:latin typeface="나눔고딕" panose="020D0604000000000000" pitchFamily="50" charset="-127"/>
                          <a:ea typeface="나눔고딕" panose="020D0604000000000000" pitchFamily="50" charset="-127"/>
                        </a:rPr>
                        <a:t>only</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닫기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팝업 닫기</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등록 </a:t>
                      </a:r>
                      <a:r>
                        <a:rPr lang="en-US" altLang="ko-KR" sz="800" b="0" spc="0" baseline="0" dirty="0">
                          <a:solidFill>
                            <a:schemeClr val="tx1"/>
                          </a:solidFill>
                          <a:latin typeface="나눔고딕" panose="020D0604000000000000" pitchFamily="50" charset="-127"/>
                          <a:ea typeface="나눔고딕" panose="020D0604000000000000" pitchFamily="50" charset="-127"/>
                        </a:rPr>
                        <a:t>: validation </a:t>
                      </a:r>
                      <a:r>
                        <a:rPr lang="ko-KR" altLang="en-US" sz="800" b="0" spc="0" baseline="0" dirty="0">
                          <a:solidFill>
                            <a:schemeClr val="tx1"/>
                          </a:solidFill>
                          <a:latin typeface="나눔고딕" panose="020D0604000000000000" pitchFamily="50" charset="-127"/>
                          <a:ea typeface="나눔고딕" panose="020D0604000000000000" pitchFamily="50" charset="-127"/>
                        </a:rPr>
                        <a:t>검사 및 등록 처리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36965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신규 회원 등록 필드 입력 실패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a:solidFill>
                            <a:schemeClr val="tx1"/>
                          </a:solidFill>
                          <a:latin typeface="나눔고딕" panose="020D0604000000000000" pitchFamily="50" charset="-127"/>
                          <a:ea typeface="나눔고딕" panose="020D0604000000000000" pitchFamily="50" charset="-127"/>
                        </a:rPr>
                        <a:t>validation </a:t>
                      </a:r>
                      <a:r>
                        <a:rPr lang="ko-KR" altLang="en-US" sz="800" b="0" spc="0" baseline="0" dirty="0">
                          <a:solidFill>
                            <a:schemeClr val="tx1"/>
                          </a:solidFill>
                          <a:latin typeface="나눔고딕" panose="020D0604000000000000" pitchFamily="50" charset="-127"/>
                          <a:ea typeface="나눔고딕" panose="020D0604000000000000" pitchFamily="50" charset="-127"/>
                        </a:rPr>
                        <a:t>실패 시 실패한 입력 칸 </a:t>
                      </a:r>
                      <a:r>
                        <a:rPr lang="en-US" altLang="ko-KR" sz="800" b="0" spc="0" baseline="0" dirty="0">
                          <a:solidFill>
                            <a:schemeClr val="tx1"/>
                          </a:solidFill>
                          <a:latin typeface="나눔고딕" panose="020D0604000000000000" pitchFamily="50" charset="-127"/>
                          <a:ea typeface="나눔고딕" panose="020D0604000000000000" pitchFamily="50" charset="-127"/>
                        </a:rPr>
                        <a:t>focus</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안내문구 색깔 변경</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sp>
        <p:nvSpPr>
          <p:cNvPr id="4" name="직사각형 3">
            <a:extLst>
              <a:ext uri="{FF2B5EF4-FFF2-40B4-BE49-F238E27FC236}">
                <a16:creationId xmlns:a16="http://schemas.microsoft.com/office/drawing/2014/main" id="{BE5A5F2F-CC95-0FB4-63A4-AE28C5A28A53}"/>
              </a:ext>
            </a:extLst>
          </p:cNvPr>
          <p:cNvSpPr>
            <a:spLocks noGrp="1" noRot="1" noMove="1" noResize="1" noEditPoints="1" noAdjustHandles="1" noChangeArrowheads="1" noChangeShapeType="1"/>
          </p:cNvSpPr>
          <p:nvPr/>
        </p:nvSpPr>
        <p:spPr>
          <a:xfrm>
            <a:off x="183398" y="567473"/>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6016CFE9-E2AA-059D-3861-4E4ED89B0A68}"/>
              </a:ext>
            </a:extLst>
          </p:cNvPr>
          <p:cNvSpPr/>
          <p:nvPr/>
        </p:nvSpPr>
        <p:spPr>
          <a:xfrm>
            <a:off x="8773255" y="1929991"/>
            <a:ext cx="962979"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연결선: 꺾임 17">
            <a:extLst>
              <a:ext uri="{FF2B5EF4-FFF2-40B4-BE49-F238E27FC236}">
                <a16:creationId xmlns:a16="http://schemas.microsoft.com/office/drawing/2014/main" id="{FA447598-71D2-29B1-8CAA-78DA276D4173}"/>
              </a:ext>
            </a:extLst>
          </p:cNvPr>
          <p:cNvCxnSpPr>
            <a:cxnSpLocks/>
            <a:stCxn id="17" idx="1"/>
            <a:endCxn id="66" idx="0"/>
          </p:cNvCxnSpPr>
          <p:nvPr/>
        </p:nvCxnSpPr>
        <p:spPr>
          <a:xfrm rot="10800000" flipV="1">
            <a:off x="5756555" y="2048651"/>
            <a:ext cx="3016701" cy="676768"/>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65" name="그룹 64">
            <a:extLst>
              <a:ext uri="{FF2B5EF4-FFF2-40B4-BE49-F238E27FC236}">
                <a16:creationId xmlns:a16="http://schemas.microsoft.com/office/drawing/2014/main" id="{0BFB4A5A-3B8A-6A52-4E22-3B2054F94E09}"/>
              </a:ext>
            </a:extLst>
          </p:cNvPr>
          <p:cNvGrpSpPr/>
          <p:nvPr/>
        </p:nvGrpSpPr>
        <p:grpSpPr>
          <a:xfrm>
            <a:off x="3757920" y="2725419"/>
            <a:ext cx="3997268" cy="1687087"/>
            <a:chOff x="3640463" y="2613165"/>
            <a:chExt cx="3997268" cy="1401657"/>
          </a:xfrm>
        </p:grpSpPr>
        <p:sp>
          <p:nvSpPr>
            <p:cNvPr id="66" name="사각형: 둥근 모서리 65">
              <a:extLst>
                <a:ext uri="{FF2B5EF4-FFF2-40B4-BE49-F238E27FC236}">
                  <a16:creationId xmlns:a16="http://schemas.microsoft.com/office/drawing/2014/main" id="{743C77DB-97F2-5314-071D-9D3DFD4C1A9F}"/>
                </a:ext>
              </a:extLst>
            </p:cNvPr>
            <p:cNvSpPr/>
            <p:nvPr/>
          </p:nvSpPr>
          <p:spPr>
            <a:xfrm>
              <a:off x="3640463" y="2613165"/>
              <a:ext cx="3997268" cy="1401657"/>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TextBox 66">
              <a:extLst>
                <a:ext uri="{FF2B5EF4-FFF2-40B4-BE49-F238E27FC236}">
                  <a16:creationId xmlns:a16="http://schemas.microsoft.com/office/drawing/2014/main" id="{6B28FAFE-72FC-E3F8-4A0D-976AE7000D38}"/>
                </a:ext>
              </a:extLst>
            </p:cNvPr>
            <p:cNvSpPr txBox="1"/>
            <p:nvPr/>
          </p:nvSpPr>
          <p:spPr>
            <a:xfrm>
              <a:off x="3716404" y="2685951"/>
              <a:ext cx="1558255" cy="230832"/>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grpSp>
        <p:nvGrpSpPr>
          <p:cNvPr id="68" name="그룹 67">
            <a:extLst>
              <a:ext uri="{FF2B5EF4-FFF2-40B4-BE49-F238E27FC236}">
                <a16:creationId xmlns:a16="http://schemas.microsoft.com/office/drawing/2014/main" id="{17D7A3F7-EF49-27C1-71DD-17882BC8ADAF}"/>
              </a:ext>
            </a:extLst>
          </p:cNvPr>
          <p:cNvGrpSpPr/>
          <p:nvPr/>
        </p:nvGrpSpPr>
        <p:grpSpPr>
          <a:xfrm>
            <a:off x="4648666" y="3164433"/>
            <a:ext cx="1259512" cy="184666"/>
            <a:chOff x="8369723" y="3025371"/>
            <a:chExt cx="1259512" cy="184666"/>
          </a:xfrm>
        </p:grpSpPr>
        <p:grpSp>
          <p:nvGrpSpPr>
            <p:cNvPr id="69" name="그룹 68">
              <a:extLst>
                <a:ext uri="{FF2B5EF4-FFF2-40B4-BE49-F238E27FC236}">
                  <a16:creationId xmlns:a16="http://schemas.microsoft.com/office/drawing/2014/main" id="{840FC1F8-0B3C-B888-E22C-3EBE30AA3E39}"/>
                </a:ext>
              </a:extLst>
            </p:cNvPr>
            <p:cNvGrpSpPr/>
            <p:nvPr/>
          </p:nvGrpSpPr>
          <p:grpSpPr>
            <a:xfrm>
              <a:off x="9038701" y="3025371"/>
              <a:ext cx="590534" cy="184666"/>
              <a:chOff x="4605032" y="3345143"/>
              <a:chExt cx="590534" cy="184666"/>
            </a:xfrm>
          </p:grpSpPr>
          <p:sp>
            <p:nvSpPr>
              <p:cNvPr id="74" name="타원 73">
                <a:extLst>
                  <a:ext uri="{FF2B5EF4-FFF2-40B4-BE49-F238E27FC236}">
                    <a16:creationId xmlns:a16="http://schemas.microsoft.com/office/drawing/2014/main" id="{CEB46501-34C0-C731-8806-CC796E74BF86}"/>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77" name="TextBox 76">
                <a:extLst>
                  <a:ext uri="{FF2B5EF4-FFF2-40B4-BE49-F238E27FC236}">
                    <a16:creationId xmlns:a16="http://schemas.microsoft.com/office/drawing/2014/main" id="{81C1387E-139A-B3FB-B396-D18E7F90368A}"/>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70" name="그룹 69">
              <a:extLst>
                <a:ext uri="{FF2B5EF4-FFF2-40B4-BE49-F238E27FC236}">
                  <a16:creationId xmlns:a16="http://schemas.microsoft.com/office/drawing/2014/main" id="{1DE338B8-0C31-36F9-D52F-5350FBC80BE6}"/>
                </a:ext>
              </a:extLst>
            </p:cNvPr>
            <p:cNvGrpSpPr/>
            <p:nvPr/>
          </p:nvGrpSpPr>
          <p:grpSpPr>
            <a:xfrm>
              <a:off x="8369723" y="3025371"/>
              <a:ext cx="668978" cy="184666"/>
              <a:chOff x="5139556" y="3355758"/>
              <a:chExt cx="668978" cy="184666"/>
            </a:xfrm>
          </p:grpSpPr>
          <p:sp>
            <p:nvSpPr>
              <p:cNvPr id="71" name="타원 70">
                <a:extLst>
                  <a:ext uri="{FF2B5EF4-FFF2-40B4-BE49-F238E27FC236}">
                    <a16:creationId xmlns:a16="http://schemas.microsoft.com/office/drawing/2014/main" id="{8F8B2D53-4A98-90CA-8D41-F3D80C0755EE}"/>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72" name="TextBox 71">
                <a:extLst>
                  <a:ext uri="{FF2B5EF4-FFF2-40B4-BE49-F238E27FC236}">
                    <a16:creationId xmlns:a16="http://schemas.microsoft.com/office/drawing/2014/main" id="{616A979F-BF2A-100A-A6FD-49B12334D962}"/>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grpSp>
        <p:nvGrpSpPr>
          <p:cNvPr id="78" name="그룹 77">
            <a:extLst>
              <a:ext uri="{FF2B5EF4-FFF2-40B4-BE49-F238E27FC236}">
                <a16:creationId xmlns:a16="http://schemas.microsoft.com/office/drawing/2014/main" id="{DB2EA0C2-13F5-B40C-B69C-82E920997BAC}"/>
              </a:ext>
            </a:extLst>
          </p:cNvPr>
          <p:cNvGrpSpPr/>
          <p:nvPr/>
        </p:nvGrpSpPr>
        <p:grpSpPr>
          <a:xfrm>
            <a:off x="4628000" y="3426828"/>
            <a:ext cx="2865464" cy="171209"/>
            <a:chOff x="4707336" y="2163724"/>
            <a:chExt cx="2865464" cy="171209"/>
          </a:xfrm>
        </p:grpSpPr>
        <p:sp>
          <p:nvSpPr>
            <p:cNvPr id="79" name="사각형: 둥근 모서리 78">
              <a:extLst>
                <a:ext uri="{FF2B5EF4-FFF2-40B4-BE49-F238E27FC236}">
                  <a16:creationId xmlns:a16="http://schemas.microsoft.com/office/drawing/2014/main" id="{D594D962-8602-DC44-453A-6E4FC17AAA09}"/>
                </a:ext>
              </a:extLst>
            </p:cNvPr>
            <p:cNvSpPr/>
            <p:nvPr/>
          </p:nvSpPr>
          <p:spPr>
            <a:xfrm>
              <a:off x="4707336" y="2165656"/>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성함을 입력해주세요</a:t>
              </a:r>
            </a:p>
          </p:txBody>
        </p:sp>
        <p:sp>
          <p:nvSpPr>
            <p:cNvPr id="80" name="TextBox 79">
              <a:extLst>
                <a:ext uri="{FF2B5EF4-FFF2-40B4-BE49-F238E27FC236}">
                  <a16:creationId xmlns:a16="http://schemas.microsoft.com/office/drawing/2014/main" id="{2CD8B8DA-8458-40FC-4D5B-90AE62999E61}"/>
                </a:ext>
              </a:extLst>
            </p:cNvPr>
            <p:cNvSpPr txBox="1"/>
            <p:nvPr/>
          </p:nvSpPr>
          <p:spPr>
            <a:xfrm>
              <a:off x="7076975" y="216372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0/50 </a:t>
              </a:r>
              <a:r>
                <a:rPr lang="ko-KR" altLang="en-US" sz="500" dirty="0">
                  <a:solidFill>
                    <a:schemeClr val="bg1">
                      <a:lumMod val="50000"/>
                    </a:schemeClr>
                  </a:solidFill>
                </a:rPr>
                <a:t>자</a:t>
              </a:r>
            </a:p>
          </p:txBody>
        </p:sp>
      </p:grpSp>
      <p:grpSp>
        <p:nvGrpSpPr>
          <p:cNvPr id="81" name="그룹 80">
            <a:extLst>
              <a:ext uri="{FF2B5EF4-FFF2-40B4-BE49-F238E27FC236}">
                <a16:creationId xmlns:a16="http://schemas.microsoft.com/office/drawing/2014/main" id="{5A8FD161-0213-E1FF-A69F-84EA9B8610F0}"/>
              </a:ext>
            </a:extLst>
          </p:cNvPr>
          <p:cNvGrpSpPr/>
          <p:nvPr/>
        </p:nvGrpSpPr>
        <p:grpSpPr>
          <a:xfrm>
            <a:off x="5392116" y="4118575"/>
            <a:ext cx="769035" cy="187679"/>
            <a:chOff x="5216720" y="3677787"/>
            <a:chExt cx="769035" cy="187679"/>
          </a:xfrm>
        </p:grpSpPr>
        <p:sp>
          <p:nvSpPr>
            <p:cNvPr id="82" name="사각형: 둥근 모서리 81">
              <a:extLst>
                <a:ext uri="{FF2B5EF4-FFF2-40B4-BE49-F238E27FC236}">
                  <a16:creationId xmlns:a16="http://schemas.microsoft.com/office/drawing/2014/main" id="{B3A50917-6721-A716-2457-92C111DEDF21}"/>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83" name="사각형: 둥근 모서리 82">
              <a:extLst>
                <a:ext uri="{FF2B5EF4-FFF2-40B4-BE49-F238E27FC236}">
                  <a16:creationId xmlns:a16="http://schemas.microsoft.com/office/drawing/2014/main" id="{FC29AC32-8DC5-1EE0-A322-604479F45322}"/>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bg1"/>
                  </a:solidFill>
                  <a:latin typeface="맑은 고딕" panose="020B0503020000020004" pitchFamily="50" charset="-127"/>
                  <a:ea typeface="맑은 고딕" panose="020B0503020000020004" pitchFamily="50" charset="-127"/>
                </a:rPr>
                <a:t>등록</a:t>
              </a:r>
              <a:endParaRPr lang="ko-KR" altLang="en-US" sz="600" dirty="0">
                <a:solidFill>
                  <a:schemeClr val="bg1"/>
                </a:solidFill>
                <a:latin typeface="맑은 고딕" panose="020B0503020000020004" pitchFamily="50" charset="-127"/>
                <a:ea typeface="맑은 고딕" panose="020B0503020000020004" pitchFamily="50" charset="-127"/>
              </a:endParaRPr>
            </a:p>
          </p:txBody>
        </p:sp>
      </p:grpSp>
      <p:graphicFrame>
        <p:nvGraphicFramePr>
          <p:cNvPr id="84" name="표 83">
            <a:extLst>
              <a:ext uri="{FF2B5EF4-FFF2-40B4-BE49-F238E27FC236}">
                <a16:creationId xmlns:a16="http://schemas.microsoft.com/office/drawing/2014/main" id="{4C62BD71-C379-E367-880C-596918C2C028}"/>
              </a:ext>
            </a:extLst>
          </p:cNvPr>
          <p:cNvGraphicFramePr>
            <a:graphicFrameLocks noGrp="1"/>
          </p:cNvGraphicFramePr>
          <p:nvPr>
            <p:extLst>
              <p:ext uri="{D42A27DB-BD31-4B8C-83A1-F6EECF244321}">
                <p14:modId xmlns:p14="http://schemas.microsoft.com/office/powerpoint/2010/main" val="1291348876"/>
              </p:ext>
            </p:extLst>
          </p:nvPr>
        </p:nvGraphicFramePr>
        <p:xfrm>
          <a:off x="3914629" y="3109970"/>
          <a:ext cx="3492620" cy="828194"/>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회원 분류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51727911"/>
                  </a:ext>
                </a:extLst>
              </a:tr>
            </a:tbl>
          </a:graphicData>
        </a:graphic>
      </p:graphicFrame>
      <p:sp>
        <p:nvSpPr>
          <p:cNvPr id="85" name="타원 84">
            <a:extLst>
              <a:ext uri="{FF2B5EF4-FFF2-40B4-BE49-F238E27FC236}">
                <a16:creationId xmlns:a16="http://schemas.microsoft.com/office/drawing/2014/main" id="{DE7C7221-FA7D-BF6F-5DE4-409DCFF95F5A}"/>
              </a:ext>
            </a:extLst>
          </p:cNvPr>
          <p:cNvSpPr/>
          <p:nvPr/>
        </p:nvSpPr>
        <p:spPr>
          <a:xfrm>
            <a:off x="3671705" y="2617282"/>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a:latin typeface="Arial Black" panose="020B0A04020102020204" pitchFamily="34" charset="0"/>
              </a:rPr>
              <a:t>1-1</a:t>
            </a:r>
            <a:endParaRPr lang="ko-KR" altLang="en-US" sz="800">
              <a:latin typeface="Arial Black" panose="020B0A04020102020204" pitchFamily="34" charset="0"/>
            </a:endParaRPr>
          </a:p>
        </p:txBody>
      </p:sp>
      <p:sp>
        <p:nvSpPr>
          <p:cNvPr id="86" name="사각형: 둥근 모서리 85">
            <a:extLst>
              <a:ext uri="{FF2B5EF4-FFF2-40B4-BE49-F238E27FC236}">
                <a16:creationId xmlns:a16="http://schemas.microsoft.com/office/drawing/2014/main" id="{80749C79-BA88-35EB-4177-7ECC5023A178}"/>
              </a:ext>
            </a:extLst>
          </p:cNvPr>
          <p:cNvSpPr/>
          <p:nvPr/>
        </p:nvSpPr>
        <p:spPr>
          <a:xfrm>
            <a:off x="4628000" y="3711707"/>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 </a:t>
            </a:r>
            <a:r>
              <a:rPr lang="ko-KR" altLang="en-US" sz="600" dirty="0">
                <a:solidFill>
                  <a:schemeClr val="bg1">
                    <a:lumMod val="50000"/>
                  </a:schemeClr>
                </a:solidFill>
                <a:latin typeface="+mj-lt"/>
              </a:rPr>
              <a:t>없이 숫자만 입력해주세요</a:t>
            </a:r>
          </a:p>
        </p:txBody>
      </p:sp>
      <p:grpSp>
        <p:nvGrpSpPr>
          <p:cNvPr id="90" name="그룹 89">
            <a:extLst>
              <a:ext uri="{FF2B5EF4-FFF2-40B4-BE49-F238E27FC236}">
                <a16:creationId xmlns:a16="http://schemas.microsoft.com/office/drawing/2014/main" id="{3E7791BF-AFA7-8CA7-60DD-160EED29E03F}"/>
              </a:ext>
            </a:extLst>
          </p:cNvPr>
          <p:cNvGrpSpPr/>
          <p:nvPr/>
        </p:nvGrpSpPr>
        <p:grpSpPr>
          <a:xfrm>
            <a:off x="3818056" y="4658795"/>
            <a:ext cx="3997268" cy="1687087"/>
            <a:chOff x="3640463" y="2613165"/>
            <a:chExt cx="3997268" cy="1401657"/>
          </a:xfrm>
        </p:grpSpPr>
        <p:sp>
          <p:nvSpPr>
            <p:cNvPr id="91" name="사각형: 둥근 모서리 90">
              <a:extLst>
                <a:ext uri="{FF2B5EF4-FFF2-40B4-BE49-F238E27FC236}">
                  <a16:creationId xmlns:a16="http://schemas.microsoft.com/office/drawing/2014/main" id="{BE1B79FE-D74E-4255-6631-09CFFC6ECDDA}"/>
                </a:ext>
              </a:extLst>
            </p:cNvPr>
            <p:cNvSpPr/>
            <p:nvPr/>
          </p:nvSpPr>
          <p:spPr>
            <a:xfrm>
              <a:off x="3640463" y="2613165"/>
              <a:ext cx="3997268" cy="1401657"/>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TextBox 93">
              <a:extLst>
                <a:ext uri="{FF2B5EF4-FFF2-40B4-BE49-F238E27FC236}">
                  <a16:creationId xmlns:a16="http://schemas.microsoft.com/office/drawing/2014/main" id="{AFEA4F23-5ECD-6357-71CE-D218621E26AF}"/>
                </a:ext>
              </a:extLst>
            </p:cNvPr>
            <p:cNvSpPr txBox="1"/>
            <p:nvPr/>
          </p:nvSpPr>
          <p:spPr>
            <a:xfrm>
              <a:off x="3716404" y="2685951"/>
              <a:ext cx="1558255" cy="230832"/>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grpSp>
        <p:nvGrpSpPr>
          <p:cNvPr id="95" name="그룹 94">
            <a:extLst>
              <a:ext uri="{FF2B5EF4-FFF2-40B4-BE49-F238E27FC236}">
                <a16:creationId xmlns:a16="http://schemas.microsoft.com/office/drawing/2014/main" id="{FCFD82F9-A4CD-15AB-1316-D3E0374BB722}"/>
              </a:ext>
            </a:extLst>
          </p:cNvPr>
          <p:cNvGrpSpPr/>
          <p:nvPr/>
        </p:nvGrpSpPr>
        <p:grpSpPr>
          <a:xfrm>
            <a:off x="4708802" y="5097809"/>
            <a:ext cx="1259512" cy="184666"/>
            <a:chOff x="8369723" y="3025371"/>
            <a:chExt cx="1259512" cy="184666"/>
          </a:xfrm>
        </p:grpSpPr>
        <p:grpSp>
          <p:nvGrpSpPr>
            <p:cNvPr id="96" name="그룹 95">
              <a:extLst>
                <a:ext uri="{FF2B5EF4-FFF2-40B4-BE49-F238E27FC236}">
                  <a16:creationId xmlns:a16="http://schemas.microsoft.com/office/drawing/2014/main" id="{343F0E84-C57B-7586-92C6-7FFD653696E2}"/>
                </a:ext>
              </a:extLst>
            </p:cNvPr>
            <p:cNvGrpSpPr/>
            <p:nvPr/>
          </p:nvGrpSpPr>
          <p:grpSpPr>
            <a:xfrm>
              <a:off x="9038701" y="3025371"/>
              <a:ext cx="590534" cy="184666"/>
              <a:chOff x="4605032" y="3345143"/>
              <a:chExt cx="590534" cy="184666"/>
            </a:xfrm>
          </p:grpSpPr>
          <p:sp>
            <p:nvSpPr>
              <p:cNvPr id="102" name="타원 101">
                <a:extLst>
                  <a:ext uri="{FF2B5EF4-FFF2-40B4-BE49-F238E27FC236}">
                    <a16:creationId xmlns:a16="http://schemas.microsoft.com/office/drawing/2014/main" id="{A437EBF5-F216-0F5D-D193-AA80D4DDECA8}"/>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431FE941-29D6-2AE4-551E-FE934F12F1AF}"/>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97" name="그룹 96">
              <a:extLst>
                <a:ext uri="{FF2B5EF4-FFF2-40B4-BE49-F238E27FC236}">
                  <a16:creationId xmlns:a16="http://schemas.microsoft.com/office/drawing/2014/main" id="{0AC0146F-D126-FC4E-44B1-EFCF400FC30C}"/>
                </a:ext>
              </a:extLst>
            </p:cNvPr>
            <p:cNvGrpSpPr/>
            <p:nvPr/>
          </p:nvGrpSpPr>
          <p:grpSpPr>
            <a:xfrm>
              <a:off x="8369723" y="3025371"/>
              <a:ext cx="668978" cy="184666"/>
              <a:chOff x="5139556" y="3355758"/>
              <a:chExt cx="668978" cy="184666"/>
            </a:xfrm>
          </p:grpSpPr>
          <p:sp>
            <p:nvSpPr>
              <p:cNvPr id="99" name="타원 98">
                <a:extLst>
                  <a:ext uri="{FF2B5EF4-FFF2-40B4-BE49-F238E27FC236}">
                    <a16:creationId xmlns:a16="http://schemas.microsoft.com/office/drawing/2014/main" id="{0CE7102E-1CB4-F8BE-5F4B-9B4FA82F1A1C}"/>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BD43949B-F742-CE0D-0713-4678C4BF5A3B}"/>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sp>
        <p:nvSpPr>
          <p:cNvPr id="105" name="사각형: 둥근 모서리 104">
            <a:extLst>
              <a:ext uri="{FF2B5EF4-FFF2-40B4-BE49-F238E27FC236}">
                <a16:creationId xmlns:a16="http://schemas.microsoft.com/office/drawing/2014/main" id="{AEFABB79-ED2C-C94B-2FD5-0D31DFE480B9}"/>
              </a:ext>
            </a:extLst>
          </p:cNvPr>
          <p:cNvSpPr/>
          <p:nvPr/>
        </p:nvSpPr>
        <p:spPr>
          <a:xfrm>
            <a:off x="4688136" y="5362136"/>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rgbClr val="FF0000"/>
                </a:solidFill>
                <a:latin typeface="+mj-lt"/>
              </a:rPr>
              <a:t> </a:t>
            </a:r>
            <a:r>
              <a:rPr lang="ko-KR" altLang="en-US" sz="600" dirty="0">
                <a:solidFill>
                  <a:srgbClr val="FF0000"/>
                </a:solidFill>
                <a:latin typeface="+mj-lt"/>
              </a:rPr>
              <a:t>성함을 입력해주세요</a:t>
            </a:r>
          </a:p>
        </p:txBody>
      </p:sp>
      <p:sp>
        <p:nvSpPr>
          <p:cNvPr id="110" name="TextBox 109">
            <a:extLst>
              <a:ext uri="{FF2B5EF4-FFF2-40B4-BE49-F238E27FC236}">
                <a16:creationId xmlns:a16="http://schemas.microsoft.com/office/drawing/2014/main" id="{A004355D-69FA-CF5D-AC13-D36AF494BD78}"/>
              </a:ext>
            </a:extLst>
          </p:cNvPr>
          <p:cNvSpPr txBox="1"/>
          <p:nvPr/>
        </p:nvSpPr>
        <p:spPr>
          <a:xfrm>
            <a:off x="7057775" y="536020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0/50 </a:t>
            </a:r>
            <a:r>
              <a:rPr lang="ko-KR" altLang="en-US" sz="500" dirty="0">
                <a:solidFill>
                  <a:schemeClr val="bg1">
                    <a:lumMod val="50000"/>
                  </a:schemeClr>
                </a:solidFill>
              </a:rPr>
              <a:t>자</a:t>
            </a:r>
          </a:p>
        </p:txBody>
      </p:sp>
      <p:grpSp>
        <p:nvGrpSpPr>
          <p:cNvPr id="111" name="그룹 110">
            <a:extLst>
              <a:ext uri="{FF2B5EF4-FFF2-40B4-BE49-F238E27FC236}">
                <a16:creationId xmlns:a16="http://schemas.microsoft.com/office/drawing/2014/main" id="{E3EDF8B1-E5FC-85E0-354F-E35606AD46C3}"/>
              </a:ext>
            </a:extLst>
          </p:cNvPr>
          <p:cNvGrpSpPr/>
          <p:nvPr/>
        </p:nvGrpSpPr>
        <p:grpSpPr>
          <a:xfrm>
            <a:off x="5452252" y="6051951"/>
            <a:ext cx="769035" cy="187679"/>
            <a:chOff x="5216720" y="3677787"/>
            <a:chExt cx="769035" cy="187679"/>
          </a:xfrm>
        </p:grpSpPr>
        <p:sp>
          <p:nvSpPr>
            <p:cNvPr id="112" name="사각형: 둥근 모서리 111">
              <a:extLst>
                <a:ext uri="{FF2B5EF4-FFF2-40B4-BE49-F238E27FC236}">
                  <a16:creationId xmlns:a16="http://schemas.microsoft.com/office/drawing/2014/main" id="{733EA03B-BA34-D882-AC83-17B3A57CFC3C}"/>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113" name="사각형: 둥근 모서리 112">
              <a:extLst>
                <a:ext uri="{FF2B5EF4-FFF2-40B4-BE49-F238E27FC236}">
                  <a16:creationId xmlns:a16="http://schemas.microsoft.com/office/drawing/2014/main" id="{1D19A44F-54C2-7879-2E5C-2DAEAAEC8E9D}"/>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bg1"/>
                  </a:solidFill>
                  <a:latin typeface="맑은 고딕" panose="020B0503020000020004" pitchFamily="50" charset="-127"/>
                  <a:ea typeface="맑은 고딕" panose="020B0503020000020004" pitchFamily="50" charset="-127"/>
                </a:rPr>
                <a:t>등록</a:t>
              </a:r>
              <a:endParaRPr lang="ko-KR" altLang="en-US" sz="600" dirty="0">
                <a:solidFill>
                  <a:schemeClr val="bg1"/>
                </a:solidFill>
                <a:latin typeface="맑은 고딕" panose="020B0503020000020004" pitchFamily="50" charset="-127"/>
                <a:ea typeface="맑은 고딕" panose="020B0503020000020004" pitchFamily="50" charset="-127"/>
              </a:endParaRPr>
            </a:p>
          </p:txBody>
        </p:sp>
      </p:grpSp>
      <p:graphicFrame>
        <p:nvGraphicFramePr>
          <p:cNvPr id="114" name="표 113">
            <a:extLst>
              <a:ext uri="{FF2B5EF4-FFF2-40B4-BE49-F238E27FC236}">
                <a16:creationId xmlns:a16="http://schemas.microsoft.com/office/drawing/2014/main" id="{EAA804EA-249F-DD96-0BE2-2BD0EDAAB47A}"/>
              </a:ext>
            </a:extLst>
          </p:cNvPr>
          <p:cNvGraphicFramePr>
            <a:graphicFrameLocks noGrp="1"/>
          </p:cNvGraphicFramePr>
          <p:nvPr>
            <p:extLst>
              <p:ext uri="{D42A27DB-BD31-4B8C-83A1-F6EECF244321}">
                <p14:modId xmlns:p14="http://schemas.microsoft.com/office/powerpoint/2010/main" val="1079234335"/>
              </p:ext>
            </p:extLst>
          </p:nvPr>
        </p:nvGraphicFramePr>
        <p:xfrm>
          <a:off x="3982385" y="5036693"/>
          <a:ext cx="3492620" cy="828194"/>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회원 분류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51727911"/>
                  </a:ext>
                </a:extLst>
              </a:tr>
            </a:tbl>
          </a:graphicData>
        </a:graphic>
      </p:graphicFrame>
      <p:sp>
        <p:nvSpPr>
          <p:cNvPr id="115" name="타원 114">
            <a:extLst>
              <a:ext uri="{FF2B5EF4-FFF2-40B4-BE49-F238E27FC236}">
                <a16:creationId xmlns:a16="http://schemas.microsoft.com/office/drawing/2014/main" id="{11FD9AFE-EE5B-67D3-0937-FF7468B01913}"/>
              </a:ext>
            </a:extLst>
          </p:cNvPr>
          <p:cNvSpPr/>
          <p:nvPr/>
        </p:nvSpPr>
        <p:spPr>
          <a:xfrm>
            <a:off x="3731841" y="4550658"/>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a:t>
            </a:r>
            <a:endParaRPr lang="ko-KR" altLang="en-US" sz="800" dirty="0">
              <a:latin typeface="Arial Black" panose="020B0A04020102020204" pitchFamily="34" charset="0"/>
            </a:endParaRPr>
          </a:p>
        </p:txBody>
      </p:sp>
      <p:sp>
        <p:nvSpPr>
          <p:cNvPr id="116" name="사각형: 둥근 모서리 115">
            <a:extLst>
              <a:ext uri="{FF2B5EF4-FFF2-40B4-BE49-F238E27FC236}">
                <a16:creationId xmlns:a16="http://schemas.microsoft.com/office/drawing/2014/main" id="{4D6D7307-90A3-BCF1-EAA2-3385E2C7FC0C}"/>
              </a:ext>
            </a:extLst>
          </p:cNvPr>
          <p:cNvSpPr/>
          <p:nvPr/>
        </p:nvSpPr>
        <p:spPr>
          <a:xfrm>
            <a:off x="4688136" y="5645083"/>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rgbClr val="FF0000"/>
                </a:solidFill>
                <a:latin typeface="+mj-lt"/>
              </a:rPr>
              <a:t> ‘-’ </a:t>
            </a:r>
            <a:r>
              <a:rPr lang="ko-KR" altLang="en-US" sz="600" dirty="0">
                <a:solidFill>
                  <a:srgbClr val="FF0000"/>
                </a:solidFill>
                <a:latin typeface="+mj-lt"/>
              </a:rPr>
              <a:t>없이 숫자만 입력해주세요</a:t>
            </a:r>
          </a:p>
        </p:txBody>
      </p:sp>
    </p:spTree>
    <p:extLst>
      <p:ext uri="{BB962C8B-B14F-4D97-AF65-F5344CB8AC3E}">
        <p14:creationId xmlns:p14="http://schemas.microsoft.com/office/powerpoint/2010/main" val="25418173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1972D-9FBF-1F46-312E-CDF5DD821503}"/>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EA5F1B87-747F-4813-A6B6-03018FEDAB71}"/>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FDCCBC54-32A4-9B1F-0B49-7841B2A50DFC}"/>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C4475FAD-BCED-2AEF-E701-A5DF0B266E6A}"/>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F8594684-EFDD-A8D9-8D6F-CA84DBE84A18}"/>
              </a:ext>
            </a:extLst>
          </p:cNvPr>
          <p:cNvSpPr>
            <a:spLocks noGrp="1"/>
          </p:cNvSpPr>
          <p:nvPr>
            <p:ph type="body" sz="quarter" idx="17"/>
          </p:nvPr>
        </p:nvSpPr>
        <p:spPr/>
        <p:txBody>
          <a:bodyPr/>
          <a:lstStyle/>
          <a:p>
            <a:r>
              <a:rPr lang="ko-KR" altLang="en-US" dirty="0"/>
              <a:t>박소은</a:t>
            </a:r>
          </a:p>
        </p:txBody>
      </p:sp>
      <p:sp>
        <p:nvSpPr>
          <p:cNvPr id="55" name="사각형: 둥근 모서리 54">
            <a:extLst>
              <a:ext uri="{FF2B5EF4-FFF2-40B4-BE49-F238E27FC236}">
                <a16:creationId xmlns:a16="http://schemas.microsoft.com/office/drawing/2014/main" id="{3FD90073-5BFC-741E-CF9B-E6D02BF41A23}"/>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41D2CFCA-C55F-CD5E-A6EE-D13EEC96A749}"/>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C7662F8C-45C2-42F5-436A-2A8E87D7B50C}"/>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828693FD-3FF6-295E-E634-FD4BF89C01F3}"/>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EC113FE3-C1F4-14F1-928E-909112E9F42B}"/>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9FABFBF8-F4BB-BB15-8F2B-FCAE9599D987}"/>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6EA5A95D-ED76-59A0-8F1F-CAAB041E46B1}"/>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DE6A3D0F-02E8-F1D7-5C3F-EA6CF7F25B71}"/>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954E68FA-AA3F-AD79-7B18-A2EFAACE730E}"/>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204E4535-EF75-389F-96B2-AA3D4AFD020F}"/>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345F9EB9-9BAE-DF01-17A3-5737278BD42E}"/>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B4712B9F-8995-1CC2-4B08-B6AAB9F5F3DE}"/>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878A3123-68FC-AC15-9936-CA3374F159E9}"/>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2975DA8A-4EED-0241-5767-B668FB1CE3DC}"/>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4CAF902D-3B54-5F5B-E849-DC813F905440}"/>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9CFD21CA-23A4-A4A1-83E2-00CE96D8BC7D}"/>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BD04BE0B-52A2-E915-20D0-3B0412CFE533}"/>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DEAAF329-8F42-689D-18CB-B23F3FB33D1F}"/>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ACA581FC-A355-1F0F-8447-1E232F702258}"/>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E8EDBB65-B87E-F5FC-981B-8F4897E528B3}"/>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69EB3A1D-E3F4-85F2-9C39-3ED1A7D0EA94}"/>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01" name="그룹 200">
            <a:extLst>
              <a:ext uri="{FF2B5EF4-FFF2-40B4-BE49-F238E27FC236}">
                <a16:creationId xmlns:a16="http://schemas.microsoft.com/office/drawing/2014/main" id="{9F9A55ED-65A8-D887-006C-9241ED8E9A27}"/>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06810295-D3DD-DD60-9877-1C0842E433DA}"/>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A6C58B16-035C-0967-8D17-9348891086F7}"/>
                </a:ext>
              </a:extLst>
            </p:cNvPr>
            <p:cNvPicPr>
              <a:picLocks noChangeAspect="1"/>
            </p:cNvPicPr>
            <p:nvPr/>
          </p:nvPicPr>
          <p:blipFill>
            <a:blip r:embed="rId4"/>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CA56929E-CE75-3750-3568-99A149EC267C}"/>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595FA3C0-17C8-788F-73F9-7DD3FE631FC4}"/>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0F26E27C-4FC0-2495-3041-A7A628E5F082}"/>
                </a:ext>
              </a:extLst>
            </p:cNvPr>
            <p:cNvPicPr>
              <a:picLocks noChangeAspect="1"/>
            </p:cNvPicPr>
            <p:nvPr/>
          </p:nvPicPr>
          <p:blipFill>
            <a:blip r:embed="rId4"/>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45DA43A8-EED4-4B9A-594A-AD19E5908B39}"/>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03266979-A2E5-C534-8853-20B3CF0265DA}"/>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391D5550-BA56-3B3A-DA6B-88F987830A4F}"/>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5B4325E4-2470-A35E-FE44-02CB8FCDA2FE}"/>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11EDCE77-093A-4C62-A72B-B36E384F746F}"/>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E39222F8-2C72-68E5-8ED9-266091FA28C8}"/>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F49032AB-3FF8-C426-347F-66384AEDAAAC}"/>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B1B0BB10-AB4D-09EB-EA64-E178E35B2BEC}"/>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8E14B4D7-CC78-E677-7BB2-CB34831DB44F}"/>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B5910E4B-E46D-D167-BAC3-50B9409D0E21}"/>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6BFCCA07-28AF-FE4B-0420-C241BD09912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17" name="직사각형 16">
            <a:extLst>
              <a:ext uri="{FF2B5EF4-FFF2-40B4-BE49-F238E27FC236}">
                <a16:creationId xmlns:a16="http://schemas.microsoft.com/office/drawing/2014/main" id="{BB832463-66A5-DCDC-14CF-1A8669626573}"/>
              </a:ext>
            </a:extLst>
          </p:cNvPr>
          <p:cNvSpPr>
            <a:spLocks noGrp="1" noRot="1" noMove="1" noResize="1" noEditPoints="1" noAdjustHandles="1" noChangeArrowheads="1" noChangeShapeType="1"/>
          </p:cNvSpPr>
          <p:nvPr/>
        </p:nvSpPr>
        <p:spPr>
          <a:xfrm>
            <a:off x="183398" y="567473"/>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직사각형 43">
            <a:extLst>
              <a:ext uri="{FF2B5EF4-FFF2-40B4-BE49-F238E27FC236}">
                <a16:creationId xmlns:a16="http://schemas.microsoft.com/office/drawing/2014/main" id="{3E638049-DDB4-F593-315C-1A067E3B0D8B}"/>
              </a:ext>
            </a:extLst>
          </p:cNvPr>
          <p:cNvSpPr/>
          <p:nvPr/>
        </p:nvSpPr>
        <p:spPr>
          <a:xfrm>
            <a:off x="8773255" y="1929991"/>
            <a:ext cx="962979"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5" name="연결선: 꺾임 44">
            <a:extLst>
              <a:ext uri="{FF2B5EF4-FFF2-40B4-BE49-F238E27FC236}">
                <a16:creationId xmlns:a16="http://schemas.microsoft.com/office/drawing/2014/main" id="{1E81B361-4593-AF14-E07C-FFEE08828933}"/>
              </a:ext>
            </a:extLst>
          </p:cNvPr>
          <p:cNvCxnSpPr>
            <a:cxnSpLocks/>
            <a:stCxn id="44" idx="1"/>
            <a:endCxn id="46" idx="0"/>
          </p:cNvCxnSpPr>
          <p:nvPr/>
        </p:nvCxnSpPr>
        <p:spPr>
          <a:xfrm rot="10800000" flipV="1">
            <a:off x="5771833" y="2048651"/>
            <a:ext cx="3001422" cy="684058"/>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사각형: 둥근 모서리 45">
            <a:extLst>
              <a:ext uri="{FF2B5EF4-FFF2-40B4-BE49-F238E27FC236}">
                <a16:creationId xmlns:a16="http://schemas.microsoft.com/office/drawing/2014/main" id="{FC351A36-19BF-99CC-2CCE-25DE0103727F}"/>
              </a:ext>
            </a:extLst>
          </p:cNvPr>
          <p:cNvSpPr/>
          <p:nvPr/>
        </p:nvSpPr>
        <p:spPr>
          <a:xfrm>
            <a:off x="3773199" y="2732709"/>
            <a:ext cx="3997268" cy="2326289"/>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7" name="TextBox 46">
            <a:extLst>
              <a:ext uri="{FF2B5EF4-FFF2-40B4-BE49-F238E27FC236}">
                <a16:creationId xmlns:a16="http://schemas.microsoft.com/office/drawing/2014/main" id="{307521A4-6E3E-9324-509C-A0B5AF6723CC}"/>
              </a:ext>
            </a:extLst>
          </p:cNvPr>
          <p:cNvSpPr txBox="1"/>
          <p:nvPr/>
        </p:nvSpPr>
        <p:spPr>
          <a:xfrm>
            <a:off x="3849140" y="2820317"/>
            <a:ext cx="1558255" cy="277838"/>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nvGrpSpPr>
          <p:cNvPr id="48" name="그룹 47">
            <a:extLst>
              <a:ext uri="{FF2B5EF4-FFF2-40B4-BE49-F238E27FC236}">
                <a16:creationId xmlns:a16="http://schemas.microsoft.com/office/drawing/2014/main" id="{02AC2AB0-E67C-960A-694A-94638973A331}"/>
              </a:ext>
            </a:extLst>
          </p:cNvPr>
          <p:cNvGrpSpPr/>
          <p:nvPr/>
        </p:nvGrpSpPr>
        <p:grpSpPr>
          <a:xfrm>
            <a:off x="4644978" y="3464132"/>
            <a:ext cx="2865464" cy="171209"/>
            <a:chOff x="4707336" y="2163724"/>
            <a:chExt cx="2865464" cy="171209"/>
          </a:xfrm>
        </p:grpSpPr>
        <p:sp>
          <p:nvSpPr>
            <p:cNvPr id="49" name="사각형: 둥근 모서리 48">
              <a:extLst>
                <a:ext uri="{FF2B5EF4-FFF2-40B4-BE49-F238E27FC236}">
                  <a16:creationId xmlns:a16="http://schemas.microsoft.com/office/drawing/2014/main" id="{7F975E12-BB80-B8EE-1DE3-DCDB5FAA0B6D}"/>
                </a:ext>
              </a:extLst>
            </p:cNvPr>
            <p:cNvSpPr/>
            <p:nvPr/>
          </p:nvSpPr>
          <p:spPr>
            <a:xfrm>
              <a:off x="4707336" y="2165656"/>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성함을 입력해주세요</a:t>
              </a:r>
            </a:p>
          </p:txBody>
        </p:sp>
        <p:sp>
          <p:nvSpPr>
            <p:cNvPr id="50" name="TextBox 49">
              <a:extLst>
                <a:ext uri="{FF2B5EF4-FFF2-40B4-BE49-F238E27FC236}">
                  <a16:creationId xmlns:a16="http://schemas.microsoft.com/office/drawing/2014/main" id="{D28BB1D2-C02D-A158-6905-B5831C8CA3F0}"/>
                </a:ext>
              </a:extLst>
            </p:cNvPr>
            <p:cNvSpPr txBox="1"/>
            <p:nvPr/>
          </p:nvSpPr>
          <p:spPr>
            <a:xfrm>
              <a:off x="7076975" y="216372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0/10 </a:t>
              </a:r>
              <a:r>
                <a:rPr lang="ko-KR" altLang="en-US" sz="500" dirty="0">
                  <a:solidFill>
                    <a:schemeClr val="bg1">
                      <a:lumMod val="50000"/>
                    </a:schemeClr>
                  </a:solidFill>
                </a:rPr>
                <a:t>자</a:t>
              </a:r>
            </a:p>
          </p:txBody>
        </p:sp>
      </p:grpSp>
      <p:grpSp>
        <p:nvGrpSpPr>
          <p:cNvPr id="51" name="그룹 50">
            <a:extLst>
              <a:ext uri="{FF2B5EF4-FFF2-40B4-BE49-F238E27FC236}">
                <a16:creationId xmlns:a16="http://schemas.microsoft.com/office/drawing/2014/main" id="{04645635-50B9-1888-3C16-2D038C408462}"/>
              </a:ext>
            </a:extLst>
          </p:cNvPr>
          <p:cNvGrpSpPr/>
          <p:nvPr/>
        </p:nvGrpSpPr>
        <p:grpSpPr>
          <a:xfrm>
            <a:off x="5271586" y="4737319"/>
            <a:ext cx="769035" cy="187679"/>
            <a:chOff x="5216720" y="3677787"/>
            <a:chExt cx="769035" cy="187679"/>
          </a:xfrm>
        </p:grpSpPr>
        <p:sp>
          <p:nvSpPr>
            <p:cNvPr id="52" name="사각형: 둥근 모서리 51">
              <a:extLst>
                <a:ext uri="{FF2B5EF4-FFF2-40B4-BE49-F238E27FC236}">
                  <a16:creationId xmlns:a16="http://schemas.microsoft.com/office/drawing/2014/main" id="{3163DD24-78E6-5E91-D7B5-721FA3D0426D}"/>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53" name="사각형: 둥근 모서리 52">
              <a:extLst>
                <a:ext uri="{FF2B5EF4-FFF2-40B4-BE49-F238E27FC236}">
                  <a16:creationId xmlns:a16="http://schemas.microsoft.com/office/drawing/2014/main" id="{DC10E410-BBAE-616F-1346-3778996C01B1}"/>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등록</a:t>
              </a:r>
            </a:p>
          </p:txBody>
        </p:sp>
      </p:grpSp>
      <p:graphicFrame>
        <p:nvGraphicFramePr>
          <p:cNvPr id="54" name="표 53">
            <a:extLst>
              <a:ext uri="{FF2B5EF4-FFF2-40B4-BE49-F238E27FC236}">
                <a16:creationId xmlns:a16="http://schemas.microsoft.com/office/drawing/2014/main" id="{24B2041F-47C0-3E50-4225-AF2CEFA9A584}"/>
              </a:ext>
            </a:extLst>
          </p:cNvPr>
          <p:cNvGraphicFramePr>
            <a:graphicFrameLocks noGrp="1"/>
          </p:cNvGraphicFramePr>
          <p:nvPr>
            <p:extLst>
              <p:ext uri="{D42A27DB-BD31-4B8C-83A1-F6EECF244321}">
                <p14:modId xmlns:p14="http://schemas.microsoft.com/office/powerpoint/2010/main" val="2015151587"/>
              </p:ext>
            </p:extLst>
          </p:nvPr>
        </p:nvGraphicFramePr>
        <p:xfrm>
          <a:off x="3941919" y="3136977"/>
          <a:ext cx="3492620" cy="1106267"/>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회원 분류 </a:t>
                      </a:r>
                      <a:r>
                        <a:rPr lang="en-US" altLang="ko-KR" sz="700" kern="1200" dirty="0">
                          <a:solidFill>
                            <a:srgbClr val="FF0000"/>
                          </a:solidFill>
                          <a:latin typeface="+mn-lt"/>
                          <a:ea typeface="+mn-ea"/>
                          <a:cs typeface="+mn-cs"/>
                        </a:rPr>
                        <a:t>*</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655610015"/>
                  </a:ext>
                </a:extLst>
              </a:tr>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600" dirty="0">
                          <a:solidFill>
                            <a:schemeClr val="tx1"/>
                          </a:solidFill>
                          <a:latin typeface="+mj-lt"/>
                        </a:rPr>
                        <a:t>증명서 파일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82195442"/>
                  </a:ext>
                </a:extLst>
              </a:tr>
            </a:tbl>
          </a:graphicData>
        </a:graphic>
      </p:graphicFrame>
      <p:sp>
        <p:nvSpPr>
          <p:cNvPr id="57" name="타원 56">
            <a:extLst>
              <a:ext uri="{FF2B5EF4-FFF2-40B4-BE49-F238E27FC236}">
                <a16:creationId xmlns:a16="http://schemas.microsoft.com/office/drawing/2014/main" id="{4AAA36EB-BF47-99F0-E752-D6DBB3003122}"/>
              </a:ext>
            </a:extLst>
          </p:cNvPr>
          <p:cNvSpPr/>
          <p:nvPr/>
        </p:nvSpPr>
        <p:spPr>
          <a:xfrm>
            <a:off x="3686984" y="2624572"/>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1-1</a:t>
            </a:r>
            <a:endParaRPr lang="ko-KR" altLang="en-US" sz="800" dirty="0">
              <a:latin typeface="Arial Black" panose="020B0A04020102020204" pitchFamily="34" charset="0"/>
            </a:endParaRPr>
          </a:p>
        </p:txBody>
      </p:sp>
      <p:sp>
        <p:nvSpPr>
          <p:cNvPr id="58" name="사각형: 둥근 모서리 57">
            <a:extLst>
              <a:ext uri="{FF2B5EF4-FFF2-40B4-BE49-F238E27FC236}">
                <a16:creationId xmlns:a16="http://schemas.microsoft.com/office/drawing/2014/main" id="{81AA14C6-40AA-5254-FBAA-C662D1B92ADD}"/>
              </a:ext>
            </a:extLst>
          </p:cNvPr>
          <p:cNvSpPr/>
          <p:nvPr/>
        </p:nvSpPr>
        <p:spPr>
          <a:xfrm>
            <a:off x="4644978" y="3749011"/>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 </a:t>
            </a:r>
            <a:r>
              <a:rPr lang="ko-KR" altLang="en-US" sz="600" dirty="0">
                <a:solidFill>
                  <a:schemeClr val="bg1">
                    <a:lumMod val="50000"/>
                  </a:schemeClr>
                </a:solidFill>
                <a:latin typeface="+mj-lt"/>
              </a:rPr>
              <a:t>없이 숫자만 입력해주세요</a:t>
            </a:r>
          </a:p>
        </p:txBody>
      </p:sp>
      <p:grpSp>
        <p:nvGrpSpPr>
          <p:cNvPr id="59" name="그룹 58">
            <a:extLst>
              <a:ext uri="{FF2B5EF4-FFF2-40B4-BE49-F238E27FC236}">
                <a16:creationId xmlns:a16="http://schemas.microsoft.com/office/drawing/2014/main" id="{50445C17-4850-195B-89E7-9E2DBED9C1C1}"/>
              </a:ext>
            </a:extLst>
          </p:cNvPr>
          <p:cNvGrpSpPr/>
          <p:nvPr/>
        </p:nvGrpSpPr>
        <p:grpSpPr>
          <a:xfrm>
            <a:off x="4638262" y="3179166"/>
            <a:ext cx="1253351" cy="184666"/>
            <a:chOff x="8375884" y="3273279"/>
            <a:chExt cx="1253351" cy="184666"/>
          </a:xfrm>
        </p:grpSpPr>
        <p:grpSp>
          <p:nvGrpSpPr>
            <p:cNvPr id="60" name="그룹 59">
              <a:extLst>
                <a:ext uri="{FF2B5EF4-FFF2-40B4-BE49-F238E27FC236}">
                  <a16:creationId xmlns:a16="http://schemas.microsoft.com/office/drawing/2014/main" id="{B27AFCF7-D619-DB63-BED6-C8933E9159F6}"/>
                </a:ext>
              </a:extLst>
            </p:cNvPr>
            <p:cNvGrpSpPr/>
            <p:nvPr/>
          </p:nvGrpSpPr>
          <p:grpSpPr>
            <a:xfrm>
              <a:off x="9038701" y="3273279"/>
              <a:ext cx="590534" cy="184666"/>
              <a:chOff x="9038701" y="3273279"/>
              <a:chExt cx="590534" cy="184666"/>
            </a:xfrm>
          </p:grpSpPr>
          <p:sp>
            <p:nvSpPr>
              <p:cNvPr id="64" name="TextBox 63">
                <a:extLst>
                  <a:ext uri="{FF2B5EF4-FFF2-40B4-BE49-F238E27FC236}">
                    <a16:creationId xmlns:a16="http://schemas.microsoft.com/office/drawing/2014/main" id="{327090F1-4CC1-6369-DDDD-F6907259A9A3}"/>
                  </a:ext>
                </a:extLst>
              </p:cNvPr>
              <p:cNvSpPr txBox="1"/>
              <p:nvPr/>
            </p:nvSpPr>
            <p:spPr>
              <a:xfrm>
                <a:off x="9100349" y="3273279"/>
                <a:ext cx="528886" cy="184666"/>
              </a:xfrm>
              <a:prstGeom prst="rect">
                <a:avLst/>
              </a:prstGeom>
              <a:noFill/>
            </p:spPr>
            <p:txBody>
              <a:bodyPr wrap="square" rtlCol="0">
                <a:spAutoFit/>
              </a:bodyPr>
              <a:lstStyle/>
              <a:p>
                <a:r>
                  <a:rPr lang="ko-KR" altLang="en-US" sz="600" dirty="0"/>
                  <a:t>보호자</a:t>
                </a:r>
              </a:p>
            </p:txBody>
          </p:sp>
          <p:sp>
            <p:nvSpPr>
              <p:cNvPr id="65" name="타원 64">
                <a:extLst>
                  <a:ext uri="{FF2B5EF4-FFF2-40B4-BE49-F238E27FC236}">
                    <a16:creationId xmlns:a16="http://schemas.microsoft.com/office/drawing/2014/main" id="{2C106B49-889C-4123-BEF8-CF09C3799FCE}"/>
                  </a:ext>
                </a:extLst>
              </p:cNvPr>
              <p:cNvSpPr/>
              <p:nvPr/>
            </p:nvSpPr>
            <p:spPr>
              <a:xfrm>
                <a:off x="9038701" y="3316744"/>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grpSp>
          <p:nvGrpSpPr>
            <p:cNvPr id="61" name="그룹 60">
              <a:extLst>
                <a:ext uri="{FF2B5EF4-FFF2-40B4-BE49-F238E27FC236}">
                  <a16:creationId xmlns:a16="http://schemas.microsoft.com/office/drawing/2014/main" id="{A30BBA96-49D4-EA8F-A78C-80FB41219C73}"/>
                </a:ext>
              </a:extLst>
            </p:cNvPr>
            <p:cNvGrpSpPr/>
            <p:nvPr/>
          </p:nvGrpSpPr>
          <p:grpSpPr>
            <a:xfrm>
              <a:off x="8375884" y="3273279"/>
              <a:ext cx="662817" cy="184666"/>
              <a:chOff x="8375884" y="3273279"/>
              <a:chExt cx="662817" cy="184666"/>
            </a:xfrm>
          </p:grpSpPr>
          <p:sp>
            <p:nvSpPr>
              <p:cNvPr id="62" name="타원 61">
                <a:extLst>
                  <a:ext uri="{FF2B5EF4-FFF2-40B4-BE49-F238E27FC236}">
                    <a16:creationId xmlns:a16="http://schemas.microsoft.com/office/drawing/2014/main" id="{B174A06E-1C61-19B9-1C6C-F5790A6B40B0}"/>
                  </a:ext>
                </a:extLst>
              </p:cNvPr>
              <p:cNvSpPr/>
              <p:nvPr/>
            </p:nvSpPr>
            <p:spPr>
              <a:xfrm>
                <a:off x="8375884" y="3316744"/>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63" name="TextBox 62">
                <a:extLst>
                  <a:ext uri="{FF2B5EF4-FFF2-40B4-BE49-F238E27FC236}">
                    <a16:creationId xmlns:a16="http://schemas.microsoft.com/office/drawing/2014/main" id="{27676457-3726-E7C1-851B-D58630678163}"/>
                  </a:ext>
                </a:extLst>
              </p:cNvPr>
              <p:cNvSpPr txBox="1"/>
              <p:nvPr/>
            </p:nvSpPr>
            <p:spPr>
              <a:xfrm>
                <a:off x="8469176" y="3273279"/>
                <a:ext cx="569525" cy="184666"/>
              </a:xfrm>
              <a:prstGeom prst="rect">
                <a:avLst/>
              </a:prstGeom>
              <a:noFill/>
            </p:spPr>
            <p:txBody>
              <a:bodyPr wrap="square" rtlCol="0">
                <a:spAutoFit/>
              </a:bodyPr>
              <a:lstStyle/>
              <a:p>
                <a:r>
                  <a:rPr lang="ko-KR" altLang="en-US" sz="600" dirty="0"/>
                  <a:t>어르신</a:t>
                </a:r>
              </a:p>
            </p:txBody>
          </p:sp>
        </p:grpSp>
      </p:grpSp>
      <p:sp>
        <p:nvSpPr>
          <p:cNvPr id="67" name="TextBox 66">
            <a:extLst>
              <a:ext uri="{FF2B5EF4-FFF2-40B4-BE49-F238E27FC236}">
                <a16:creationId xmlns:a16="http://schemas.microsoft.com/office/drawing/2014/main" id="{25A3322B-2D9C-36E8-E811-2C9CEC0860E7}"/>
              </a:ext>
            </a:extLst>
          </p:cNvPr>
          <p:cNvSpPr txBox="1"/>
          <p:nvPr/>
        </p:nvSpPr>
        <p:spPr>
          <a:xfrm>
            <a:off x="3923615" y="4279306"/>
            <a:ext cx="3482625" cy="369332"/>
          </a:xfrm>
          <a:prstGeom prst="rect">
            <a:avLst/>
          </a:prstGeom>
          <a:noFill/>
        </p:spPr>
        <p:txBody>
          <a:bodyPr wrap="square" rtlCol="0">
            <a:spAutoFit/>
          </a:bodyPr>
          <a:lstStyle/>
          <a:p>
            <a:r>
              <a:rPr lang="en-US" altLang="ko-KR" sz="600" dirty="0">
                <a:solidFill>
                  <a:schemeClr val="accent1"/>
                </a:solidFill>
              </a:rPr>
              <a:t>[ </a:t>
            </a:r>
            <a:r>
              <a:rPr lang="ko-KR" altLang="en-US" sz="600" dirty="0">
                <a:solidFill>
                  <a:schemeClr val="accent1"/>
                </a:solidFill>
              </a:rPr>
              <a:t>증명서 파일 </a:t>
            </a:r>
            <a:r>
              <a:rPr lang="en-US" altLang="ko-KR" sz="600" dirty="0">
                <a:solidFill>
                  <a:schemeClr val="accent1"/>
                </a:solidFill>
              </a:rPr>
              <a:t>] </a:t>
            </a:r>
            <a:br>
              <a:rPr lang="en-US" altLang="ko-KR" sz="600" dirty="0">
                <a:solidFill>
                  <a:schemeClr val="accent1"/>
                </a:solidFill>
              </a:rPr>
            </a:br>
            <a:r>
              <a:rPr lang="en-US" altLang="ko-KR" sz="600" dirty="0">
                <a:solidFill>
                  <a:schemeClr val="accent1"/>
                </a:solidFill>
              </a:rPr>
              <a:t>- </a:t>
            </a:r>
            <a:r>
              <a:rPr lang="ko-KR" altLang="en-US" sz="600" dirty="0">
                <a:solidFill>
                  <a:schemeClr val="accent1"/>
                </a:solidFill>
              </a:rPr>
              <a:t>가족 관계를 인정하는 이미지로</a:t>
            </a:r>
            <a:r>
              <a:rPr lang="en-US" altLang="ko-KR" sz="600" dirty="0">
                <a:solidFill>
                  <a:schemeClr val="accent1"/>
                </a:solidFill>
              </a:rPr>
              <a:t>, </a:t>
            </a:r>
            <a:r>
              <a:rPr lang="ko-KR" altLang="en-US" sz="600" dirty="0">
                <a:solidFill>
                  <a:schemeClr val="accent1"/>
                </a:solidFill>
              </a:rPr>
              <a:t>최대 </a:t>
            </a:r>
            <a:r>
              <a:rPr lang="en-US" altLang="ko-KR" sz="600" dirty="0">
                <a:solidFill>
                  <a:schemeClr val="accent1"/>
                </a:solidFill>
              </a:rPr>
              <a:t>1</a:t>
            </a:r>
            <a:r>
              <a:rPr lang="ko-KR" altLang="en-US" sz="600" dirty="0">
                <a:solidFill>
                  <a:schemeClr val="accent1"/>
                </a:solidFill>
              </a:rPr>
              <a:t>장 등록 가능합니다</a:t>
            </a:r>
            <a:r>
              <a:rPr lang="en-US" altLang="ko-KR" sz="600" dirty="0">
                <a:solidFill>
                  <a:schemeClr val="accent1"/>
                </a:solidFill>
              </a:rPr>
              <a:t>.</a:t>
            </a:r>
          </a:p>
          <a:p>
            <a:r>
              <a:rPr lang="en-US" altLang="ko-KR" sz="600" dirty="0">
                <a:solidFill>
                  <a:schemeClr val="accent1"/>
                </a:solidFill>
              </a:rPr>
              <a:t>- JPG, PNG </a:t>
            </a:r>
            <a:r>
              <a:rPr lang="ko-KR" altLang="en-US" sz="600" dirty="0">
                <a:solidFill>
                  <a:schemeClr val="accent1"/>
                </a:solidFill>
              </a:rPr>
              <a:t>형식의 이미지만 등록 가능하며</a:t>
            </a:r>
            <a:r>
              <a:rPr lang="en-US" altLang="ko-KR" sz="600" dirty="0">
                <a:solidFill>
                  <a:schemeClr val="accent1"/>
                </a:solidFill>
              </a:rPr>
              <a:t>, </a:t>
            </a:r>
            <a:r>
              <a:rPr lang="ko-KR" altLang="en-US" sz="600" dirty="0">
                <a:solidFill>
                  <a:schemeClr val="accent1"/>
                </a:solidFill>
              </a:rPr>
              <a:t>한 장당 최대 </a:t>
            </a:r>
            <a:r>
              <a:rPr lang="en-US" altLang="ko-KR" sz="600" dirty="0">
                <a:solidFill>
                  <a:schemeClr val="accent1"/>
                </a:solidFill>
              </a:rPr>
              <a:t>20MB </a:t>
            </a:r>
            <a:r>
              <a:rPr lang="ko-KR" altLang="en-US" sz="600" dirty="0">
                <a:solidFill>
                  <a:schemeClr val="accent1"/>
                </a:solidFill>
              </a:rPr>
              <a:t>이하 이미지만 등록 가능합니다</a:t>
            </a:r>
            <a:r>
              <a:rPr lang="en-US" altLang="ko-KR" sz="600" dirty="0">
                <a:solidFill>
                  <a:schemeClr val="accent1"/>
                </a:solidFill>
              </a:rPr>
              <a:t>.</a:t>
            </a:r>
            <a:endParaRPr lang="ko-KR" altLang="en-US" sz="600" dirty="0">
              <a:solidFill>
                <a:schemeClr val="accent1"/>
              </a:solidFill>
            </a:endParaRPr>
          </a:p>
        </p:txBody>
      </p:sp>
      <p:grpSp>
        <p:nvGrpSpPr>
          <p:cNvPr id="111" name="그룹 110">
            <a:extLst>
              <a:ext uri="{FF2B5EF4-FFF2-40B4-BE49-F238E27FC236}">
                <a16:creationId xmlns:a16="http://schemas.microsoft.com/office/drawing/2014/main" id="{61EEDD93-225F-385C-F653-159A139FBD8A}"/>
              </a:ext>
            </a:extLst>
          </p:cNvPr>
          <p:cNvGrpSpPr/>
          <p:nvPr/>
        </p:nvGrpSpPr>
        <p:grpSpPr>
          <a:xfrm>
            <a:off x="4641476" y="3867729"/>
            <a:ext cx="1969106" cy="331535"/>
            <a:chOff x="4657896" y="3889862"/>
            <a:chExt cx="1969106" cy="331535"/>
          </a:xfrm>
        </p:grpSpPr>
        <p:sp>
          <p:nvSpPr>
            <p:cNvPr id="66" name="사각형: 둥근 모서리 65">
              <a:hlinkClick r:id="" action="ppaction://noaction"/>
              <a:extLst>
                <a:ext uri="{FF2B5EF4-FFF2-40B4-BE49-F238E27FC236}">
                  <a16:creationId xmlns:a16="http://schemas.microsoft.com/office/drawing/2014/main" id="{E37B06B1-C123-B565-686D-CC159D8C96B1}"/>
                </a:ext>
              </a:extLst>
            </p:cNvPr>
            <p:cNvSpPr/>
            <p:nvPr/>
          </p:nvSpPr>
          <p:spPr>
            <a:xfrm>
              <a:off x="4657896" y="4068074"/>
              <a:ext cx="405135" cy="145993"/>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첨부</a:t>
              </a:r>
            </a:p>
          </p:txBody>
        </p:sp>
        <p:grpSp>
          <p:nvGrpSpPr>
            <p:cNvPr id="110" name="그룹 109">
              <a:extLst>
                <a:ext uri="{FF2B5EF4-FFF2-40B4-BE49-F238E27FC236}">
                  <a16:creationId xmlns:a16="http://schemas.microsoft.com/office/drawing/2014/main" id="{EDCB3683-48D0-27B0-9B23-FC4656D44DB9}"/>
                </a:ext>
              </a:extLst>
            </p:cNvPr>
            <p:cNvGrpSpPr/>
            <p:nvPr/>
          </p:nvGrpSpPr>
          <p:grpSpPr>
            <a:xfrm>
              <a:off x="5128863" y="3889862"/>
              <a:ext cx="1498139" cy="331535"/>
              <a:chOff x="5128863" y="3889862"/>
              <a:chExt cx="1498139" cy="331535"/>
            </a:xfrm>
          </p:grpSpPr>
          <p:cxnSp>
            <p:nvCxnSpPr>
              <p:cNvPr id="69" name="직선 화살표 연결선 68">
                <a:extLst>
                  <a:ext uri="{FF2B5EF4-FFF2-40B4-BE49-F238E27FC236}">
                    <a16:creationId xmlns:a16="http://schemas.microsoft.com/office/drawing/2014/main" id="{62AE9CD1-4C57-71D7-DDFE-DCB2DE750B5D}"/>
                  </a:ext>
                </a:extLst>
              </p:cNvPr>
              <p:cNvCxnSpPr>
                <a:cxnSpLocks/>
              </p:cNvCxnSpPr>
              <p:nvPr/>
            </p:nvCxnSpPr>
            <p:spPr>
              <a:xfrm>
                <a:off x="5128863" y="4142052"/>
                <a:ext cx="4896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05" name="그룹 104">
                <a:extLst>
                  <a:ext uri="{FF2B5EF4-FFF2-40B4-BE49-F238E27FC236}">
                    <a16:creationId xmlns:a16="http://schemas.microsoft.com/office/drawing/2014/main" id="{587FA29D-C5D2-033B-5D67-479AE629CA62}"/>
                  </a:ext>
                </a:extLst>
              </p:cNvPr>
              <p:cNvGrpSpPr/>
              <p:nvPr/>
            </p:nvGrpSpPr>
            <p:grpSpPr>
              <a:xfrm>
                <a:off x="5578208" y="3889862"/>
                <a:ext cx="1048794" cy="331535"/>
                <a:chOff x="5578208" y="3889862"/>
                <a:chExt cx="1048794" cy="331535"/>
              </a:xfrm>
            </p:grpSpPr>
            <p:sp>
              <p:nvSpPr>
                <p:cNvPr id="68" name="TextBox 67">
                  <a:extLst>
                    <a:ext uri="{FF2B5EF4-FFF2-40B4-BE49-F238E27FC236}">
                      <a16:creationId xmlns:a16="http://schemas.microsoft.com/office/drawing/2014/main" id="{4CAC20F5-AEA2-E3AD-EB4B-EC22CCFD862A}"/>
                    </a:ext>
                  </a:extLst>
                </p:cNvPr>
                <p:cNvSpPr txBox="1"/>
                <p:nvPr/>
              </p:nvSpPr>
              <p:spPr>
                <a:xfrm>
                  <a:off x="5578208" y="4036731"/>
                  <a:ext cx="1048794" cy="184666"/>
                </a:xfrm>
                <a:prstGeom prst="rect">
                  <a:avLst/>
                </a:prstGeom>
                <a:noFill/>
              </p:spPr>
              <p:txBody>
                <a:bodyPr wrap="square" rtlCol="0">
                  <a:spAutoFit/>
                </a:bodyPr>
                <a:lstStyle/>
                <a:p>
                  <a:r>
                    <a:rPr lang="en-US" altLang="ko-KR" sz="600" dirty="0"/>
                    <a:t>FileName.jpg</a:t>
                  </a:r>
                  <a:r>
                    <a:rPr lang="ko-KR" altLang="en-US" sz="600" dirty="0"/>
                    <a:t>  </a:t>
                  </a:r>
                  <a:r>
                    <a:rPr lang="ko-KR" altLang="en-US" sz="600" b="1" dirty="0"/>
                    <a:t> </a:t>
                  </a:r>
                  <a:r>
                    <a:rPr lang="en-US" altLang="ko-KR" sz="600" b="1" dirty="0"/>
                    <a:t>[</a:t>
                  </a:r>
                  <a:r>
                    <a:rPr lang="ko-KR" altLang="en-US" sz="600" b="1" dirty="0"/>
                    <a:t> </a:t>
                  </a:r>
                  <a:r>
                    <a:rPr lang="en-US" altLang="ko-KR" sz="600" b="1" dirty="0"/>
                    <a:t>x ] </a:t>
                  </a:r>
                  <a:endParaRPr lang="ko-KR" altLang="en-US" sz="600" b="1" dirty="0"/>
                </a:p>
              </p:txBody>
            </p:sp>
            <p:sp>
              <p:nvSpPr>
                <p:cNvPr id="70" name="직사각형 69">
                  <a:extLst>
                    <a:ext uri="{FF2B5EF4-FFF2-40B4-BE49-F238E27FC236}">
                      <a16:creationId xmlns:a16="http://schemas.microsoft.com/office/drawing/2014/main" id="{B1C80F65-706C-3B92-E579-3824FD17F45A}"/>
                    </a:ext>
                  </a:extLst>
                </p:cNvPr>
                <p:cNvSpPr/>
                <p:nvPr/>
              </p:nvSpPr>
              <p:spPr>
                <a:xfrm>
                  <a:off x="5627170" y="4025420"/>
                  <a:ext cx="822902" cy="195977"/>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1" name="타원 70">
                  <a:extLst>
                    <a:ext uri="{FF2B5EF4-FFF2-40B4-BE49-F238E27FC236}">
                      <a16:creationId xmlns:a16="http://schemas.microsoft.com/office/drawing/2014/main" id="{A6CCE3AB-E6AA-ADE1-8124-AF8A96B9FE46}"/>
                    </a:ext>
                  </a:extLst>
                </p:cNvPr>
                <p:cNvSpPr/>
                <p:nvPr/>
              </p:nvSpPr>
              <p:spPr>
                <a:xfrm>
                  <a:off x="6337317" y="3889862"/>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500" dirty="0">
                      <a:latin typeface="Arial Black" panose="020B0A04020102020204" pitchFamily="34" charset="0"/>
                    </a:rPr>
                    <a:t>1-1-1</a:t>
                  </a:r>
                  <a:endParaRPr lang="ko-KR" altLang="en-US" sz="500" dirty="0">
                    <a:latin typeface="Arial Black" panose="020B0A04020102020204" pitchFamily="34" charset="0"/>
                  </a:endParaRPr>
                </a:p>
              </p:txBody>
            </p:sp>
          </p:grpSp>
        </p:grpSp>
      </p:grpSp>
      <p:sp>
        <p:nvSpPr>
          <p:cNvPr id="72" name="사각형: 둥근 모서리 71">
            <a:extLst>
              <a:ext uri="{FF2B5EF4-FFF2-40B4-BE49-F238E27FC236}">
                <a16:creationId xmlns:a16="http://schemas.microsoft.com/office/drawing/2014/main" id="{3B279863-2CBF-0E1B-428A-AC803D9E5097}"/>
              </a:ext>
            </a:extLst>
          </p:cNvPr>
          <p:cNvSpPr/>
          <p:nvPr/>
        </p:nvSpPr>
        <p:spPr>
          <a:xfrm>
            <a:off x="3803340" y="5406357"/>
            <a:ext cx="3997268" cy="2412706"/>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4" name="TextBox 73">
            <a:extLst>
              <a:ext uri="{FF2B5EF4-FFF2-40B4-BE49-F238E27FC236}">
                <a16:creationId xmlns:a16="http://schemas.microsoft.com/office/drawing/2014/main" id="{4EDAAFAE-EF58-A344-A2D5-7C36FED6DDD6}"/>
              </a:ext>
            </a:extLst>
          </p:cNvPr>
          <p:cNvSpPr txBox="1"/>
          <p:nvPr/>
        </p:nvSpPr>
        <p:spPr>
          <a:xfrm>
            <a:off x="3879281" y="5493965"/>
            <a:ext cx="1558255" cy="277838"/>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nvGrpSpPr>
          <p:cNvPr id="77" name="그룹 76">
            <a:extLst>
              <a:ext uri="{FF2B5EF4-FFF2-40B4-BE49-F238E27FC236}">
                <a16:creationId xmlns:a16="http://schemas.microsoft.com/office/drawing/2014/main" id="{079A1490-7588-6B90-138A-4FFF0EDABFAC}"/>
              </a:ext>
            </a:extLst>
          </p:cNvPr>
          <p:cNvGrpSpPr/>
          <p:nvPr/>
        </p:nvGrpSpPr>
        <p:grpSpPr>
          <a:xfrm>
            <a:off x="4675119" y="5885364"/>
            <a:ext cx="2865464" cy="171209"/>
            <a:chOff x="3902286" y="4231260"/>
            <a:chExt cx="2865464" cy="171209"/>
          </a:xfrm>
        </p:grpSpPr>
        <p:sp>
          <p:nvSpPr>
            <p:cNvPr id="78" name="사각형: 둥근 모서리 77">
              <a:extLst>
                <a:ext uri="{FF2B5EF4-FFF2-40B4-BE49-F238E27FC236}">
                  <a16:creationId xmlns:a16="http://schemas.microsoft.com/office/drawing/2014/main" id="{9D4C159B-6F40-A2C3-5DFF-9DD4ABC96763}"/>
                </a:ext>
              </a:extLst>
            </p:cNvPr>
            <p:cNvSpPr/>
            <p:nvPr/>
          </p:nvSpPr>
          <p:spPr>
            <a:xfrm>
              <a:off x="3902286" y="4233192"/>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rgbClr val="FF0000"/>
                  </a:solidFill>
                  <a:latin typeface="+mj-lt"/>
                </a:rPr>
                <a:t> </a:t>
              </a:r>
              <a:r>
                <a:rPr lang="ko-KR" altLang="en-US" sz="600" dirty="0">
                  <a:solidFill>
                    <a:srgbClr val="FF0000"/>
                  </a:solidFill>
                  <a:latin typeface="+mj-lt"/>
                </a:rPr>
                <a:t>성함을 입력해주세요</a:t>
              </a:r>
            </a:p>
          </p:txBody>
        </p:sp>
        <p:sp>
          <p:nvSpPr>
            <p:cNvPr id="79" name="TextBox 78">
              <a:extLst>
                <a:ext uri="{FF2B5EF4-FFF2-40B4-BE49-F238E27FC236}">
                  <a16:creationId xmlns:a16="http://schemas.microsoft.com/office/drawing/2014/main" id="{573E6944-85C5-4EA9-CC65-F30999D9B4AC}"/>
                </a:ext>
              </a:extLst>
            </p:cNvPr>
            <p:cNvSpPr txBox="1"/>
            <p:nvPr/>
          </p:nvSpPr>
          <p:spPr>
            <a:xfrm>
              <a:off x="6271925" y="4231260"/>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0/10 </a:t>
              </a:r>
              <a:r>
                <a:rPr lang="ko-KR" altLang="en-US" sz="500" dirty="0">
                  <a:solidFill>
                    <a:schemeClr val="bg1">
                      <a:lumMod val="50000"/>
                    </a:schemeClr>
                  </a:solidFill>
                </a:rPr>
                <a:t>자</a:t>
              </a:r>
            </a:p>
          </p:txBody>
        </p:sp>
      </p:grpSp>
      <p:grpSp>
        <p:nvGrpSpPr>
          <p:cNvPr id="80" name="그룹 79">
            <a:extLst>
              <a:ext uri="{FF2B5EF4-FFF2-40B4-BE49-F238E27FC236}">
                <a16:creationId xmlns:a16="http://schemas.microsoft.com/office/drawing/2014/main" id="{6DB690BD-9568-8C1E-C5B3-D2C9A2C92E3B}"/>
              </a:ext>
            </a:extLst>
          </p:cNvPr>
          <p:cNvGrpSpPr/>
          <p:nvPr/>
        </p:nvGrpSpPr>
        <p:grpSpPr>
          <a:xfrm>
            <a:off x="5300186" y="7512818"/>
            <a:ext cx="769035" cy="187679"/>
            <a:chOff x="5216720" y="3677787"/>
            <a:chExt cx="769035" cy="187679"/>
          </a:xfrm>
        </p:grpSpPr>
        <p:sp>
          <p:nvSpPr>
            <p:cNvPr id="81" name="사각형: 둥근 모서리 80">
              <a:extLst>
                <a:ext uri="{FF2B5EF4-FFF2-40B4-BE49-F238E27FC236}">
                  <a16:creationId xmlns:a16="http://schemas.microsoft.com/office/drawing/2014/main" id="{003119EC-3D6D-B4C2-F66C-6102DCB62753}"/>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82" name="사각형: 둥근 모서리 81">
              <a:extLst>
                <a:ext uri="{FF2B5EF4-FFF2-40B4-BE49-F238E27FC236}">
                  <a16:creationId xmlns:a16="http://schemas.microsoft.com/office/drawing/2014/main" id="{CB496331-4FAA-480E-D826-CFAA33669ED4}"/>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등록</a:t>
              </a:r>
            </a:p>
          </p:txBody>
        </p:sp>
      </p:grpSp>
      <p:graphicFrame>
        <p:nvGraphicFramePr>
          <p:cNvPr id="83" name="표 82">
            <a:extLst>
              <a:ext uri="{FF2B5EF4-FFF2-40B4-BE49-F238E27FC236}">
                <a16:creationId xmlns:a16="http://schemas.microsoft.com/office/drawing/2014/main" id="{E89DD562-50A1-AB3E-2CC0-101730F0B0B1}"/>
              </a:ext>
            </a:extLst>
          </p:cNvPr>
          <p:cNvGraphicFramePr>
            <a:graphicFrameLocks noGrp="1"/>
          </p:cNvGraphicFramePr>
          <p:nvPr>
            <p:extLst>
              <p:ext uri="{D42A27DB-BD31-4B8C-83A1-F6EECF244321}">
                <p14:modId xmlns:p14="http://schemas.microsoft.com/office/powerpoint/2010/main" val="349305952"/>
              </p:ext>
            </p:extLst>
          </p:nvPr>
        </p:nvGraphicFramePr>
        <p:xfrm>
          <a:off x="3972060" y="5833656"/>
          <a:ext cx="3492620" cy="1100242"/>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700" dirty="0">
                          <a:solidFill>
                            <a:schemeClr val="tx1"/>
                          </a:solidFill>
                          <a:latin typeface="+mj-lt"/>
                        </a:rPr>
                        <a:t>회원 분류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651727911"/>
                  </a:ext>
                </a:extLst>
              </a:tr>
              <a:tr h="272048">
                <a:tc>
                  <a:txBody>
                    <a:bodyPr/>
                    <a:lstStyle/>
                    <a:p>
                      <a:pPr algn="ctr" latinLnBrk="1"/>
                      <a:r>
                        <a:rPr lang="ko-KR" altLang="en-US" sz="600" dirty="0">
                          <a:solidFill>
                            <a:schemeClr val="tx1"/>
                          </a:solidFill>
                          <a:latin typeface="+mj-lt"/>
                        </a:rPr>
                        <a:t>증명서 파일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82195442"/>
                  </a:ext>
                </a:extLst>
              </a:tr>
            </a:tbl>
          </a:graphicData>
        </a:graphic>
      </p:graphicFrame>
      <p:sp>
        <p:nvSpPr>
          <p:cNvPr id="84" name="타원 83">
            <a:extLst>
              <a:ext uri="{FF2B5EF4-FFF2-40B4-BE49-F238E27FC236}">
                <a16:creationId xmlns:a16="http://schemas.microsoft.com/office/drawing/2014/main" id="{0AB15EAF-5DC5-2237-2FF7-22ED745A1B79}"/>
              </a:ext>
            </a:extLst>
          </p:cNvPr>
          <p:cNvSpPr/>
          <p:nvPr/>
        </p:nvSpPr>
        <p:spPr>
          <a:xfrm>
            <a:off x="3717125" y="529822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a:t>
            </a:r>
            <a:endParaRPr lang="ko-KR" altLang="en-US" sz="800" dirty="0">
              <a:latin typeface="Arial Black" panose="020B0A04020102020204" pitchFamily="34" charset="0"/>
            </a:endParaRPr>
          </a:p>
        </p:txBody>
      </p:sp>
      <p:sp>
        <p:nvSpPr>
          <p:cNvPr id="85" name="사각형: 둥근 모서리 84">
            <a:extLst>
              <a:ext uri="{FF2B5EF4-FFF2-40B4-BE49-F238E27FC236}">
                <a16:creationId xmlns:a16="http://schemas.microsoft.com/office/drawing/2014/main" id="{2CE025FC-F8DD-2A72-5F9F-972CFCA3F797}"/>
              </a:ext>
            </a:extLst>
          </p:cNvPr>
          <p:cNvSpPr/>
          <p:nvPr/>
        </p:nvSpPr>
        <p:spPr>
          <a:xfrm>
            <a:off x="4675119" y="6170243"/>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en-US" altLang="ko-KR" sz="600" dirty="0">
                <a:solidFill>
                  <a:srgbClr val="FF0000"/>
                </a:solidFill>
                <a:latin typeface="+mj-lt"/>
              </a:rPr>
              <a:t>‘-’ </a:t>
            </a:r>
            <a:r>
              <a:rPr lang="ko-KR" altLang="en-US" sz="600" dirty="0">
                <a:solidFill>
                  <a:srgbClr val="FF0000"/>
                </a:solidFill>
                <a:latin typeface="+mj-lt"/>
              </a:rPr>
              <a:t>없이 숫자만 입력해주세요</a:t>
            </a:r>
          </a:p>
        </p:txBody>
      </p:sp>
      <p:grpSp>
        <p:nvGrpSpPr>
          <p:cNvPr id="86" name="그룹 85">
            <a:extLst>
              <a:ext uri="{FF2B5EF4-FFF2-40B4-BE49-F238E27FC236}">
                <a16:creationId xmlns:a16="http://schemas.microsoft.com/office/drawing/2014/main" id="{4F9B5263-C714-B0BE-08AC-1FA3D6E49ACA}"/>
              </a:ext>
            </a:extLst>
          </p:cNvPr>
          <p:cNvGrpSpPr/>
          <p:nvPr/>
        </p:nvGrpSpPr>
        <p:grpSpPr>
          <a:xfrm>
            <a:off x="4668403" y="6448919"/>
            <a:ext cx="1253351" cy="184666"/>
            <a:chOff x="8375884" y="3273279"/>
            <a:chExt cx="1253351" cy="184666"/>
          </a:xfrm>
        </p:grpSpPr>
        <p:grpSp>
          <p:nvGrpSpPr>
            <p:cNvPr id="88" name="그룹 87">
              <a:extLst>
                <a:ext uri="{FF2B5EF4-FFF2-40B4-BE49-F238E27FC236}">
                  <a16:creationId xmlns:a16="http://schemas.microsoft.com/office/drawing/2014/main" id="{977E1A16-6530-91B4-7D42-EFC6035B81EC}"/>
                </a:ext>
              </a:extLst>
            </p:cNvPr>
            <p:cNvGrpSpPr/>
            <p:nvPr/>
          </p:nvGrpSpPr>
          <p:grpSpPr>
            <a:xfrm>
              <a:off x="9038701" y="3273279"/>
              <a:ext cx="590534" cy="184666"/>
              <a:chOff x="9038701" y="3273279"/>
              <a:chExt cx="590534" cy="184666"/>
            </a:xfrm>
          </p:grpSpPr>
          <p:sp>
            <p:nvSpPr>
              <p:cNvPr id="95" name="TextBox 94">
                <a:extLst>
                  <a:ext uri="{FF2B5EF4-FFF2-40B4-BE49-F238E27FC236}">
                    <a16:creationId xmlns:a16="http://schemas.microsoft.com/office/drawing/2014/main" id="{152C6188-4A2D-7D16-5D6E-F1AD1B6F9728}"/>
                  </a:ext>
                </a:extLst>
              </p:cNvPr>
              <p:cNvSpPr txBox="1"/>
              <p:nvPr/>
            </p:nvSpPr>
            <p:spPr>
              <a:xfrm>
                <a:off x="9100349" y="3273279"/>
                <a:ext cx="528886" cy="184666"/>
              </a:xfrm>
              <a:prstGeom prst="rect">
                <a:avLst/>
              </a:prstGeom>
              <a:noFill/>
            </p:spPr>
            <p:txBody>
              <a:bodyPr wrap="square" rtlCol="0">
                <a:spAutoFit/>
              </a:bodyPr>
              <a:lstStyle/>
              <a:p>
                <a:r>
                  <a:rPr lang="ko-KR" altLang="en-US" sz="600" dirty="0"/>
                  <a:t>보호자</a:t>
                </a:r>
              </a:p>
            </p:txBody>
          </p:sp>
          <p:sp>
            <p:nvSpPr>
              <p:cNvPr id="96" name="타원 95">
                <a:extLst>
                  <a:ext uri="{FF2B5EF4-FFF2-40B4-BE49-F238E27FC236}">
                    <a16:creationId xmlns:a16="http://schemas.microsoft.com/office/drawing/2014/main" id="{678F6505-85EE-3A13-C243-2C4C31E4209E}"/>
                  </a:ext>
                </a:extLst>
              </p:cNvPr>
              <p:cNvSpPr/>
              <p:nvPr/>
            </p:nvSpPr>
            <p:spPr>
              <a:xfrm>
                <a:off x="9038701" y="3316744"/>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grpSp>
          <p:nvGrpSpPr>
            <p:cNvPr id="90" name="그룹 89">
              <a:extLst>
                <a:ext uri="{FF2B5EF4-FFF2-40B4-BE49-F238E27FC236}">
                  <a16:creationId xmlns:a16="http://schemas.microsoft.com/office/drawing/2014/main" id="{F57BD14C-6372-43AE-CA37-A2E06967D21B}"/>
                </a:ext>
              </a:extLst>
            </p:cNvPr>
            <p:cNvGrpSpPr/>
            <p:nvPr/>
          </p:nvGrpSpPr>
          <p:grpSpPr>
            <a:xfrm>
              <a:off x="8375884" y="3273279"/>
              <a:ext cx="662817" cy="184666"/>
              <a:chOff x="8375884" y="3273279"/>
              <a:chExt cx="662817" cy="184666"/>
            </a:xfrm>
          </p:grpSpPr>
          <p:sp>
            <p:nvSpPr>
              <p:cNvPr id="91" name="타원 90">
                <a:extLst>
                  <a:ext uri="{FF2B5EF4-FFF2-40B4-BE49-F238E27FC236}">
                    <a16:creationId xmlns:a16="http://schemas.microsoft.com/office/drawing/2014/main" id="{12C5BBCF-380E-40BF-9214-C1EDEB7DA6F7}"/>
                  </a:ext>
                </a:extLst>
              </p:cNvPr>
              <p:cNvSpPr/>
              <p:nvPr/>
            </p:nvSpPr>
            <p:spPr>
              <a:xfrm>
                <a:off x="8375884" y="3316744"/>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94" name="TextBox 93">
                <a:extLst>
                  <a:ext uri="{FF2B5EF4-FFF2-40B4-BE49-F238E27FC236}">
                    <a16:creationId xmlns:a16="http://schemas.microsoft.com/office/drawing/2014/main" id="{F4A404BF-1FF3-34E9-BB25-985EB9255343}"/>
                  </a:ext>
                </a:extLst>
              </p:cNvPr>
              <p:cNvSpPr txBox="1"/>
              <p:nvPr/>
            </p:nvSpPr>
            <p:spPr>
              <a:xfrm>
                <a:off x="8469176" y="3273279"/>
                <a:ext cx="569525" cy="184666"/>
              </a:xfrm>
              <a:prstGeom prst="rect">
                <a:avLst/>
              </a:prstGeom>
              <a:noFill/>
            </p:spPr>
            <p:txBody>
              <a:bodyPr wrap="square" rtlCol="0">
                <a:spAutoFit/>
              </a:bodyPr>
              <a:lstStyle/>
              <a:p>
                <a:r>
                  <a:rPr lang="ko-KR" altLang="en-US" sz="600" dirty="0"/>
                  <a:t>어르신</a:t>
                </a:r>
              </a:p>
            </p:txBody>
          </p:sp>
        </p:grpSp>
      </p:grpSp>
      <p:sp>
        <p:nvSpPr>
          <p:cNvPr id="97" name="사각형: 둥근 모서리 96">
            <a:hlinkClick r:id="" action="ppaction://noaction"/>
            <a:extLst>
              <a:ext uri="{FF2B5EF4-FFF2-40B4-BE49-F238E27FC236}">
                <a16:creationId xmlns:a16="http://schemas.microsoft.com/office/drawing/2014/main" id="{072F276B-AB60-366D-87F5-050B8929EC6A}"/>
              </a:ext>
            </a:extLst>
          </p:cNvPr>
          <p:cNvSpPr/>
          <p:nvPr/>
        </p:nvSpPr>
        <p:spPr>
          <a:xfrm>
            <a:off x="4688037" y="6741722"/>
            <a:ext cx="405135" cy="145993"/>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첨부</a:t>
            </a:r>
          </a:p>
        </p:txBody>
      </p:sp>
      <p:sp>
        <p:nvSpPr>
          <p:cNvPr id="99" name="TextBox 98">
            <a:extLst>
              <a:ext uri="{FF2B5EF4-FFF2-40B4-BE49-F238E27FC236}">
                <a16:creationId xmlns:a16="http://schemas.microsoft.com/office/drawing/2014/main" id="{9BB1C2F7-11F7-E262-37D9-BD81CE70A9A0}"/>
              </a:ext>
            </a:extLst>
          </p:cNvPr>
          <p:cNvSpPr txBox="1"/>
          <p:nvPr/>
        </p:nvSpPr>
        <p:spPr>
          <a:xfrm>
            <a:off x="3982055" y="6993495"/>
            <a:ext cx="3482625" cy="369332"/>
          </a:xfrm>
          <a:prstGeom prst="rect">
            <a:avLst/>
          </a:prstGeom>
          <a:noFill/>
        </p:spPr>
        <p:txBody>
          <a:bodyPr wrap="square" rtlCol="0">
            <a:spAutoFit/>
          </a:bodyPr>
          <a:lstStyle/>
          <a:p>
            <a:r>
              <a:rPr lang="en-US" altLang="ko-KR" sz="600" dirty="0">
                <a:solidFill>
                  <a:schemeClr val="accent1"/>
                </a:solidFill>
              </a:rPr>
              <a:t>[ </a:t>
            </a:r>
            <a:r>
              <a:rPr lang="ko-KR" altLang="en-US" sz="600" dirty="0">
                <a:solidFill>
                  <a:schemeClr val="accent1"/>
                </a:solidFill>
              </a:rPr>
              <a:t>증명서 파일 </a:t>
            </a:r>
            <a:r>
              <a:rPr lang="en-US" altLang="ko-KR" sz="600" dirty="0">
                <a:solidFill>
                  <a:schemeClr val="accent1"/>
                </a:solidFill>
              </a:rPr>
              <a:t>] </a:t>
            </a:r>
            <a:br>
              <a:rPr lang="en-US" altLang="ko-KR" sz="600" dirty="0">
                <a:solidFill>
                  <a:schemeClr val="accent1"/>
                </a:solidFill>
              </a:rPr>
            </a:br>
            <a:r>
              <a:rPr lang="en-US" altLang="ko-KR" sz="600" dirty="0">
                <a:solidFill>
                  <a:schemeClr val="accent1"/>
                </a:solidFill>
              </a:rPr>
              <a:t>- </a:t>
            </a:r>
            <a:r>
              <a:rPr lang="ko-KR" altLang="en-US" sz="600" dirty="0">
                <a:solidFill>
                  <a:schemeClr val="accent1"/>
                </a:solidFill>
              </a:rPr>
              <a:t>가족 관계를 인정하는 이미지로</a:t>
            </a:r>
            <a:r>
              <a:rPr lang="en-US" altLang="ko-KR" sz="600" dirty="0">
                <a:solidFill>
                  <a:schemeClr val="accent1"/>
                </a:solidFill>
              </a:rPr>
              <a:t>, </a:t>
            </a:r>
            <a:r>
              <a:rPr lang="ko-KR" altLang="en-US" sz="600" dirty="0">
                <a:solidFill>
                  <a:schemeClr val="accent1"/>
                </a:solidFill>
              </a:rPr>
              <a:t>최대 </a:t>
            </a:r>
            <a:r>
              <a:rPr lang="en-US" altLang="ko-KR" sz="600" dirty="0">
                <a:solidFill>
                  <a:schemeClr val="accent1"/>
                </a:solidFill>
              </a:rPr>
              <a:t>1</a:t>
            </a:r>
            <a:r>
              <a:rPr lang="ko-KR" altLang="en-US" sz="600" dirty="0">
                <a:solidFill>
                  <a:schemeClr val="accent1"/>
                </a:solidFill>
              </a:rPr>
              <a:t>장 등록 가능합니다</a:t>
            </a:r>
            <a:r>
              <a:rPr lang="en-US" altLang="ko-KR" sz="600" dirty="0">
                <a:solidFill>
                  <a:schemeClr val="accent1"/>
                </a:solidFill>
              </a:rPr>
              <a:t>.</a:t>
            </a:r>
          </a:p>
          <a:p>
            <a:r>
              <a:rPr lang="en-US" altLang="ko-KR" sz="600" dirty="0">
                <a:solidFill>
                  <a:schemeClr val="accent1"/>
                </a:solidFill>
              </a:rPr>
              <a:t>- JPG, PNG </a:t>
            </a:r>
            <a:r>
              <a:rPr lang="ko-KR" altLang="en-US" sz="600" dirty="0">
                <a:solidFill>
                  <a:schemeClr val="accent1"/>
                </a:solidFill>
              </a:rPr>
              <a:t>형식의 이미지만 등록 가능하며</a:t>
            </a:r>
            <a:r>
              <a:rPr lang="en-US" altLang="ko-KR" sz="600" dirty="0">
                <a:solidFill>
                  <a:schemeClr val="accent1"/>
                </a:solidFill>
              </a:rPr>
              <a:t>, </a:t>
            </a:r>
            <a:r>
              <a:rPr lang="ko-KR" altLang="en-US" sz="600" dirty="0">
                <a:solidFill>
                  <a:schemeClr val="accent1"/>
                </a:solidFill>
              </a:rPr>
              <a:t>한 장당 최대 </a:t>
            </a:r>
            <a:r>
              <a:rPr lang="en-US" altLang="ko-KR" sz="600" dirty="0">
                <a:solidFill>
                  <a:schemeClr val="accent1"/>
                </a:solidFill>
              </a:rPr>
              <a:t>20MB </a:t>
            </a:r>
            <a:r>
              <a:rPr lang="ko-KR" altLang="en-US" sz="600" dirty="0">
                <a:solidFill>
                  <a:schemeClr val="accent1"/>
                </a:solidFill>
              </a:rPr>
              <a:t>이하 이미지만 등록 가능합니다</a:t>
            </a:r>
            <a:r>
              <a:rPr lang="en-US" altLang="ko-KR" sz="600" dirty="0">
                <a:solidFill>
                  <a:schemeClr val="accent1"/>
                </a:solidFill>
              </a:rPr>
              <a:t>.</a:t>
            </a:r>
            <a:endParaRPr lang="ko-KR" altLang="en-US" sz="600" dirty="0">
              <a:solidFill>
                <a:schemeClr val="accent1"/>
              </a:solidFill>
            </a:endParaRPr>
          </a:p>
        </p:txBody>
      </p:sp>
      <p:sp>
        <p:nvSpPr>
          <p:cNvPr id="101" name="TextBox 100">
            <a:extLst>
              <a:ext uri="{FF2B5EF4-FFF2-40B4-BE49-F238E27FC236}">
                <a16:creationId xmlns:a16="http://schemas.microsoft.com/office/drawing/2014/main" id="{DCBB2CCD-2B12-04A5-0634-67D0A929391A}"/>
              </a:ext>
            </a:extLst>
          </p:cNvPr>
          <p:cNvSpPr txBox="1"/>
          <p:nvPr/>
        </p:nvSpPr>
        <p:spPr>
          <a:xfrm>
            <a:off x="5066978" y="6719312"/>
            <a:ext cx="1650116" cy="184666"/>
          </a:xfrm>
          <a:prstGeom prst="rect">
            <a:avLst/>
          </a:prstGeom>
          <a:noFill/>
        </p:spPr>
        <p:txBody>
          <a:bodyPr wrap="square" rtlCol="0">
            <a:spAutoFit/>
          </a:bodyPr>
          <a:lstStyle/>
          <a:p>
            <a:r>
              <a:rPr lang="ko-KR" altLang="en-US" sz="600" dirty="0">
                <a:solidFill>
                  <a:srgbClr val="FF0000"/>
                </a:solidFill>
              </a:rPr>
              <a:t>증명할 수 있는 이미지를 업로드 해주세요</a:t>
            </a:r>
            <a:r>
              <a:rPr lang="en-US" altLang="ko-KR" sz="600" dirty="0">
                <a:solidFill>
                  <a:srgbClr val="FF0000"/>
                </a:solidFill>
              </a:rPr>
              <a:t>. </a:t>
            </a:r>
            <a:endParaRPr lang="ko-KR" altLang="en-US" sz="600" dirty="0">
              <a:solidFill>
                <a:srgbClr val="FF0000"/>
              </a:solidFill>
            </a:endParaRPr>
          </a:p>
        </p:txBody>
      </p:sp>
      <p:graphicFrame>
        <p:nvGraphicFramePr>
          <p:cNvPr id="102" name="표 101">
            <a:extLst>
              <a:ext uri="{FF2B5EF4-FFF2-40B4-BE49-F238E27FC236}">
                <a16:creationId xmlns:a16="http://schemas.microsoft.com/office/drawing/2014/main" id="{5F972447-AA6E-22D7-3732-7A620DBBA9B7}"/>
              </a:ext>
            </a:extLst>
          </p:cNvPr>
          <p:cNvGraphicFramePr>
            <a:graphicFrameLocks noGrp="1"/>
          </p:cNvGraphicFramePr>
          <p:nvPr>
            <p:extLst>
              <p:ext uri="{D42A27DB-BD31-4B8C-83A1-F6EECF244321}">
                <p14:modId xmlns:p14="http://schemas.microsoft.com/office/powerpoint/2010/main" val="1226607818"/>
              </p:ext>
            </p:extLst>
          </p:nvPr>
        </p:nvGraphicFramePr>
        <p:xfrm>
          <a:off x="10020525" y="766847"/>
          <a:ext cx="1997267" cy="305664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회원 추가 </a:t>
                      </a:r>
                      <a:r>
                        <a:rPr kumimoji="0" lang="ko-KR" altLang="en-US" sz="1000" b="1"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모달</a:t>
                      </a: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06404">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신규 회원 등록 필드</a:t>
                      </a:r>
                      <a:r>
                        <a:rPr lang="en-US" altLang="ko-KR" sz="1000" b="1" spc="0" baseline="0" dirty="0">
                          <a:solidFill>
                            <a:schemeClr val="tx1"/>
                          </a:solidFill>
                          <a:latin typeface="나눔고딕" panose="020D0604000000000000" pitchFamily="50" charset="-127"/>
                          <a:ea typeface="나눔고딕" panose="020D0604000000000000" pitchFamily="50" charset="-127"/>
                        </a:rPr>
                        <a:t>(</a:t>
                      </a:r>
                      <a:r>
                        <a:rPr lang="ko-KR" altLang="en-US" sz="1000" b="1" spc="0" baseline="0" dirty="0">
                          <a:solidFill>
                            <a:schemeClr val="tx1"/>
                          </a:solidFill>
                          <a:latin typeface="나눔고딕" panose="020D0604000000000000" pitchFamily="50" charset="-127"/>
                          <a:ea typeface="나눔고딕" panose="020D0604000000000000" pitchFamily="50" charset="-127"/>
                        </a:rPr>
                        <a:t>보호자</a:t>
                      </a:r>
                      <a:r>
                        <a:rPr lang="en-US" altLang="ko-KR" sz="1000" b="1" spc="0" baseline="0" dirty="0">
                          <a:solidFill>
                            <a:schemeClr val="tx1"/>
                          </a:solidFill>
                          <a:latin typeface="나눔고딕" panose="020D0604000000000000" pitchFamily="50" charset="-127"/>
                          <a:ea typeface="나눔고딕" panose="020D0604000000000000" pitchFamily="50" charset="-127"/>
                        </a:rPr>
                        <a:t>)</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회원 분류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어르신</a:t>
                      </a:r>
                      <a:r>
                        <a:rPr lang="en-US" altLang="ko-KR" sz="800" b="0" spc="0" baseline="0" dirty="0">
                          <a:solidFill>
                            <a:schemeClr val="tx1"/>
                          </a:solidFill>
                          <a:latin typeface="나눔고딕" panose="020D0604000000000000" pitchFamily="50" charset="-127"/>
                          <a:ea typeface="나눔고딕" panose="020D0604000000000000" pitchFamily="50" charset="-127"/>
                        </a:rPr>
                        <a:t>(Default),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선택</a:t>
                      </a:r>
                      <a:r>
                        <a:rPr lang="en-US" altLang="ko-KR" sz="800" b="0" spc="0" baseline="0" dirty="0">
                          <a:solidFill>
                            <a:schemeClr val="tx1"/>
                          </a:solidFill>
                          <a:latin typeface="나눔고딕" panose="020D0604000000000000" pitchFamily="50" charset="-127"/>
                          <a:ea typeface="나눔고딕" panose="020D0604000000000000" pitchFamily="50" charset="-127"/>
                        </a:rPr>
                        <a:t>, radio </a:t>
                      </a:r>
                      <a:r>
                        <a:rPr lang="ko-KR" altLang="en-US" sz="800" b="0" spc="0" baseline="0" dirty="0" err="1">
                          <a:solidFill>
                            <a:schemeClr val="tx1"/>
                          </a:solidFill>
                          <a:latin typeface="나눔고딕" panose="020D0604000000000000" pitchFamily="50" charset="-127"/>
                          <a:ea typeface="나눔고딕" panose="020D0604000000000000" pitchFamily="50" charset="-127"/>
                        </a:rPr>
                        <a:t>선택자</a:t>
                      </a:r>
                      <a:r>
                        <a:rPr lang="ko-KR" altLang="en-US"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성함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성함 </a:t>
                      </a:r>
                      <a:r>
                        <a:rPr lang="en-US" altLang="ko-KR" sz="800" b="0" spc="0" baseline="0" dirty="0">
                          <a:solidFill>
                            <a:schemeClr val="tx1"/>
                          </a:solidFill>
                          <a:latin typeface="나눔고딕" panose="020D0604000000000000" pitchFamily="50" charset="-127"/>
                          <a:ea typeface="나눔고딕" panose="020D0604000000000000" pitchFamily="50" charset="-127"/>
                        </a:rPr>
                        <a:t>10</a:t>
                      </a:r>
                      <a:r>
                        <a:rPr lang="ko-KR" altLang="en-US" sz="800" b="0" spc="0" baseline="0" dirty="0">
                          <a:solidFill>
                            <a:schemeClr val="tx1"/>
                          </a:solidFill>
                          <a:latin typeface="나눔고딕" panose="020D0604000000000000" pitchFamily="50" charset="-127"/>
                          <a:ea typeface="나눔고딕" panose="020D0604000000000000" pitchFamily="50" charset="-127"/>
                        </a:rPr>
                        <a:t>자 제한</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연락처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연락처</a:t>
                      </a:r>
                      <a:r>
                        <a:rPr lang="en-US" altLang="ko-KR" sz="800" b="0" spc="0" baseline="0" dirty="0">
                          <a:solidFill>
                            <a:schemeClr val="tx1"/>
                          </a:solidFill>
                          <a:latin typeface="나눔고딕" panose="020D0604000000000000" pitchFamily="50" charset="-127"/>
                          <a:ea typeface="나눔고딕" panose="020D0604000000000000" pitchFamily="50" charset="-127"/>
                        </a:rPr>
                        <a:t>. Number</a:t>
                      </a:r>
                      <a:r>
                        <a:rPr lang="ko-KR" altLang="en-US"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only</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파일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증명서 파일 업로드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20mb </a:t>
                      </a:r>
                      <a:r>
                        <a:rPr lang="ko-KR" altLang="en-US" sz="800" b="0" spc="0" baseline="0" dirty="0">
                          <a:solidFill>
                            <a:schemeClr val="tx1"/>
                          </a:solidFill>
                          <a:latin typeface="나눔고딕" panose="020D0604000000000000" pitchFamily="50" charset="-127"/>
                          <a:ea typeface="나눔고딕" panose="020D0604000000000000" pitchFamily="50" charset="-127"/>
                        </a:rPr>
                        <a:t>제한</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err="1">
                          <a:solidFill>
                            <a:schemeClr val="tx1"/>
                          </a:solidFill>
                          <a:latin typeface="나눔고딕" panose="020D0604000000000000" pitchFamily="50" charset="-127"/>
                          <a:ea typeface="나눔고딕" panose="020D0604000000000000" pitchFamily="50" charset="-127"/>
                        </a:rPr>
                        <a:t>png</a:t>
                      </a:r>
                      <a:r>
                        <a:rPr lang="en-US" altLang="ko-KR" sz="800" b="0" spc="0" baseline="0" dirty="0">
                          <a:solidFill>
                            <a:schemeClr val="tx1"/>
                          </a:solidFill>
                          <a:latin typeface="나눔고딕" panose="020D0604000000000000" pitchFamily="50" charset="-127"/>
                          <a:ea typeface="나눔고딕" panose="020D0604000000000000" pitchFamily="50" charset="-127"/>
                        </a:rPr>
                        <a:t>, jpg, jpeg </a:t>
                      </a:r>
                      <a:r>
                        <a:rPr lang="ko-KR" altLang="en-US" sz="800" b="0" spc="0" baseline="0" dirty="0">
                          <a:solidFill>
                            <a:schemeClr val="tx1"/>
                          </a:solidFill>
                          <a:latin typeface="나눔고딕" panose="020D0604000000000000" pitchFamily="50" charset="-127"/>
                          <a:ea typeface="나눔고딕" panose="020D0604000000000000" pitchFamily="50" charset="-127"/>
                        </a:rPr>
                        <a:t>가능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닫기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팝업 닫기</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등록 </a:t>
                      </a:r>
                      <a:r>
                        <a:rPr lang="en-US" altLang="ko-KR" sz="800" b="0" spc="0" baseline="0" dirty="0">
                          <a:solidFill>
                            <a:schemeClr val="tx1"/>
                          </a:solidFill>
                          <a:latin typeface="나눔고딕" panose="020D0604000000000000" pitchFamily="50" charset="-127"/>
                          <a:ea typeface="나눔고딕" panose="020D0604000000000000" pitchFamily="50" charset="-127"/>
                        </a:rPr>
                        <a:t>: validation </a:t>
                      </a:r>
                      <a:r>
                        <a:rPr lang="ko-KR" altLang="en-US" sz="800" b="0" spc="0" baseline="0" dirty="0">
                          <a:solidFill>
                            <a:schemeClr val="tx1"/>
                          </a:solidFill>
                          <a:latin typeface="나눔고딕" panose="020D0604000000000000" pitchFamily="50" charset="-127"/>
                          <a:ea typeface="나눔고딕" panose="020D0604000000000000" pitchFamily="50" charset="-127"/>
                        </a:rPr>
                        <a:t>검사 및 등록 처리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36965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신규 회원 등록 필드 입력 실패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a:solidFill>
                            <a:schemeClr val="tx1"/>
                          </a:solidFill>
                          <a:latin typeface="나눔고딕" panose="020D0604000000000000" pitchFamily="50" charset="-127"/>
                          <a:ea typeface="나눔고딕" panose="020D0604000000000000" pitchFamily="50" charset="-127"/>
                        </a:rPr>
                        <a:t>validation </a:t>
                      </a:r>
                      <a:r>
                        <a:rPr lang="ko-KR" altLang="en-US" sz="800" b="0" spc="0" baseline="0" dirty="0">
                          <a:solidFill>
                            <a:schemeClr val="tx1"/>
                          </a:solidFill>
                          <a:latin typeface="나눔고딕" panose="020D0604000000000000" pitchFamily="50" charset="-127"/>
                          <a:ea typeface="나눔고딕" panose="020D0604000000000000" pitchFamily="50" charset="-127"/>
                        </a:rPr>
                        <a:t>실패 시 실패한 입력 칸 </a:t>
                      </a:r>
                      <a:r>
                        <a:rPr lang="en-US" altLang="ko-KR" sz="800" b="0" spc="0" baseline="0" dirty="0">
                          <a:solidFill>
                            <a:schemeClr val="tx1"/>
                          </a:solidFill>
                          <a:latin typeface="나눔고딕" panose="020D0604000000000000" pitchFamily="50" charset="-127"/>
                          <a:ea typeface="나눔고딕" panose="020D0604000000000000" pitchFamily="50" charset="-127"/>
                        </a:rPr>
                        <a:t>focus</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파일 업로드 오류 시 </a:t>
                      </a:r>
                      <a:r>
                        <a:rPr lang="en-US" altLang="ko-KR" sz="800" b="0" spc="0" baseline="0" dirty="0">
                          <a:solidFill>
                            <a:schemeClr val="tx1"/>
                          </a:solidFill>
                          <a:latin typeface="나눔고딕" panose="020D0604000000000000" pitchFamily="50" charset="-127"/>
                          <a:ea typeface="나눔고딕" panose="020D0604000000000000" pitchFamily="50" charset="-127"/>
                        </a:rPr>
                        <a:t>(2-1) </a:t>
                      </a:r>
                      <a:r>
                        <a:rPr lang="ko-KR" altLang="en-US" sz="800" b="0" spc="0" baseline="0" dirty="0">
                          <a:solidFill>
                            <a:schemeClr val="tx1"/>
                          </a:solidFill>
                          <a:latin typeface="나눔고딕" panose="020D0604000000000000" pitchFamily="50" charset="-127"/>
                          <a:ea typeface="나눔고딕" panose="020D0604000000000000" pitchFamily="50" charset="-127"/>
                        </a:rPr>
                        <a:t>출력</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안내문구 색깔 변경</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36965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업로드 안내 문구</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허용 가능한 용량을 초과했습니다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잘못된 파일 형식입니다</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네트워크 오류</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잠시 후 다시 시도해주세요</a:t>
                      </a:r>
                      <a:r>
                        <a:rPr lang="en-US" altLang="ko-KR" sz="800" b="0" spc="0" baseline="0" dirty="0">
                          <a:solidFill>
                            <a:schemeClr val="tx1"/>
                          </a:solidFill>
                          <a:latin typeface="나눔고딕" panose="020D0604000000000000" pitchFamily="50" charset="-127"/>
                          <a:ea typeface="나눔고딕" panose="020D0604000000000000" pitchFamily="50" charset="-127"/>
                        </a:rPr>
                        <a:t>.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3888797"/>
                  </a:ext>
                </a:extLst>
              </a:tr>
            </a:tbl>
          </a:graphicData>
        </a:graphic>
      </p:graphicFrame>
      <p:grpSp>
        <p:nvGrpSpPr>
          <p:cNvPr id="113" name="그룹 112">
            <a:extLst>
              <a:ext uri="{FF2B5EF4-FFF2-40B4-BE49-F238E27FC236}">
                <a16:creationId xmlns:a16="http://schemas.microsoft.com/office/drawing/2014/main" id="{4693EE9F-51FE-EA88-09BA-F700953A6679}"/>
              </a:ext>
            </a:extLst>
          </p:cNvPr>
          <p:cNvGrpSpPr/>
          <p:nvPr/>
        </p:nvGrpSpPr>
        <p:grpSpPr>
          <a:xfrm>
            <a:off x="7879035" y="5517880"/>
            <a:ext cx="2583800" cy="652363"/>
            <a:chOff x="4095782" y="523450"/>
            <a:chExt cx="2583800" cy="652363"/>
          </a:xfrm>
        </p:grpSpPr>
        <p:sp>
          <p:nvSpPr>
            <p:cNvPr id="114" name="사각형: 둥근 모서리 113">
              <a:extLst>
                <a:ext uri="{FF2B5EF4-FFF2-40B4-BE49-F238E27FC236}">
                  <a16:creationId xmlns:a16="http://schemas.microsoft.com/office/drawing/2014/main" id="{11D49EBB-925B-2F69-54F7-11F56051F0E7}"/>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5" name="직사각형 114">
              <a:extLst>
                <a:ext uri="{FF2B5EF4-FFF2-40B4-BE49-F238E27FC236}">
                  <a16:creationId xmlns:a16="http://schemas.microsoft.com/office/drawing/2014/main" id="{619962F0-2583-7DF5-6FDB-2D4A4E517A65}"/>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116" name="사각형: 둥근 모서리 115">
              <a:extLst>
                <a:ext uri="{FF2B5EF4-FFF2-40B4-BE49-F238E27FC236}">
                  <a16:creationId xmlns:a16="http://schemas.microsoft.com/office/drawing/2014/main" id="{947532CE-034F-6640-8F04-D14DB412A447}"/>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117" name="타원 116">
              <a:extLst>
                <a:ext uri="{FF2B5EF4-FFF2-40B4-BE49-F238E27FC236}">
                  <a16:creationId xmlns:a16="http://schemas.microsoft.com/office/drawing/2014/main" id="{F2A0346D-321A-076E-C5B9-B1A60F8975FC}"/>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2-1</a:t>
              </a:r>
              <a:endParaRPr lang="ko-KR" altLang="en-US" sz="800" dirty="0">
                <a:latin typeface="Arial Black" panose="020B0A04020102020204" pitchFamily="34" charset="0"/>
              </a:endParaRPr>
            </a:p>
          </p:txBody>
        </p:sp>
      </p:grpSp>
    </p:spTree>
    <p:extLst>
      <p:ext uri="{BB962C8B-B14F-4D97-AF65-F5344CB8AC3E}">
        <p14:creationId xmlns:p14="http://schemas.microsoft.com/office/powerpoint/2010/main" val="36983493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CBDF4-C22D-975A-EDA8-0B65B7B7B31C}"/>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B8042005-0FD7-24BF-B08D-2F87743171B0}"/>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FF1AAECD-E507-80E6-4BB2-DF2996ECF487}"/>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2385E1DD-4F81-1BC5-7B89-5FB169F2FBC5}"/>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10B06E1A-9F23-347B-A35D-EE594BDCBD9E}"/>
              </a:ext>
            </a:extLst>
          </p:cNvPr>
          <p:cNvSpPr>
            <a:spLocks noGrp="1"/>
          </p:cNvSpPr>
          <p:nvPr>
            <p:ph type="body" sz="quarter" idx="17"/>
          </p:nvPr>
        </p:nvSpPr>
        <p:spPr/>
        <p:txBody>
          <a:bodyPr/>
          <a:lstStyle/>
          <a:p>
            <a:r>
              <a:rPr lang="ko-KR" altLang="en-US" dirty="0"/>
              <a:t>박소은</a:t>
            </a:r>
          </a:p>
        </p:txBody>
      </p:sp>
      <p:sp>
        <p:nvSpPr>
          <p:cNvPr id="55" name="사각형: 둥근 모서리 54">
            <a:extLst>
              <a:ext uri="{FF2B5EF4-FFF2-40B4-BE49-F238E27FC236}">
                <a16:creationId xmlns:a16="http://schemas.microsoft.com/office/drawing/2014/main" id="{0E9BBE0C-CF2E-0A75-BA8B-C5E87BB5C04B}"/>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3AFF7D44-B330-B2A8-3D19-968F332EA30F}"/>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FE00C856-3D29-656A-6CFA-D67D5CD24955}"/>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9B510664-A7A9-2829-2C07-8A99C5D43AB1}"/>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78ED2EFD-907D-8895-121E-2EF1258B8447}"/>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391686DD-81AA-A6FA-8324-AA94A686502F}"/>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8B49D8FD-A150-11AD-55D5-6CFF449E4D97}"/>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3380D1EA-2D4B-9B1C-EE19-285D2620C9B4}"/>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446F3C5D-6F36-081A-2F9A-7DEDB49C0771}"/>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2A9B4D8F-B77B-CAA6-CA97-011690E0E227}"/>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0B6B8E00-2012-B718-0126-AADE4F938C81}"/>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E68A3A6F-FBBF-D4A5-2A98-FF008098A942}"/>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B1B33724-CD85-3B97-CAA9-A139B5A073A2}"/>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0DFB465C-3D54-A1E8-8262-7430D60EE73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EED2589D-7566-6A9D-7599-07FAC1D329BE}"/>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9A769550-2A0D-0C37-D6F0-A78546F014F1}"/>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43143853-01B6-3FFE-5936-601912604B02}"/>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834B68B4-22F8-8C47-5A40-9951CFCD5A0D}"/>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A6341ED6-F884-C57D-215F-E8B06B0C9BFD}"/>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C15D2DEF-9115-6478-FE83-1B259AA74560}"/>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0F745483-AB16-F147-49F6-A5A807E3E7CE}"/>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01" name="그룹 200">
            <a:extLst>
              <a:ext uri="{FF2B5EF4-FFF2-40B4-BE49-F238E27FC236}">
                <a16:creationId xmlns:a16="http://schemas.microsoft.com/office/drawing/2014/main" id="{1B2E8E6E-A167-8DBF-974F-C2DCA34DE751}"/>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BAED9B44-4665-136A-6F8B-9F7BB9B9903A}"/>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EA27B0A1-F399-4CD7-E0A5-D04B43F3F48C}"/>
                </a:ext>
              </a:extLst>
            </p:cNvPr>
            <p:cNvPicPr>
              <a:picLocks noChangeAspect="1"/>
            </p:cNvPicPr>
            <p:nvPr/>
          </p:nvPicPr>
          <p:blipFill>
            <a:blip r:embed="rId4"/>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6FC866AA-8149-ECEA-68B2-753826130A31}"/>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A182E7ED-755B-45E1-AC5C-200C2770E359}"/>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262C38E8-4ABE-E294-29C2-E4F78CEDF029}"/>
                </a:ext>
              </a:extLst>
            </p:cNvPr>
            <p:cNvPicPr>
              <a:picLocks noChangeAspect="1"/>
            </p:cNvPicPr>
            <p:nvPr/>
          </p:nvPicPr>
          <p:blipFill>
            <a:blip r:embed="rId4"/>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02651B3B-1B62-10CE-FE18-EE28D4D47539}"/>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F455297C-6B3D-4237-590D-541D7C0141CD}"/>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43" name="직사각형 242">
            <a:extLst>
              <a:ext uri="{FF2B5EF4-FFF2-40B4-BE49-F238E27FC236}">
                <a16:creationId xmlns:a16="http://schemas.microsoft.com/office/drawing/2014/main" id="{D3B7221F-5313-621C-D23F-850E7B82025E}"/>
              </a:ext>
            </a:extLst>
          </p:cNvPr>
          <p:cNvSpPr/>
          <p:nvPr/>
        </p:nvSpPr>
        <p:spPr>
          <a:xfrm>
            <a:off x="1761990" y="2005519"/>
            <a:ext cx="631192" cy="230832"/>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1" name="타원 240">
            <a:extLst>
              <a:ext uri="{FF2B5EF4-FFF2-40B4-BE49-F238E27FC236}">
                <a16:creationId xmlns:a16="http://schemas.microsoft.com/office/drawing/2014/main" id="{53BD507C-220F-0F78-4619-82758E2CE168}"/>
              </a:ext>
            </a:extLst>
          </p:cNvPr>
          <p:cNvSpPr/>
          <p:nvPr/>
        </p:nvSpPr>
        <p:spPr>
          <a:xfrm>
            <a:off x="1657543" y="188359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DBF7602F-3E0C-AC3C-1AD0-E5ED40CFE093}"/>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D7AB369C-6A2C-659F-D8ED-A92924CCDE38}"/>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A18AE2AD-07B8-B42A-4658-C67116A09D9D}"/>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B52B7E8C-65C5-CF3A-5F8F-32488C07C0C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030B8A85-5A40-BB3D-22AF-0824B842254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35DF3792-3DFE-3D1B-0445-0088A6D7D9C6}"/>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3AFAB759-436C-CE5F-0E2F-D68F54ECD3FC}"/>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E71B02B7-1978-54B9-BC5A-4FB0D00CE1DC}"/>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9330C001-F02B-E5EC-A5EF-3E45B61F54C1}"/>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21" name="왼쪽 중괄호 20">
            <a:extLst>
              <a:ext uri="{FF2B5EF4-FFF2-40B4-BE49-F238E27FC236}">
                <a16:creationId xmlns:a16="http://schemas.microsoft.com/office/drawing/2014/main" id="{860459EC-8424-F252-8E30-403AFF4587C9}"/>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22" name="타원 21">
            <a:extLst>
              <a:ext uri="{FF2B5EF4-FFF2-40B4-BE49-F238E27FC236}">
                <a16:creationId xmlns:a16="http://schemas.microsoft.com/office/drawing/2014/main" id="{D0D2125E-5561-7794-F705-258FB162B2AC}"/>
              </a:ext>
            </a:extLst>
          </p:cNvPr>
          <p:cNvSpPr/>
          <p:nvPr/>
        </p:nvSpPr>
        <p:spPr>
          <a:xfrm>
            <a:off x="1571725" y="273491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graphicFrame>
        <p:nvGraphicFramePr>
          <p:cNvPr id="24" name="표 23">
            <a:extLst>
              <a:ext uri="{FF2B5EF4-FFF2-40B4-BE49-F238E27FC236}">
                <a16:creationId xmlns:a16="http://schemas.microsoft.com/office/drawing/2014/main" id="{021206AD-CF3C-C1F6-3527-FCCAFB3749F2}"/>
              </a:ext>
            </a:extLst>
          </p:cNvPr>
          <p:cNvGraphicFramePr>
            <a:graphicFrameLocks noGrp="1"/>
          </p:cNvGraphicFramePr>
          <p:nvPr>
            <p:extLst>
              <p:ext uri="{D42A27DB-BD31-4B8C-83A1-F6EECF244321}">
                <p14:modId xmlns:p14="http://schemas.microsoft.com/office/powerpoint/2010/main" val="3849294798"/>
              </p:ext>
            </p:extLst>
          </p:nvPr>
        </p:nvGraphicFramePr>
        <p:xfrm>
          <a:off x="10020525" y="754151"/>
          <a:ext cx="1997267" cy="257442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5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관리 목록</a:t>
                      </a:r>
                      <a:endParaRPr kumimoji="0" lang="en-US" altLang="ko-KR" sz="105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3826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회원 수</a:t>
                      </a: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1000" b="1" spc="0" baseline="0" dirty="0">
                          <a:solidFill>
                            <a:schemeClr val="tx1"/>
                          </a:solidFill>
                          <a:latin typeface="나눔고딕" panose="020D0604000000000000" pitchFamily="50" charset="-127"/>
                          <a:ea typeface="나눔고딕" panose="020D0604000000000000" pitchFamily="50" charset="-127"/>
                        </a:rPr>
                        <a:t>유닛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데이터의 총 개수 출력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46986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회원 목록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목록은 </a:t>
                      </a:r>
                      <a:r>
                        <a:rPr lang="en-US" altLang="ko-KR" sz="800" b="0" spc="0" baseline="0" dirty="0">
                          <a:solidFill>
                            <a:schemeClr val="tx1"/>
                          </a:solidFill>
                          <a:latin typeface="나눔고딕" panose="020D0604000000000000" pitchFamily="50" charset="-127"/>
                          <a:ea typeface="나눔고딕" panose="020D0604000000000000" pitchFamily="50" charset="-127"/>
                        </a:rPr>
                        <a:t>30</a:t>
                      </a:r>
                      <a:r>
                        <a:rPr lang="ko-KR" altLang="en-US" sz="800" b="0" spc="0" baseline="0" dirty="0">
                          <a:solidFill>
                            <a:schemeClr val="tx1"/>
                          </a:solidFill>
                          <a:latin typeface="나눔고딕" panose="020D0604000000000000" pitchFamily="50" charset="-127"/>
                          <a:ea typeface="나눔고딕" panose="020D0604000000000000" pitchFamily="50" charset="-127"/>
                        </a:rPr>
                        <a:t>개씩 출력한다</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설계에서는 공간 상 </a:t>
                      </a:r>
                      <a:r>
                        <a:rPr lang="en-US" altLang="ko-KR" sz="800" b="0" spc="0" baseline="0" dirty="0">
                          <a:solidFill>
                            <a:schemeClr val="tx1"/>
                          </a:solidFill>
                          <a:latin typeface="나눔고딕" panose="020D0604000000000000" pitchFamily="50" charset="-127"/>
                          <a:ea typeface="나눔고딕" panose="020D0604000000000000" pitchFamily="50" charset="-127"/>
                        </a:rPr>
                        <a:t>8</a:t>
                      </a:r>
                      <a:r>
                        <a:rPr lang="ko-KR" altLang="en-US" sz="800" b="0" spc="0" baseline="0" dirty="0">
                          <a:solidFill>
                            <a:schemeClr val="tx1"/>
                          </a:solidFill>
                          <a:latin typeface="나눔고딕" panose="020D0604000000000000" pitchFamily="50" charset="-127"/>
                          <a:ea typeface="나눔고딕" panose="020D0604000000000000" pitchFamily="50" charset="-127"/>
                        </a:rPr>
                        <a:t>개만 기입</a:t>
                      </a:r>
                      <a:r>
                        <a:rPr lang="en-US" altLang="ko-KR" sz="800" b="0" spc="0" baseline="0" dirty="0">
                          <a:solidFill>
                            <a:schemeClr val="tx1"/>
                          </a:solidFill>
                          <a:latin typeface="나눔고딕" panose="020D0604000000000000" pitchFamily="50" charset="-127"/>
                          <a:ea typeface="나눔고딕" panose="020D0604000000000000" pitchFamily="50" charset="-127"/>
                        </a:rPr>
                        <a: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 회원번호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회원 고유 번호</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회원 가입 시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가입한 날짜 </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가입순번으로 구성</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YYYYMMDD001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분류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회원의 분류</a:t>
                      </a: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어르신</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성함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어르신 성함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연락처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연락처</a:t>
                      </a:r>
                      <a:r>
                        <a:rPr lang="en-US" altLang="ko-KR" sz="800" b="0" spc="0" baseline="0" dirty="0">
                          <a:solidFill>
                            <a:schemeClr val="tx1"/>
                          </a:solidFill>
                          <a:latin typeface="나눔고딕" panose="020D0604000000000000" pitchFamily="50" charset="-127"/>
                          <a:ea typeface="나눔고딕" panose="020D0604000000000000" pitchFamily="50" charset="-127"/>
                        </a:rPr>
                        <a:t>. ‘-’ </a:t>
                      </a:r>
                      <a:r>
                        <a:rPr lang="ko-KR" altLang="en-US" sz="800" b="0" spc="0" baseline="0" dirty="0">
                          <a:solidFill>
                            <a:schemeClr val="tx1"/>
                          </a:solidFill>
                          <a:latin typeface="나눔고딕" panose="020D0604000000000000" pitchFamily="50" charset="-127"/>
                          <a:ea typeface="나눔고딕" panose="020D0604000000000000" pitchFamily="50" charset="-127"/>
                        </a:rPr>
                        <a:t>포함 출력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성함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성함</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연락처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연락처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포함 출력</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최근 접속일</a:t>
                      </a:r>
                      <a:r>
                        <a:rPr lang="en-US" altLang="ko-KR" sz="800" b="0" spc="0" baseline="0" dirty="0">
                          <a:solidFill>
                            <a:schemeClr val="tx1"/>
                          </a:solidFill>
                          <a:latin typeface="나눔고딕" panose="020D0604000000000000" pitchFamily="50" charset="-127"/>
                          <a:ea typeface="나눔고딕" panose="020D0604000000000000" pitchFamily="50" charset="-127"/>
                        </a:rPr>
                        <a:t> :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최근 접속일 </a:t>
                      </a:r>
                      <a:r>
                        <a:rPr lang="en-US" altLang="ko-KR" sz="800" b="0" spc="0" baseline="0" dirty="0">
                          <a:solidFill>
                            <a:schemeClr val="tx1"/>
                          </a:solidFill>
                          <a:latin typeface="나눔고딕" panose="020D0604000000000000" pitchFamily="50" charset="-127"/>
                          <a:ea typeface="나눔고딕" panose="020D0604000000000000" pitchFamily="50" charset="-127"/>
                        </a:rPr>
                        <a:t>YYYY-MM- DD</a:t>
                      </a:r>
                      <a:r>
                        <a:rPr lang="ko-KR" altLang="en-US" sz="800" b="0" spc="0" baseline="0" dirty="0">
                          <a:solidFill>
                            <a:schemeClr val="tx1"/>
                          </a:solidFill>
                          <a:latin typeface="나눔고딕" panose="020D0604000000000000" pitchFamily="50" charset="-127"/>
                          <a:ea typeface="나눔고딕" panose="020D0604000000000000" pitchFamily="50" charset="-127"/>
                        </a:rPr>
                        <a:t> 출력</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관리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회원 관리 페이지 이동</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spTree>
    <p:extLst>
      <p:ext uri="{BB962C8B-B14F-4D97-AF65-F5344CB8AC3E}">
        <p14:creationId xmlns:p14="http://schemas.microsoft.com/office/powerpoint/2010/main" val="34413696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93D7E-C57B-4E9D-B1B2-16F21A976C1D}"/>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13C6ADA6-F93B-E372-C22B-E7E1A9580A25}"/>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C6FB8B18-90E7-39E4-3B09-ECDB4C0EF361}"/>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E95AE02B-0270-A7D4-E57A-1A72B31759D1}"/>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E69A85FE-3152-15CC-AF64-0983DD74BC7B}"/>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0C56CD26-8E08-B590-D440-0347743AFC51}"/>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D7561807-44E1-1617-D368-F6E639CC60B6}"/>
              </a:ext>
            </a:extLst>
          </p:cNvPr>
          <p:cNvGraphicFramePr>
            <a:graphicFrameLocks noGrp="1"/>
          </p:cNvGraphicFramePr>
          <p:nvPr>
            <p:extLst>
              <p:ext uri="{D42A27DB-BD31-4B8C-83A1-F6EECF244321}">
                <p14:modId xmlns:p14="http://schemas.microsoft.com/office/powerpoint/2010/main" val="1484869425"/>
              </p:ext>
            </p:extLst>
          </p:nvPr>
        </p:nvGraphicFramePr>
        <p:xfrm>
          <a:off x="10031438" y="757238"/>
          <a:ext cx="1997267" cy="5539326"/>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정보 관리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1133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회원번호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회원의 회원 번호 기입</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수정 불가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회원분류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회원의 분류 타입</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수정 불가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성함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회원 성함</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연락처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회원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보호자 </a:t>
                      </a: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1000" b="1" spc="0" baseline="0" dirty="0">
                          <a:solidFill>
                            <a:schemeClr val="tx1"/>
                          </a:solidFill>
                          <a:latin typeface="나눔고딕" panose="020D0604000000000000" pitchFamily="50" charset="-127"/>
                          <a:ea typeface="나눔고딕" panose="020D0604000000000000" pitchFamily="50" charset="-127"/>
                        </a:rPr>
                        <a:t>보호자 연락처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800" b="1"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입력칸</a:t>
                      </a:r>
                      <a:r>
                        <a:rPr lang="ko-KR" altLang="en-US" sz="800" b="0" spc="0" baseline="0" dirty="0">
                          <a:solidFill>
                            <a:schemeClr val="tx1"/>
                          </a:solidFill>
                          <a:latin typeface="나눔고딕" panose="020D0604000000000000" pitchFamily="50" charset="-127"/>
                          <a:ea typeface="나눔고딕" panose="020D0604000000000000" pitchFamily="50" charset="-127"/>
                        </a:rPr>
                        <a:t> 클릭 및 돋보기 아이콘으로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검색 </a:t>
                      </a:r>
                      <a:r>
                        <a:rPr lang="ko-KR" altLang="en-US" sz="800" b="0" spc="0" baseline="0" dirty="0" err="1">
                          <a:solidFill>
                            <a:schemeClr val="tx1"/>
                          </a:solidFill>
                          <a:latin typeface="나눔고딕" panose="020D0604000000000000" pitchFamily="50" charset="-127"/>
                          <a:ea typeface="나눔고딕" panose="020D0604000000000000" pitchFamily="50" charset="-127"/>
                        </a:rPr>
                        <a:t>모달</a:t>
                      </a:r>
                      <a:r>
                        <a:rPr lang="ko-KR" altLang="en-US" sz="800" b="0" spc="0" baseline="0" dirty="0">
                          <a:solidFill>
                            <a:schemeClr val="tx1"/>
                          </a:solidFill>
                          <a:latin typeface="나눔고딕" panose="020D0604000000000000" pitchFamily="50" charset="-127"/>
                          <a:ea typeface="나눔고딕" panose="020D0604000000000000" pitchFamily="50" charset="-127"/>
                        </a:rPr>
                        <a:t> 호출</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검색 모달에서 보호자 검색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선택 후 연락처 정보 자동 기입</a:t>
                      </a:r>
                      <a:r>
                        <a:rPr lang="en-US" altLang="ko-KR" sz="800" b="0" spc="0" baseline="0" dirty="0">
                          <a:solidFill>
                            <a:schemeClr val="tx1"/>
                          </a:solidFill>
                          <a:latin typeface="나눔고딕" panose="020D0604000000000000" pitchFamily="50" charset="-127"/>
                          <a:ea typeface="나눔고딕" panose="020D0604000000000000" pitchFamily="50" charset="-127"/>
                        </a:rPr>
                        <a:t>.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36662718"/>
                  </a:ext>
                </a:extLst>
              </a:tr>
              <a:tr h="499729">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최근 접속일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회원의 최근 접속일 </a:t>
                      </a:r>
                      <a:r>
                        <a:rPr lang="en-US" altLang="ko-KR" sz="800" b="0" spc="0" baseline="0" dirty="0">
                          <a:solidFill>
                            <a:schemeClr val="tx1"/>
                          </a:solidFill>
                          <a:latin typeface="나눔고딕" panose="020D0604000000000000" pitchFamily="50" charset="-127"/>
                          <a:ea typeface="나눔고딕" panose="020D0604000000000000" pitchFamily="50" charset="-127"/>
                        </a:rPr>
                        <a:t>YYYY-MM-DD .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7</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취소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수정을 취소하고</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복귀</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저장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유효성 검사 후 수정 완료</a:t>
                      </a:r>
                      <a:r>
                        <a:rPr lang="en-US" altLang="ko-KR" sz="800" b="0" spc="0" baseline="0" dirty="0">
                          <a:solidFill>
                            <a:schemeClr val="tx1"/>
                          </a:solidFill>
                          <a:latin typeface="나눔고딕" panose="020D0604000000000000" pitchFamily="50" charset="-127"/>
                          <a:ea typeface="나눔고딕" panose="020D0604000000000000" pitchFamily="50" charset="-127"/>
                        </a:rPr>
                        <a: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목록 페이지로 복귀</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r h="56935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8</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탈퇴 버튼</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탈퇴 </a:t>
                      </a: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1"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회원 탈퇴 버튼</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클릭 시 </a:t>
                      </a:r>
                      <a:r>
                        <a:rPr lang="en-US" altLang="ko-KR" sz="800" b="0" spc="0" baseline="0" dirty="0">
                          <a:solidFill>
                            <a:schemeClr val="tx1"/>
                          </a:solidFill>
                          <a:latin typeface="나눔고딕" panose="020D0604000000000000" pitchFamily="50" charset="-127"/>
                          <a:ea typeface="나눔고딕" panose="020D0604000000000000" pitchFamily="50" charset="-127"/>
                        </a:rPr>
                        <a:t>(8-1)</a:t>
                      </a:r>
                      <a:r>
                        <a:rPr lang="ko-KR" altLang="en-US" sz="800" b="0" spc="0" baseline="0" dirty="0">
                          <a:solidFill>
                            <a:schemeClr val="tx1"/>
                          </a:solidFill>
                          <a:latin typeface="나눔고딕" panose="020D0604000000000000" pitchFamily="50" charset="-127"/>
                          <a:ea typeface="나눔고딕" panose="020D0604000000000000" pitchFamily="50" charset="-127"/>
                        </a:rPr>
                        <a:t>호출</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096334"/>
                  </a:ext>
                </a:extLst>
              </a:tr>
              <a:tr h="39495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8-1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탈퇴 안내 </a:t>
                      </a:r>
                      <a:r>
                        <a:rPr lang="ko-KR" altLang="en-US" sz="1000" b="1" spc="0" baseline="0" dirty="0" err="1">
                          <a:solidFill>
                            <a:schemeClr val="tx1"/>
                          </a:solidFill>
                          <a:latin typeface="나눔고딕" panose="020D0604000000000000" pitchFamily="50" charset="-127"/>
                          <a:ea typeface="나눔고딕" panose="020D0604000000000000" pitchFamily="50" charset="-127"/>
                        </a:rPr>
                        <a:t>컨펌</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800" b="1"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탈퇴 후 복구할 수 없습니다</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정말 탈퇴처리 하시겠습니까</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확인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탈퇴 처리 및 회원 목록 페이지 복귀</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취소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팝업 닫기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30373366"/>
                  </a:ext>
                </a:extLst>
              </a:tr>
            </a:tbl>
          </a:graphicData>
        </a:graphic>
      </p:graphicFrame>
      <p:sp>
        <p:nvSpPr>
          <p:cNvPr id="54" name="TextBox 53">
            <a:extLst>
              <a:ext uri="{FF2B5EF4-FFF2-40B4-BE49-F238E27FC236}">
                <a16:creationId xmlns:a16="http://schemas.microsoft.com/office/drawing/2014/main" id="{6D7B59D5-AF59-1C31-CAA4-0BA7F372AF14}"/>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 </a:t>
            </a:r>
          </a:p>
        </p:txBody>
      </p:sp>
      <p:graphicFrame>
        <p:nvGraphicFramePr>
          <p:cNvPr id="84" name="표 83">
            <a:extLst>
              <a:ext uri="{FF2B5EF4-FFF2-40B4-BE49-F238E27FC236}">
                <a16:creationId xmlns:a16="http://schemas.microsoft.com/office/drawing/2014/main" id="{24D66069-EF31-74EE-1855-2B0B14CF990B}"/>
              </a:ext>
            </a:extLst>
          </p:cNvPr>
          <p:cNvGraphicFramePr>
            <a:graphicFrameLocks noGrp="1"/>
          </p:cNvGraphicFramePr>
          <p:nvPr>
            <p:extLst>
              <p:ext uri="{D42A27DB-BD31-4B8C-83A1-F6EECF244321}">
                <p14:modId xmlns:p14="http://schemas.microsoft.com/office/powerpoint/2010/main" val="2043078390"/>
              </p:ext>
            </p:extLst>
          </p:nvPr>
        </p:nvGraphicFramePr>
        <p:xfrm>
          <a:off x="1836294" y="1607557"/>
          <a:ext cx="7734425" cy="2292020"/>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회원번호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20250401010</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a:solidFill>
                            <a:schemeClr val="tx1"/>
                          </a:solidFill>
                        </a:rPr>
                        <a:t>회원 분류</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성함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보호자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r h="319878">
                <a:tc>
                  <a:txBody>
                    <a:bodyPr/>
                    <a:lstStyle/>
                    <a:p>
                      <a:pPr algn="ctr" latinLnBrk="1"/>
                      <a:r>
                        <a:rPr lang="ko-KR" altLang="en-US" sz="700" dirty="0">
                          <a:solidFill>
                            <a:schemeClr val="tx1"/>
                          </a:solidFill>
                          <a:latin typeface="+mj-lt"/>
                        </a:rPr>
                        <a:t>보호자 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949008237"/>
                  </a:ext>
                </a:extLst>
              </a:tr>
              <a:tr h="372152">
                <a:tc>
                  <a:txBody>
                    <a:bodyPr/>
                    <a:lstStyle/>
                    <a:p>
                      <a:pPr algn="ctr" latinLnBrk="1"/>
                      <a:r>
                        <a:rPr lang="ko-KR" altLang="en-US" sz="700" dirty="0">
                          <a:solidFill>
                            <a:schemeClr val="tx1"/>
                          </a:solidFill>
                          <a:latin typeface="+mj-lt"/>
                        </a:rPr>
                        <a:t>최근 접속일</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218453626"/>
                  </a:ext>
                </a:extLst>
              </a:tr>
            </a:tbl>
          </a:graphicData>
        </a:graphic>
      </p:graphicFrame>
      <p:grpSp>
        <p:nvGrpSpPr>
          <p:cNvPr id="90" name="그룹 89">
            <a:extLst>
              <a:ext uri="{FF2B5EF4-FFF2-40B4-BE49-F238E27FC236}">
                <a16:creationId xmlns:a16="http://schemas.microsoft.com/office/drawing/2014/main" id="{9C17430A-D337-5458-9B94-DA70A27FC07C}"/>
              </a:ext>
            </a:extLst>
          </p:cNvPr>
          <p:cNvGrpSpPr/>
          <p:nvPr/>
        </p:nvGrpSpPr>
        <p:grpSpPr>
          <a:xfrm>
            <a:off x="2973219" y="2330419"/>
            <a:ext cx="3124345" cy="184666"/>
            <a:chOff x="4581657" y="3088270"/>
            <a:chExt cx="2864678" cy="184666"/>
          </a:xfrm>
        </p:grpSpPr>
        <p:sp>
          <p:nvSpPr>
            <p:cNvPr id="91" name="사각형: 둥근 모서리 90">
              <a:extLst>
                <a:ext uri="{FF2B5EF4-FFF2-40B4-BE49-F238E27FC236}">
                  <a16:creationId xmlns:a16="http://schemas.microsoft.com/office/drawing/2014/main" id="{746F35BE-3FDE-CD32-F230-690FE57626EF}"/>
                </a:ext>
              </a:extLst>
            </p:cNvPr>
            <p:cNvSpPr/>
            <p:nvPr/>
          </p:nvSpPr>
          <p:spPr>
            <a:xfrm>
              <a:off x="4581657" y="3088270"/>
              <a:ext cx="2715018"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ko-KR" altLang="en-US" sz="600" dirty="0">
                  <a:solidFill>
                    <a:schemeClr val="tx1"/>
                  </a:solidFill>
                  <a:latin typeface="+mj-lt"/>
                </a:rPr>
                <a:t>김순자</a:t>
              </a:r>
            </a:p>
          </p:txBody>
        </p:sp>
        <p:sp>
          <p:nvSpPr>
            <p:cNvPr id="92" name="TextBox 91">
              <a:extLst>
                <a:ext uri="{FF2B5EF4-FFF2-40B4-BE49-F238E27FC236}">
                  <a16:creationId xmlns:a16="http://schemas.microsoft.com/office/drawing/2014/main" id="{B77A3A22-F81B-7A5A-6E8D-C4014BF5231F}"/>
                </a:ext>
              </a:extLst>
            </p:cNvPr>
            <p:cNvSpPr txBox="1"/>
            <p:nvPr/>
          </p:nvSpPr>
          <p:spPr>
            <a:xfrm>
              <a:off x="6950510" y="3103659"/>
              <a:ext cx="495825" cy="169277"/>
            </a:xfrm>
            <a:prstGeom prst="rect">
              <a:avLst/>
            </a:prstGeom>
            <a:noFill/>
          </p:spPr>
          <p:txBody>
            <a:bodyPr wrap="square" rtlCol="0">
              <a:spAutoFit/>
            </a:bodyPr>
            <a:lstStyle/>
            <a:p>
              <a:r>
                <a:rPr lang="en-US" altLang="ko-KR" sz="500" dirty="0">
                  <a:solidFill>
                    <a:schemeClr val="bg1">
                      <a:lumMod val="50000"/>
                    </a:schemeClr>
                  </a:solidFill>
                </a:rPr>
                <a:t>3/10 </a:t>
              </a:r>
              <a:r>
                <a:rPr lang="ko-KR" altLang="en-US" sz="500" dirty="0">
                  <a:solidFill>
                    <a:schemeClr val="bg1">
                      <a:lumMod val="50000"/>
                    </a:schemeClr>
                  </a:solidFill>
                </a:rPr>
                <a:t>자</a:t>
              </a:r>
            </a:p>
          </p:txBody>
        </p:sp>
      </p:grpSp>
      <p:sp>
        <p:nvSpPr>
          <p:cNvPr id="2" name="타원 1">
            <a:extLst>
              <a:ext uri="{FF2B5EF4-FFF2-40B4-BE49-F238E27FC236}">
                <a16:creationId xmlns:a16="http://schemas.microsoft.com/office/drawing/2014/main" id="{05C936B0-BDFE-39A2-D3F0-77D1947FD495}"/>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4C8EF749-B500-527D-9260-D50252ABACA8}"/>
              </a:ext>
            </a:extLst>
          </p:cNvPr>
          <p:cNvSpPr/>
          <p:nvPr/>
        </p:nvSpPr>
        <p:spPr>
          <a:xfrm>
            <a:off x="1733676" y="19770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1" name="타원 10">
            <a:extLst>
              <a:ext uri="{FF2B5EF4-FFF2-40B4-BE49-F238E27FC236}">
                <a16:creationId xmlns:a16="http://schemas.microsoft.com/office/drawing/2014/main" id="{8C9055EE-52CA-47CC-5ED5-65B765C608AC}"/>
              </a:ext>
            </a:extLst>
          </p:cNvPr>
          <p:cNvSpPr/>
          <p:nvPr/>
        </p:nvSpPr>
        <p:spPr>
          <a:xfrm>
            <a:off x="1726486" y="228785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7C103993-6B86-3438-ED3F-E3C148D86051}"/>
              </a:ext>
            </a:extLst>
          </p:cNvPr>
          <p:cNvSpPr/>
          <p:nvPr/>
        </p:nvSpPr>
        <p:spPr>
          <a:xfrm>
            <a:off x="1733675" y="260860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9D1D26B7-2E01-7A34-67AC-5FB3084F4812}"/>
              </a:ext>
            </a:extLst>
          </p:cNvPr>
          <p:cNvSpPr/>
          <p:nvPr/>
        </p:nvSpPr>
        <p:spPr>
          <a:xfrm>
            <a:off x="2973219" y="2961081"/>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j-lt"/>
              </a:rPr>
              <a:t>클릭해서 보호자 성함을 검색해주세요 </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FCA38275-701E-38F5-B5CF-D07ACE4CB2AC}"/>
              </a:ext>
            </a:extLst>
          </p:cNvPr>
          <p:cNvGrpSpPr/>
          <p:nvPr/>
        </p:nvGrpSpPr>
        <p:grpSpPr>
          <a:xfrm>
            <a:off x="4806776" y="2965525"/>
            <a:ext cx="167122" cy="175522"/>
            <a:chOff x="-1190172" y="605806"/>
            <a:chExt cx="323151" cy="339394"/>
          </a:xfrm>
        </p:grpSpPr>
        <p:sp>
          <p:nvSpPr>
            <p:cNvPr id="18" name="사각형: 둥근 모서리 17">
              <a:extLst>
                <a:ext uri="{FF2B5EF4-FFF2-40B4-BE49-F238E27FC236}">
                  <a16:creationId xmlns:a16="http://schemas.microsoft.com/office/drawing/2014/main" id="{C88DF579-61F2-F8FA-2775-2466BCDBD853}"/>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F5304859-D5CA-1DA3-1DBF-D79D35D7EF39}"/>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24AE63D4-2380-C6A4-3DDD-369ECBDADC86}"/>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E361ABAD-B8C4-B1B3-34AE-4C45B274B03D}"/>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22" name="사각형: 둥근 모서리 21">
            <a:extLst>
              <a:ext uri="{FF2B5EF4-FFF2-40B4-BE49-F238E27FC236}">
                <a16:creationId xmlns:a16="http://schemas.microsoft.com/office/drawing/2014/main" id="{FF49DC2D-C870-AB47-4F56-4A3F1BF1B493}"/>
              </a:ext>
            </a:extLst>
          </p:cNvPr>
          <p:cNvSpPr/>
          <p:nvPr/>
        </p:nvSpPr>
        <p:spPr>
          <a:xfrm>
            <a:off x="2986541" y="3283751"/>
            <a:ext cx="1311312"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성함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grpSp>
        <p:nvGrpSpPr>
          <p:cNvPr id="79" name="그룹 78">
            <a:extLst>
              <a:ext uri="{FF2B5EF4-FFF2-40B4-BE49-F238E27FC236}">
                <a16:creationId xmlns:a16="http://schemas.microsoft.com/office/drawing/2014/main" id="{C7119E3F-A869-B764-7F97-9417510DDE11}"/>
              </a:ext>
            </a:extLst>
          </p:cNvPr>
          <p:cNvGrpSpPr/>
          <p:nvPr/>
        </p:nvGrpSpPr>
        <p:grpSpPr>
          <a:xfrm>
            <a:off x="4871409" y="4098388"/>
            <a:ext cx="1062929" cy="251238"/>
            <a:chOff x="4786181" y="5198797"/>
            <a:chExt cx="1062929" cy="251238"/>
          </a:xfrm>
        </p:grpSpPr>
        <p:sp>
          <p:nvSpPr>
            <p:cNvPr id="80" name="사각형: 둥근 모서리 79">
              <a:extLst>
                <a:ext uri="{FF2B5EF4-FFF2-40B4-BE49-F238E27FC236}">
                  <a16:creationId xmlns:a16="http://schemas.microsoft.com/office/drawing/2014/main" id="{BC4FEC4A-6309-286D-9232-88AABFA247CB}"/>
                </a:ext>
              </a:extLst>
            </p:cNvPr>
            <p:cNvSpPr/>
            <p:nvPr/>
          </p:nvSpPr>
          <p:spPr>
            <a:xfrm>
              <a:off x="4786181" y="5198797"/>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tx1"/>
                  </a:solidFill>
                  <a:latin typeface="맑은 고딕" panose="020B0503020000020004" pitchFamily="50" charset="-127"/>
                  <a:ea typeface="맑은 고딕" panose="020B0503020000020004" pitchFamily="50" charset="-127"/>
                </a:rPr>
                <a:t>취소</a:t>
              </a:r>
              <a:endParaRPr lang="ko-KR" altLang="en-US" sz="800" dirty="0">
                <a:solidFill>
                  <a:schemeClr val="tx1"/>
                </a:solidFill>
                <a:latin typeface="맑은 고딕" panose="020B0503020000020004" pitchFamily="50" charset="-127"/>
                <a:ea typeface="맑은 고딕" panose="020B0503020000020004" pitchFamily="50" charset="-127"/>
              </a:endParaRPr>
            </a:p>
          </p:txBody>
        </p:sp>
        <p:sp>
          <p:nvSpPr>
            <p:cNvPr id="81" name="사각형: 둥근 모서리 80">
              <a:extLst>
                <a:ext uri="{FF2B5EF4-FFF2-40B4-BE49-F238E27FC236}">
                  <a16:creationId xmlns:a16="http://schemas.microsoft.com/office/drawing/2014/main" id="{DA8C58E1-31B2-4DC4-A772-E57F4379E474}"/>
                </a:ext>
              </a:extLst>
            </p:cNvPr>
            <p:cNvSpPr/>
            <p:nvPr/>
          </p:nvSpPr>
          <p:spPr>
            <a:xfrm>
              <a:off x="5363707" y="5198797"/>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bg1"/>
                  </a:solidFill>
                  <a:latin typeface="맑은 고딕" panose="020B0503020000020004" pitchFamily="50" charset="-127"/>
                  <a:ea typeface="맑은 고딕" panose="020B0503020000020004" pitchFamily="50" charset="-127"/>
                </a:rPr>
                <a:t>저장</a:t>
              </a:r>
              <a:endParaRPr lang="ko-KR" altLang="en-US" sz="800" dirty="0">
                <a:solidFill>
                  <a:schemeClr val="bg1"/>
                </a:solidFill>
                <a:latin typeface="맑은 고딕" panose="020B0503020000020004" pitchFamily="50" charset="-127"/>
                <a:ea typeface="맑은 고딕" panose="020B0503020000020004" pitchFamily="50" charset="-127"/>
              </a:endParaRPr>
            </a:p>
          </p:txBody>
        </p:sp>
      </p:grpSp>
      <p:sp>
        <p:nvSpPr>
          <p:cNvPr id="82" name="타원 81">
            <a:extLst>
              <a:ext uri="{FF2B5EF4-FFF2-40B4-BE49-F238E27FC236}">
                <a16:creationId xmlns:a16="http://schemas.microsoft.com/office/drawing/2014/main" id="{725528AA-1B96-4864-A66C-99FDA950D778}"/>
              </a:ext>
            </a:extLst>
          </p:cNvPr>
          <p:cNvSpPr/>
          <p:nvPr/>
        </p:nvSpPr>
        <p:spPr>
          <a:xfrm>
            <a:off x="1734079" y="296049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5</a:t>
            </a:r>
            <a:endParaRPr lang="ko-KR" altLang="en-US" sz="900">
              <a:latin typeface="Arial Black" panose="020B0A04020102020204" pitchFamily="34" charset="0"/>
            </a:endParaRPr>
          </a:p>
        </p:txBody>
      </p:sp>
      <p:sp>
        <p:nvSpPr>
          <p:cNvPr id="83" name="타원 82">
            <a:extLst>
              <a:ext uri="{FF2B5EF4-FFF2-40B4-BE49-F238E27FC236}">
                <a16:creationId xmlns:a16="http://schemas.microsoft.com/office/drawing/2014/main" id="{EFC87DAF-4877-DD00-001D-8BA279E6E1FA}"/>
              </a:ext>
            </a:extLst>
          </p:cNvPr>
          <p:cNvSpPr/>
          <p:nvPr/>
        </p:nvSpPr>
        <p:spPr>
          <a:xfrm>
            <a:off x="1723119" y="363505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6</a:t>
            </a:r>
            <a:endParaRPr lang="ko-KR" altLang="en-US" sz="900">
              <a:latin typeface="Arial Black" panose="020B0A04020102020204" pitchFamily="34" charset="0"/>
            </a:endParaRPr>
          </a:p>
        </p:txBody>
      </p:sp>
      <p:grpSp>
        <p:nvGrpSpPr>
          <p:cNvPr id="15" name="그룹 14">
            <a:extLst>
              <a:ext uri="{FF2B5EF4-FFF2-40B4-BE49-F238E27FC236}">
                <a16:creationId xmlns:a16="http://schemas.microsoft.com/office/drawing/2014/main" id="{9567233F-3895-12D6-F515-B50BD0CA99D9}"/>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1A0A2220-0D0E-C00F-0828-3A82F305C9A2}"/>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9461D221-0C86-D18A-FC59-1964936906D6}"/>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8779DBD8-8DAE-AA49-FE96-BBF527DF75F4}"/>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1750088A-E7D8-2C9A-D66D-F08B862BBC7A}"/>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03712EB8-F943-9BC7-9B7B-EF9D9BFFE6AC}"/>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F702CBCA-D8A9-23EB-12D2-B02F0DD7711E}"/>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C5BCB616-92E5-EE38-C861-2845823B5417}"/>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C236AE8A-97F4-B801-9628-1CA101E7C548}"/>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DFC2E67E-B6E6-DB79-5B97-388BD4908FDC}"/>
              </a:ext>
            </a:extLst>
          </p:cNvPr>
          <p:cNvGrpSpPr/>
          <p:nvPr/>
        </p:nvGrpSpPr>
        <p:grpSpPr>
          <a:xfrm>
            <a:off x="2973219" y="1990407"/>
            <a:ext cx="1259512" cy="190629"/>
            <a:chOff x="7873343" y="3238371"/>
            <a:chExt cx="1259512" cy="190629"/>
          </a:xfrm>
        </p:grpSpPr>
        <p:grpSp>
          <p:nvGrpSpPr>
            <p:cNvPr id="98" name="그룹 97">
              <a:extLst>
                <a:ext uri="{FF2B5EF4-FFF2-40B4-BE49-F238E27FC236}">
                  <a16:creationId xmlns:a16="http://schemas.microsoft.com/office/drawing/2014/main" id="{68DB87EA-C755-30B0-2281-EC636618E31A}"/>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D071695-538F-CAFE-DFF2-10F2D86A8A21}"/>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F3D542E2-8DE8-6E1D-EF16-65338F54F29B}"/>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99" name="그룹 98">
              <a:extLst>
                <a:ext uri="{FF2B5EF4-FFF2-40B4-BE49-F238E27FC236}">
                  <a16:creationId xmlns:a16="http://schemas.microsoft.com/office/drawing/2014/main" id="{5EDFCDBE-F0DB-D7C0-61B4-A5FBE65297AD}"/>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EFEA6967-DBF8-8E0E-5DAF-72A188DCDBC1}"/>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3E1F7E9A-0B04-3362-EF74-C7C10E08620F}"/>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sp>
        <p:nvSpPr>
          <p:cNvPr id="105" name="사각형: 둥근 모서리 104">
            <a:extLst>
              <a:ext uri="{FF2B5EF4-FFF2-40B4-BE49-F238E27FC236}">
                <a16:creationId xmlns:a16="http://schemas.microsoft.com/office/drawing/2014/main" id="{408514E4-EB3E-D5CE-8EF2-2A035C8CCE88}"/>
              </a:ext>
            </a:extLst>
          </p:cNvPr>
          <p:cNvSpPr/>
          <p:nvPr/>
        </p:nvSpPr>
        <p:spPr>
          <a:xfrm>
            <a:off x="2973219" y="2654765"/>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tx1"/>
                </a:solidFill>
                <a:latin typeface="+mj-lt"/>
              </a:rPr>
              <a:t>01012341234</a:t>
            </a:r>
            <a:endParaRPr lang="ko-KR" altLang="en-US" sz="600" dirty="0">
              <a:solidFill>
                <a:schemeClr val="tx1"/>
              </a:solidFill>
              <a:latin typeface="+mj-lt"/>
            </a:endParaRPr>
          </a:p>
        </p:txBody>
      </p:sp>
      <p:sp>
        <p:nvSpPr>
          <p:cNvPr id="108" name="사각형: 둥근 모서리 107">
            <a:extLst>
              <a:ext uri="{FF2B5EF4-FFF2-40B4-BE49-F238E27FC236}">
                <a16:creationId xmlns:a16="http://schemas.microsoft.com/office/drawing/2014/main" id="{E6B31604-3310-F6A6-73D9-0D72B96C2FED}"/>
              </a:ext>
            </a:extLst>
          </p:cNvPr>
          <p:cNvSpPr/>
          <p:nvPr/>
        </p:nvSpPr>
        <p:spPr>
          <a:xfrm>
            <a:off x="9049760" y="4098388"/>
            <a:ext cx="485403" cy="251237"/>
          </a:xfrm>
          <a:prstGeom prst="roundRect">
            <a:avLst/>
          </a:prstGeom>
          <a:solidFill>
            <a:srgbClr val="C00000"/>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탈퇴</a:t>
            </a:r>
          </a:p>
        </p:txBody>
      </p:sp>
      <p:grpSp>
        <p:nvGrpSpPr>
          <p:cNvPr id="109" name="그룹 108">
            <a:extLst>
              <a:ext uri="{FF2B5EF4-FFF2-40B4-BE49-F238E27FC236}">
                <a16:creationId xmlns:a16="http://schemas.microsoft.com/office/drawing/2014/main" id="{58C18683-C062-E92C-5652-3A56FC898187}"/>
              </a:ext>
            </a:extLst>
          </p:cNvPr>
          <p:cNvGrpSpPr/>
          <p:nvPr/>
        </p:nvGrpSpPr>
        <p:grpSpPr>
          <a:xfrm>
            <a:off x="7055508" y="4548436"/>
            <a:ext cx="2583800" cy="652363"/>
            <a:chOff x="4095782" y="523450"/>
            <a:chExt cx="2583800" cy="652363"/>
          </a:xfrm>
        </p:grpSpPr>
        <p:sp>
          <p:nvSpPr>
            <p:cNvPr id="110" name="사각형: 둥근 모서리 109">
              <a:extLst>
                <a:ext uri="{FF2B5EF4-FFF2-40B4-BE49-F238E27FC236}">
                  <a16:creationId xmlns:a16="http://schemas.microsoft.com/office/drawing/2014/main" id="{71567CAD-D375-37C4-40C8-7281947C1719}"/>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1" name="직사각형 110">
              <a:extLst>
                <a:ext uri="{FF2B5EF4-FFF2-40B4-BE49-F238E27FC236}">
                  <a16:creationId xmlns:a16="http://schemas.microsoft.com/office/drawing/2014/main" id="{92E1360B-B7A7-DE7E-42C4-6975DB39CD0C}"/>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112" name="사각형: 둥근 모서리 111">
              <a:extLst>
                <a:ext uri="{FF2B5EF4-FFF2-40B4-BE49-F238E27FC236}">
                  <a16:creationId xmlns:a16="http://schemas.microsoft.com/office/drawing/2014/main" id="{9D89D47B-7C76-5861-9B8A-F4535109ACCC}"/>
                </a:ext>
              </a:extLst>
            </p:cNvPr>
            <p:cNvSpPr/>
            <p:nvPr/>
          </p:nvSpPr>
          <p:spPr>
            <a:xfrm>
              <a:off x="5520443" y="942502"/>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113" name="타원 112">
              <a:extLst>
                <a:ext uri="{FF2B5EF4-FFF2-40B4-BE49-F238E27FC236}">
                  <a16:creationId xmlns:a16="http://schemas.microsoft.com/office/drawing/2014/main" id="{3D509679-4E7E-A700-D3FB-56F493E9514D}"/>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8-1</a:t>
              </a:r>
              <a:endParaRPr lang="ko-KR" altLang="en-US" sz="800" dirty="0">
                <a:latin typeface="Arial Black" panose="020B0A04020102020204" pitchFamily="34" charset="0"/>
              </a:endParaRPr>
            </a:p>
          </p:txBody>
        </p:sp>
      </p:grpSp>
      <p:sp>
        <p:nvSpPr>
          <p:cNvPr id="115" name="타원 114">
            <a:extLst>
              <a:ext uri="{FF2B5EF4-FFF2-40B4-BE49-F238E27FC236}">
                <a16:creationId xmlns:a16="http://schemas.microsoft.com/office/drawing/2014/main" id="{483B61D3-6304-5604-7299-B4D31D758C6C}"/>
              </a:ext>
            </a:extLst>
          </p:cNvPr>
          <p:cNvSpPr/>
          <p:nvPr/>
        </p:nvSpPr>
        <p:spPr>
          <a:xfrm>
            <a:off x="4733176" y="391309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7</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0ABC74A8-B53C-78C0-E136-83C8A8B23AB8}"/>
              </a:ext>
            </a:extLst>
          </p:cNvPr>
          <p:cNvSpPr/>
          <p:nvPr/>
        </p:nvSpPr>
        <p:spPr>
          <a:xfrm>
            <a:off x="4850150" y="4039256"/>
            <a:ext cx="1084188"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7" name="타원 116">
            <a:extLst>
              <a:ext uri="{FF2B5EF4-FFF2-40B4-BE49-F238E27FC236}">
                <a16:creationId xmlns:a16="http://schemas.microsoft.com/office/drawing/2014/main" id="{2ED368C7-8463-C173-4C88-C9DC4DAC081A}"/>
              </a:ext>
            </a:extLst>
          </p:cNvPr>
          <p:cNvSpPr/>
          <p:nvPr/>
        </p:nvSpPr>
        <p:spPr>
          <a:xfrm>
            <a:off x="8909746" y="395551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8</a:t>
            </a:r>
            <a:endParaRPr lang="ko-KR" altLang="en-US" sz="900" dirty="0">
              <a:latin typeface="Arial Black" panose="020B0A04020102020204" pitchFamily="34" charset="0"/>
            </a:endParaRPr>
          </a:p>
        </p:txBody>
      </p:sp>
      <p:sp>
        <p:nvSpPr>
          <p:cNvPr id="120" name="사각형: 둥근 모서리 119">
            <a:extLst>
              <a:ext uri="{FF2B5EF4-FFF2-40B4-BE49-F238E27FC236}">
                <a16:creationId xmlns:a16="http://schemas.microsoft.com/office/drawing/2014/main" id="{74920061-3998-B5D7-3A66-BFF75EEA0E28}"/>
              </a:ext>
            </a:extLst>
          </p:cNvPr>
          <p:cNvSpPr/>
          <p:nvPr/>
        </p:nvSpPr>
        <p:spPr>
          <a:xfrm>
            <a:off x="9046585" y="4967488"/>
            <a:ext cx="537713" cy="180750"/>
          </a:xfrm>
          <a:prstGeom prst="roundRect">
            <a:avLst>
              <a:gd name="adj" fmla="val 13775"/>
            </a:avLst>
          </a:prstGeom>
          <a:solidFill>
            <a:schemeClr val="bg1">
              <a:lumMod val="9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tx1"/>
                </a:solidFill>
              </a:rPr>
              <a:t>취소</a:t>
            </a:r>
          </a:p>
        </p:txBody>
      </p:sp>
    </p:spTree>
    <p:extLst>
      <p:ext uri="{BB962C8B-B14F-4D97-AF65-F5344CB8AC3E}">
        <p14:creationId xmlns:p14="http://schemas.microsoft.com/office/powerpoint/2010/main" val="11432117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4048F-AAC8-5492-750B-4721F6A41A72}"/>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F627B140-46E3-FB10-21DC-7A635F17FB54}"/>
              </a:ext>
            </a:extLst>
          </p:cNvPr>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371A49F0-F88A-29DC-A85A-AC9BC46AEBA9}"/>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4A35107E-D4CD-CD8E-0990-8EA6B67131E2}"/>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8CB3BFB0-9DCA-B013-430D-5267CEEC16C4}"/>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79786DF0-B5BD-C29F-88E0-1947C4EF1192}"/>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89B06BB3-22F1-B16B-DAD1-2069C9A2DB1A}"/>
              </a:ext>
            </a:extLst>
          </p:cNvPr>
          <p:cNvGraphicFramePr>
            <a:graphicFrameLocks noGrp="1"/>
          </p:cNvGraphicFramePr>
          <p:nvPr>
            <p:extLst>
              <p:ext uri="{D42A27DB-BD31-4B8C-83A1-F6EECF244321}">
                <p14:modId xmlns:p14="http://schemas.microsoft.com/office/powerpoint/2010/main" val="1029677281"/>
              </p:ext>
            </p:extLst>
          </p:nvPr>
        </p:nvGraphicFramePr>
        <p:xfrm>
          <a:off x="10031438" y="757238"/>
          <a:ext cx="1997267" cy="110160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정보 관리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960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보호자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 회원 중 성함으로 검색</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결과 선택 시 팝업이 닫히고</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결과 내용 자동 기입</a:t>
                      </a: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성함</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연락처</a:t>
                      </a:r>
                      <a:r>
                        <a:rPr lang="en-US" altLang="ko-KR" sz="800" b="0" spc="0" baseline="0" dirty="0">
                          <a:solidFill>
                            <a:schemeClr val="tx1"/>
                          </a:solidFill>
                          <a:latin typeface="나눔고딕" panose="020D0604000000000000" pitchFamily="50" charset="-127"/>
                          <a:ea typeface="나눔고딕" panose="020D0604000000000000" pitchFamily="50" charset="-127"/>
                        </a:rPr>
                        <a:t>)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bl>
          </a:graphicData>
        </a:graphic>
      </p:graphicFrame>
      <p:sp>
        <p:nvSpPr>
          <p:cNvPr id="54" name="TextBox 53">
            <a:extLst>
              <a:ext uri="{FF2B5EF4-FFF2-40B4-BE49-F238E27FC236}">
                <a16:creationId xmlns:a16="http://schemas.microsoft.com/office/drawing/2014/main" id="{03E15031-CEEA-700F-F36D-964A9C1AAA47}"/>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 </a:t>
            </a:r>
          </a:p>
        </p:txBody>
      </p:sp>
      <p:graphicFrame>
        <p:nvGraphicFramePr>
          <p:cNvPr id="84" name="표 83">
            <a:extLst>
              <a:ext uri="{FF2B5EF4-FFF2-40B4-BE49-F238E27FC236}">
                <a16:creationId xmlns:a16="http://schemas.microsoft.com/office/drawing/2014/main" id="{6936EC5F-E510-2C31-5762-EB051202E889}"/>
              </a:ext>
            </a:extLst>
          </p:cNvPr>
          <p:cNvGraphicFramePr>
            <a:graphicFrameLocks noGrp="1"/>
          </p:cNvGraphicFramePr>
          <p:nvPr/>
        </p:nvGraphicFramePr>
        <p:xfrm>
          <a:off x="1836294" y="1607557"/>
          <a:ext cx="7734425" cy="2292020"/>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회원번호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20250401010</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a:solidFill>
                            <a:schemeClr val="tx1"/>
                          </a:solidFill>
                        </a:rPr>
                        <a:t>회원 분류</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성함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보호자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r h="319878">
                <a:tc>
                  <a:txBody>
                    <a:bodyPr/>
                    <a:lstStyle/>
                    <a:p>
                      <a:pPr algn="ctr" latinLnBrk="1"/>
                      <a:r>
                        <a:rPr lang="ko-KR" altLang="en-US" sz="700" dirty="0">
                          <a:solidFill>
                            <a:schemeClr val="tx1"/>
                          </a:solidFill>
                          <a:latin typeface="+mj-lt"/>
                        </a:rPr>
                        <a:t>보호자 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949008237"/>
                  </a:ext>
                </a:extLst>
              </a:tr>
              <a:tr h="372152">
                <a:tc>
                  <a:txBody>
                    <a:bodyPr/>
                    <a:lstStyle/>
                    <a:p>
                      <a:pPr algn="ctr" latinLnBrk="1"/>
                      <a:r>
                        <a:rPr lang="ko-KR" altLang="en-US" sz="700" dirty="0">
                          <a:solidFill>
                            <a:schemeClr val="tx1"/>
                          </a:solidFill>
                          <a:latin typeface="+mj-lt"/>
                        </a:rPr>
                        <a:t>최근 접속일</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218453626"/>
                  </a:ext>
                </a:extLst>
              </a:tr>
            </a:tbl>
          </a:graphicData>
        </a:graphic>
      </p:graphicFrame>
      <p:sp>
        <p:nvSpPr>
          <p:cNvPr id="91" name="사각형: 둥근 모서리 90">
            <a:extLst>
              <a:ext uri="{FF2B5EF4-FFF2-40B4-BE49-F238E27FC236}">
                <a16:creationId xmlns:a16="http://schemas.microsoft.com/office/drawing/2014/main" id="{B703561A-8AE7-AC8A-2F5B-815D5D79B015}"/>
              </a:ext>
            </a:extLst>
          </p:cNvPr>
          <p:cNvSpPr/>
          <p:nvPr/>
        </p:nvSpPr>
        <p:spPr>
          <a:xfrm>
            <a:off x="2973219" y="2330419"/>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ko-KR" altLang="en-US" sz="600" dirty="0">
                <a:solidFill>
                  <a:schemeClr val="tx1"/>
                </a:solidFill>
                <a:latin typeface="+mj-lt"/>
              </a:rPr>
              <a:t>김순자</a:t>
            </a:r>
          </a:p>
        </p:txBody>
      </p:sp>
      <p:sp>
        <p:nvSpPr>
          <p:cNvPr id="16" name="사각형: 둥근 모서리 15">
            <a:extLst>
              <a:ext uri="{FF2B5EF4-FFF2-40B4-BE49-F238E27FC236}">
                <a16:creationId xmlns:a16="http://schemas.microsoft.com/office/drawing/2014/main" id="{56FBA155-F4E1-1A35-4648-D7BCF74F70EE}"/>
              </a:ext>
            </a:extLst>
          </p:cNvPr>
          <p:cNvSpPr/>
          <p:nvPr/>
        </p:nvSpPr>
        <p:spPr>
          <a:xfrm>
            <a:off x="2973219" y="2961081"/>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j-lt"/>
              </a:rPr>
              <a:t>보호자 성함을 입력해주세요</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99331B37-900A-FEB8-0FCB-C522E318C763}"/>
              </a:ext>
            </a:extLst>
          </p:cNvPr>
          <p:cNvGrpSpPr/>
          <p:nvPr/>
        </p:nvGrpSpPr>
        <p:grpSpPr>
          <a:xfrm>
            <a:off x="4806776" y="2965525"/>
            <a:ext cx="167122" cy="175522"/>
            <a:chOff x="-1190172" y="605806"/>
            <a:chExt cx="323151" cy="339394"/>
          </a:xfrm>
        </p:grpSpPr>
        <p:sp>
          <p:nvSpPr>
            <p:cNvPr id="18" name="사각형: 둥근 모서리 17">
              <a:extLst>
                <a:ext uri="{FF2B5EF4-FFF2-40B4-BE49-F238E27FC236}">
                  <a16:creationId xmlns:a16="http://schemas.microsoft.com/office/drawing/2014/main" id="{60A82CCA-9536-63B7-E6AC-7D6ED52E5622}"/>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1052EFEB-A84B-196E-0530-A7123849E651}"/>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84001159-C6F0-5480-5449-9FBB717F470C}"/>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C5CED7A2-A0B2-8D9E-FBCD-3879BD4CF263}"/>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22" name="사각형: 둥근 모서리 21">
            <a:extLst>
              <a:ext uri="{FF2B5EF4-FFF2-40B4-BE49-F238E27FC236}">
                <a16:creationId xmlns:a16="http://schemas.microsoft.com/office/drawing/2014/main" id="{7BFD62D2-4B37-5906-B26D-2B08F1DE0621}"/>
              </a:ext>
            </a:extLst>
          </p:cNvPr>
          <p:cNvSpPr/>
          <p:nvPr/>
        </p:nvSpPr>
        <p:spPr>
          <a:xfrm>
            <a:off x="2986541" y="3283751"/>
            <a:ext cx="1311312"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성함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grpSp>
        <p:nvGrpSpPr>
          <p:cNvPr id="79" name="그룹 78">
            <a:extLst>
              <a:ext uri="{FF2B5EF4-FFF2-40B4-BE49-F238E27FC236}">
                <a16:creationId xmlns:a16="http://schemas.microsoft.com/office/drawing/2014/main" id="{09ABF1E7-8A21-F40C-7976-9A097A01ECC8}"/>
              </a:ext>
            </a:extLst>
          </p:cNvPr>
          <p:cNvGrpSpPr/>
          <p:nvPr/>
        </p:nvGrpSpPr>
        <p:grpSpPr>
          <a:xfrm>
            <a:off x="4871409" y="4098388"/>
            <a:ext cx="1062929" cy="251238"/>
            <a:chOff x="4786181" y="5198797"/>
            <a:chExt cx="1062929" cy="251238"/>
          </a:xfrm>
        </p:grpSpPr>
        <p:sp>
          <p:nvSpPr>
            <p:cNvPr id="80" name="사각형: 둥근 모서리 79">
              <a:extLst>
                <a:ext uri="{FF2B5EF4-FFF2-40B4-BE49-F238E27FC236}">
                  <a16:creationId xmlns:a16="http://schemas.microsoft.com/office/drawing/2014/main" id="{A2BDB6E9-F754-69E3-D855-9D9236638F9F}"/>
                </a:ext>
              </a:extLst>
            </p:cNvPr>
            <p:cNvSpPr/>
            <p:nvPr/>
          </p:nvSpPr>
          <p:spPr>
            <a:xfrm>
              <a:off x="4786181" y="5198797"/>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tx1"/>
                  </a:solidFill>
                  <a:latin typeface="맑은 고딕" panose="020B0503020000020004" pitchFamily="50" charset="-127"/>
                  <a:ea typeface="맑은 고딕" panose="020B0503020000020004" pitchFamily="50" charset="-127"/>
                </a:rPr>
                <a:t>취소</a:t>
              </a:r>
              <a:endParaRPr lang="ko-KR" altLang="en-US" sz="800" dirty="0">
                <a:solidFill>
                  <a:schemeClr val="tx1"/>
                </a:solidFill>
                <a:latin typeface="맑은 고딕" panose="020B0503020000020004" pitchFamily="50" charset="-127"/>
                <a:ea typeface="맑은 고딕" panose="020B0503020000020004" pitchFamily="50" charset="-127"/>
              </a:endParaRPr>
            </a:p>
          </p:txBody>
        </p:sp>
        <p:sp>
          <p:nvSpPr>
            <p:cNvPr id="81" name="사각형: 둥근 모서리 80">
              <a:extLst>
                <a:ext uri="{FF2B5EF4-FFF2-40B4-BE49-F238E27FC236}">
                  <a16:creationId xmlns:a16="http://schemas.microsoft.com/office/drawing/2014/main" id="{537AC80B-D1EB-ABE8-CDF7-302026E32FE5}"/>
                </a:ext>
              </a:extLst>
            </p:cNvPr>
            <p:cNvSpPr/>
            <p:nvPr/>
          </p:nvSpPr>
          <p:spPr>
            <a:xfrm>
              <a:off x="5363707" y="5198797"/>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bg1"/>
                  </a:solidFill>
                  <a:latin typeface="맑은 고딕" panose="020B0503020000020004" pitchFamily="50" charset="-127"/>
                  <a:ea typeface="맑은 고딕" panose="020B0503020000020004" pitchFamily="50" charset="-127"/>
                </a:rPr>
                <a:t>저장</a:t>
              </a:r>
              <a:endParaRPr lang="ko-KR" altLang="en-US" sz="800" dirty="0">
                <a:solidFill>
                  <a:schemeClr val="bg1"/>
                </a:solidFill>
                <a:latin typeface="맑은 고딕" panose="020B0503020000020004" pitchFamily="50" charset="-127"/>
                <a:ea typeface="맑은 고딕" panose="020B0503020000020004" pitchFamily="50" charset="-127"/>
              </a:endParaRPr>
            </a:p>
          </p:txBody>
        </p:sp>
      </p:grpSp>
      <p:grpSp>
        <p:nvGrpSpPr>
          <p:cNvPr id="15" name="그룹 14">
            <a:extLst>
              <a:ext uri="{FF2B5EF4-FFF2-40B4-BE49-F238E27FC236}">
                <a16:creationId xmlns:a16="http://schemas.microsoft.com/office/drawing/2014/main" id="{0C879650-661E-F425-AD97-D63EE866DB20}"/>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9B862397-C3FD-40D1-7F7E-566538AB01D6}"/>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4E58F748-4342-D51A-A334-3A762277C995}"/>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1F92C2B0-751B-FE29-9A3B-89C90C2EFEED}"/>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DD48ECFC-3A0C-15F8-01CA-418214204683}"/>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849E32C3-7BB4-9039-C44E-8186A0BE8C2F}"/>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EBF4B46C-2D67-F020-DEE6-399E433D5892}"/>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35CBD119-16CB-9CF3-1109-AD7E066711F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50E898AF-FC3B-D892-25F2-4600293B3F5D}"/>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29FA7421-3FF3-0D45-15A7-C663FC3B17CA}"/>
              </a:ext>
            </a:extLst>
          </p:cNvPr>
          <p:cNvGrpSpPr/>
          <p:nvPr/>
        </p:nvGrpSpPr>
        <p:grpSpPr>
          <a:xfrm>
            <a:off x="2973219" y="1990407"/>
            <a:ext cx="1259512" cy="190629"/>
            <a:chOff x="7873343" y="3238371"/>
            <a:chExt cx="1259512" cy="190629"/>
          </a:xfrm>
        </p:grpSpPr>
        <p:grpSp>
          <p:nvGrpSpPr>
            <p:cNvPr id="98" name="그룹 97">
              <a:extLst>
                <a:ext uri="{FF2B5EF4-FFF2-40B4-BE49-F238E27FC236}">
                  <a16:creationId xmlns:a16="http://schemas.microsoft.com/office/drawing/2014/main" id="{F3FEF0F9-8869-D392-350C-A211A752C237}"/>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B63B93A-2DDE-A1CD-0514-233654DBCA2F}"/>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D4CE4BBB-F5D5-FA1E-3A07-84599EA13456}"/>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99" name="그룹 98">
              <a:extLst>
                <a:ext uri="{FF2B5EF4-FFF2-40B4-BE49-F238E27FC236}">
                  <a16:creationId xmlns:a16="http://schemas.microsoft.com/office/drawing/2014/main" id="{1054FA7F-B13E-741B-48EC-EF3DE1A4A0FA}"/>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359DED9E-5182-20CD-247A-CAD6901BE8A2}"/>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6EB86CD9-FBC2-636D-0460-2D6AB2058E0F}"/>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grpSp>
        <p:nvGrpSpPr>
          <p:cNvPr id="104" name="그룹 103">
            <a:extLst>
              <a:ext uri="{FF2B5EF4-FFF2-40B4-BE49-F238E27FC236}">
                <a16:creationId xmlns:a16="http://schemas.microsoft.com/office/drawing/2014/main" id="{6AC4D3E5-7546-4538-FFD8-EAD9A158252A}"/>
              </a:ext>
            </a:extLst>
          </p:cNvPr>
          <p:cNvGrpSpPr/>
          <p:nvPr/>
        </p:nvGrpSpPr>
        <p:grpSpPr>
          <a:xfrm>
            <a:off x="2973219" y="2654765"/>
            <a:ext cx="3124345" cy="184666"/>
            <a:chOff x="4581657" y="3088270"/>
            <a:chExt cx="2864678" cy="184666"/>
          </a:xfrm>
        </p:grpSpPr>
        <p:sp>
          <p:nvSpPr>
            <p:cNvPr id="105" name="사각형: 둥근 모서리 104">
              <a:extLst>
                <a:ext uri="{FF2B5EF4-FFF2-40B4-BE49-F238E27FC236}">
                  <a16:creationId xmlns:a16="http://schemas.microsoft.com/office/drawing/2014/main" id="{B1E84897-01F0-3987-0D2D-F0C9A536727F}"/>
                </a:ext>
              </a:extLst>
            </p:cNvPr>
            <p:cNvSpPr/>
            <p:nvPr/>
          </p:nvSpPr>
          <p:spPr>
            <a:xfrm>
              <a:off x="4581657" y="3088270"/>
              <a:ext cx="2715018"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tx1"/>
                  </a:solidFill>
                  <a:latin typeface="+mj-lt"/>
                </a:rPr>
                <a:t>01012341234</a:t>
              </a:r>
              <a:endParaRPr lang="ko-KR" altLang="en-US" sz="600" dirty="0">
                <a:solidFill>
                  <a:schemeClr val="tx1"/>
                </a:solidFill>
                <a:latin typeface="+mj-lt"/>
              </a:endParaRPr>
            </a:p>
          </p:txBody>
        </p:sp>
        <p:sp>
          <p:nvSpPr>
            <p:cNvPr id="106" name="TextBox 105">
              <a:extLst>
                <a:ext uri="{FF2B5EF4-FFF2-40B4-BE49-F238E27FC236}">
                  <a16:creationId xmlns:a16="http://schemas.microsoft.com/office/drawing/2014/main" id="{A36A0CD7-E57C-8BF8-6D60-049D1D49F042}"/>
                </a:ext>
              </a:extLst>
            </p:cNvPr>
            <p:cNvSpPr txBox="1"/>
            <p:nvPr/>
          </p:nvSpPr>
          <p:spPr>
            <a:xfrm>
              <a:off x="6950510" y="3103659"/>
              <a:ext cx="495825" cy="169277"/>
            </a:xfrm>
            <a:prstGeom prst="rect">
              <a:avLst/>
            </a:prstGeom>
            <a:noFill/>
          </p:spPr>
          <p:txBody>
            <a:bodyPr wrap="square" rtlCol="0">
              <a:spAutoFit/>
            </a:bodyPr>
            <a:lstStyle/>
            <a:p>
              <a:r>
                <a:rPr lang="en-US" altLang="ko-KR" sz="500" dirty="0">
                  <a:solidFill>
                    <a:schemeClr val="bg1">
                      <a:lumMod val="50000"/>
                    </a:schemeClr>
                  </a:solidFill>
                </a:rPr>
                <a:t>3/10 </a:t>
              </a:r>
              <a:r>
                <a:rPr lang="ko-KR" altLang="en-US" sz="500" dirty="0">
                  <a:solidFill>
                    <a:schemeClr val="bg1">
                      <a:lumMod val="50000"/>
                    </a:schemeClr>
                  </a:solidFill>
                </a:rPr>
                <a:t>자</a:t>
              </a:r>
            </a:p>
          </p:txBody>
        </p:sp>
      </p:grpSp>
      <p:sp>
        <p:nvSpPr>
          <p:cNvPr id="108" name="사각형: 둥근 모서리 107">
            <a:extLst>
              <a:ext uri="{FF2B5EF4-FFF2-40B4-BE49-F238E27FC236}">
                <a16:creationId xmlns:a16="http://schemas.microsoft.com/office/drawing/2014/main" id="{93DF8AD9-3D6F-4C5E-BBDB-8A96F6789CEA}"/>
              </a:ext>
            </a:extLst>
          </p:cNvPr>
          <p:cNvSpPr/>
          <p:nvPr/>
        </p:nvSpPr>
        <p:spPr>
          <a:xfrm>
            <a:off x="9049760" y="4098388"/>
            <a:ext cx="485403" cy="251237"/>
          </a:xfrm>
          <a:prstGeom prst="roundRect">
            <a:avLst/>
          </a:prstGeom>
          <a:solidFill>
            <a:srgbClr val="C00000"/>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탈퇴</a:t>
            </a:r>
          </a:p>
        </p:txBody>
      </p:sp>
      <p:sp>
        <p:nvSpPr>
          <p:cNvPr id="13" name="직사각형 12">
            <a:extLst>
              <a:ext uri="{FF2B5EF4-FFF2-40B4-BE49-F238E27FC236}">
                <a16:creationId xmlns:a16="http://schemas.microsoft.com/office/drawing/2014/main" id="{051AB826-3928-CB8A-BD57-02D0C3157A78}"/>
              </a:ext>
            </a:extLst>
          </p:cNvPr>
          <p:cNvSpPr/>
          <p:nvPr/>
        </p:nvSpPr>
        <p:spPr>
          <a:xfrm>
            <a:off x="163295" y="584801"/>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사각형: 둥근 모서리 13">
            <a:extLst>
              <a:ext uri="{FF2B5EF4-FFF2-40B4-BE49-F238E27FC236}">
                <a16:creationId xmlns:a16="http://schemas.microsoft.com/office/drawing/2014/main" id="{C3568213-F59B-C3D4-834C-8DA336ECDF1A}"/>
              </a:ext>
            </a:extLst>
          </p:cNvPr>
          <p:cNvSpPr/>
          <p:nvPr/>
        </p:nvSpPr>
        <p:spPr>
          <a:xfrm>
            <a:off x="3449466" y="2515085"/>
            <a:ext cx="3997268" cy="1668333"/>
          </a:xfrm>
          <a:prstGeom prst="roundRect">
            <a:avLst>
              <a:gd name="adj" fmla="val 5825"/>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TextBox 22">
            <a:extLst>
              <a:ext uri="{FF2B5EF4-FFF2-40B4-BE49-F238E27FC236}">
                <a16:creationId xmlns:a16="http://schemas.microsoft.com/office/drawing/2014/main" id="{035CD144-10E1-64C7-0E1C-E18685D4AAC9}"/>
              </a:ext>
            </a:extLst>
          </p:cNvPr>
          <p:cNvSpPr txBox="1"/>
          <p:nvPr/>
        </p:nvSpPr>
        <p:spPr>
          <a:xfrm>
            <a:off x="3525407" y="2587871"/>
            <a:ext cx="1558255" cy="230832"/>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보호자 검색</a:t>
            </a:r>
          </a:p>
        </p:txBody>
      </p:sp>
      <p:sp>
        <p:nvSpPr>
          <p:cNvPr id="24" name="사각형: 둥근 모서리 23">
            <a:extLst>
              <a:ext uri="{FF2B5EF4-FFF2-40B4-BE49-F238E27FC236}">
                <a16:creationId xmlns:a16="http://schemas.microsoft.com/office/drawing/2014/main" id="{FA39B300-EF62-273F-B027-605D74310FC4}"/>
              </a:ext>
            </a:extLst>
          </p:cNvPr>
          <p:cNvSpPr/>
          <p:nvPr/>
        </p:nvSpPr>
        <p:spPr>
          <a:xfrm>
            <a:off x="5202465" y="3894076"/>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25" name="직사각형 24">
            <a:extLst>
              <a:ext uri="{FF2B5EF4-FFF2-40B4-BE49-F238E27FC236}">
                <a16:creationId xmlns:a16="http://schemas.microsoft.com/office/drawing/2014/main" id="{BC2A577D-6673-B689-7228-1F27444F2161}"/>
              </a:ext>
            </a:extLst>
          </p:cNvPr>
          <p:cNvSpPr/>
          <p:nvPr/>
        </p:nvSpPr>
        <p:spPr>
          <a:xfrm>
            <a:off x="3459714" y="2540608"/>
            <a:ext cx="3987019" cy="1668333"/>
          </a:xfrm>
          <a:prstGeom prst="rect">
            <a:avLst/>
          </a:prstGeom>
          <a:noFill/>
          <a:ln w="63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a:extLst>
              <a:ext uri="{FF2B5EF4-FFF2-40B4-BE49-F238E27FC236}">
                <a16:creationId xmlns:a16="http://schemas.microsoft.com/office/drawing/2014/main" id="{BC78A512-6CFC-15E4-2C5C-DC3EB2C6F9C7}"/>
              </a:ext>
            </a:extLst>
          </p:cNvPr>
          <p:cNvSpPr/>
          <p:nvPr/>
        </p:nvSpPr>
        <p:spPr>
          <a:xfrm>
            <a:off x="3363117" y="2416523"/>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a:t>
            </a:r>
            <a:endParaRPr lang="ko-KR" altLang="en-US" sz="800" dirty="0">
              <a:latin typeface="Arial Black" panose="020B0A04020102020204" pitchFamily="34" charset="0"/>
            </a:endParaRPr>
          </a:p>
        </p:txBody>
      </p:sp>
      <p:sp>
        <p:nvSpPr>
          <p:cNvPr id="27" name="사각형: 둥근 모서리 26">
            <a:extLst>
              <a:ext uri="{FF2B5EF4-FFF2-40B4-BE49-F238E27FC236}">
                <a16:creationId xmlns:a16="http://schemas.microsoft.com/office/drawing/2014/main" id="{9EE1E321-EE6F-96F0-371A-2980FB5B04EC}"/>
              </a:ext>
            </a:extLst>
          </p:cNvPr>
          <p:cNvSpPr/>
          <p:nvPr/>
        </p:nvSpPr>
        <p:spPr>
          <a:xfrm flipV="1">
            <a:off x="3525407" y="2824998"/>
            <a:ext cx="3760738" cy="336186"/>
          </a:xfrm>
          <a:prstGeom prst="roundRect">
            <a:avLst>
              <a:gd name="adj" fmla="val 14699"/>
            </a:avLst>
          </a:prstGeom>
          <a:solidFill>
            <a:schemeClr val="bg1">
              <a:lumMod val="95000"/>
            </a:schemeClr>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사각형: 둥근 모서리 27">
            <a:extLst>
              <a:ext uri="{FF2B5EF4-FFF2-40B4-BE49-F238E27FC236}">
                <a16:creationId xmlns:a16="http://schemas.microsoft.com/office/drawing/2014/main" id="{013A5F9D-F494-E7FA-40A8-FDAA5C911069}"/>
              </a:ext>
            </a:extLst>
          </p:cNvPr>
          <p:cNvSpPr/>
          <p:nvPr/>
        </p:nvSpPr>
        <p:spPr>
          <a:xfrm>
            <a:off x="3606041" y="2873751"/>
            <a:ext cx="2116087" cy="230581"/>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tx1"/>
                </a:solidFill>
                <a:latin typeface="+mj-lt"/>
              </a:rPr>
              <a:t>이대한</a:t>
            </a:r>
          </a:p>
        </p:txBody>
      </p:sp>
      <p:sp>
        <p:nvSpPr>
          <p:cNvPr id="29" name="사각형: 둥근 모서리 28">
            <a:extLst>
              <a:ext uri="{FF2B5EF4-FFF2-40B4-BE49-F238E27FC236}">
                <a16:creationId xmlns:a16="http://schemas.microsoft.com/office/drawing/2014/main" id="{97A7D576-9142-6BA9-FCD4-7A8B81CE5485}"/>
              </a:ext>
            </a:extLst>
          </p:cNvPr>
          <p:cNvSpPr/>
          <p:nvPr/>
        </p:nvSpPr>
        <p:spPr>
          <a:xfrm>
            <a:off x="5763584" y="2886487"/>
            <a:ext cx="468658" cy="213208"/>
          </a:xfrm>
          <a:prstGeom prst="roundRect">
            <a:avLst/>
          </a:prstGeom>
          <a:solidFill>
            <a:srgbClr val="0075FF"/>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a:solidFill>
                  <a:schemeClr val="bg1"/>
                </a:solidFill>
                <a:latin typeface="맑은 고딕" panose="020B0503020000020004" pitchFamily="50" charset="-127"/>
                <a:ea typeface="맑은 고딕" panose="020B0503020000020004" pitchFamily="50" charset="-127"/>
              </a:rPr>
              <a:t>검색</a:t>
            </a:r>
            <a:endParaRPr lang="ko-KR" altLang="en-US" sz="700" dirty="0">
              <a:solidFill>
                <a:schemeClr val="bg1"/>
              </a:solidFill>
              <a:latin typeface="맑은 고딕" panose="020B0503020000020004" pitchFamily="50" charset="-127"/>
              <a:ea typeface="맑은 고딕" panose="020B0503020000020004" pitchFamily="50" charset="-127"/>
            </a:endParaRPr>
          </a:p>
        </p:txBody>
      </p:sp>
      <p:graphicFrame>
        <p:nvGraphicFramePr>
          <p:cNvPr id="30" name="표 29">
            <a:extLst>
              <a:ext uri="{FF2B5EF4-FFF2-40B4-BE49-F238E27FC236}">
                <a16:creationId xmlns:a16="http://schemas.microsoft.com/office/drawing/2014/main" id="{C5E20F3F-ECA4-C321-8C0F-D2BF58A6DAE2}"/>
              </a:ext>
            </a:extLst>
          </p:cNvPr>
          <p:cNvGraphicFramePr>
            <a:graphicFrameLocks noGrp="1"/>
          </p:cNvGraphicFramePr>
          <p:nvPr>
            <p:extLst>
              <p:ext uri="{D42A27DB-BD31-4B8C-83A1-F6EECF244321}">
                <p14:modId xmlns:p14="http://schemas.microsoft.com/office/powerpoint/2010/main" val="2215767347"/>
              </p:ext>
            </p:extLst>
          </p:nvPr>
        </p:nvGraphicFramePr>
        <p:xfrm>
          <a:off x="3525406" y="3238762"/>
          <a:ext cx="3760738" cy="556752"/>
        </p:xfrm>
        <a:graphic>
          <a:graphicData uri="http://schemas.openxmlformats.org/drawingml/2006/table">
            <a:tbl>
              <a:tblPr firstRow="1" bandRow="1">
                <a:tableStyleId>{5940675A-B579-460E-94D1-54222C63F5DA}</a:tableStyleId>
              </a:tblPr>
              <a:tblGrid>
                <a:gridCol w="772274">
                  <a:extLst>
                    <a:ext uri="{9D8B030D-6E8A-4147-A177-3AD203B41FA5}">
                      <a16:colId xmlns:a16="http://schemas.microsoft.com/office/drawing/2014/main" val="494236094"/>
                    </a:ext>
                  </a:extLst>
                </a:gridCol>
                <a:gridCol w="1066874">
                  <a:extLst>
                    <a:ext uri="{9D8B030D-6E8A-4147-A177-3AD203B41FA5}">
                      <a16:colId xmlns:a16="http://schemas.microsoft.com/office/drawing/2014/main" val="1705733339"/>
                    </a:ext>
                  </a:extLst>
                </a:gridCol>
                <a:gridCol w="1921590">
                  <a:extLst>
                    <a:ext uri="{9D8B030D-6E8A-4147-A177-3AD203B41FA5}">
                      <a16:colId xmlns:a16="http://schemas.microsoft.com/office/drawing/2014/main" val="3828826144"/>
                    </a:ext>
                  </a:extLst>
                </a:gridCol>
              </a:tblGrid>
              <a:tr h="0">
                <a:tc>
                  <a:txBody>
                    <a:bodyPr/>
                    <a:lstStyle/>
                    <a:p>
                      <a:pPr algn="ctr" latinLnBrk="1"/>
                      <a:r>
                        <a:rPr lang="ko-KR" altLang="en-US" sz="700" dirty="0">
                          <a:solidFill>
                            <a:schemeClr val="tx1"/>
                          </a:solidFill>
                        </a:rPr>
                        <a:t>회원번호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700" dirty="0"/>
                        <a:t>성함</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700" dirty="0"/>
                        <a:t>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1871447"/>
                  </a:ext>
                </a:extLst>
              </a:tr>
              <a:tr h="155287">
                <a:tc>
                  <a:txBody>
                    <a:bodyPr/>
                    <a:lstStyle/>
                    <a:p>
                      <a:pPr algn="ctr" latinLnBrk="1"/>
                      <a:r>
                        <a:rPr lang="en-US" altLang="ko-KR" sz="700" u="none" dirty="0">
                          <a:solidFill>
                            <a:schemeClr val="tx1"/>
                          </a:solidFill>
                        </a:rPr>
                        <a:t>20250401011</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ko-KR" altLang="en-US" sz="700" dirty="0"/>
                        <a:t>이대한</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en-US" altLang="ko-KR" sz="700" dirty="0"/>
                        <a:t>010-1234-2255</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8003367"/>
                  </a:ext>
                </a:extLst>
              </a:tr>
              <a:tr h="106844">
                <a:tc>
                  <a:txBody>
                    <a:bodyPr/>
                    <a:lstStyle/>
                    <a:p>
                      <a:pPr algn="ctr" latinLnBrk="1"/>
                      <a:r>
                        <a:rPr lang="en-US" altLang="ko-KR" sz="700" u="none" dirty="0">
                          <a:solidFill>
                            <a:schemeClr val="tx1"/>
                          </a:solidFill>
                        </a:rPr>
                        <a:t>20250312013</a:t>
                      </a:r>
                      <a:endParaRPr lang="ko-KR" altLang="en-US" sz="700" u="none"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ko-KR" altLang="en-US" sz="700" dirty="0"/>
                        <a:t>이대한민국</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en-US" altLang="ko-KR" sz="700" dirty="0"/>
                        <a:t>010-3244-1234</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59496548"/>
                  </a:ext>
                </a:extLst>
              </a:tr>
            </a:tbl>
          </a:graphicData>
        </a:graphic>
      </p:graphicFrame>
    </p:spTree>
    <p:extLst>
      <p:ext uri="{BB962C8B-B14F-4D97-AF65-F5344CB8AC3E}">
        <p14:creationId xmlns:p14="http://schemas.microsoft.com/office/powerpoint/2010/main" val="6109516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F1B42-8C92-AD48-7191-6697E6E2BE2D}"/>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25F67D91-91CE-32D9-9A41-88134D7E2E39}"/>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2E0998A5-C988-5ECC-87AD-73102B4F51E3}"/>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1123CA84-E937-4212-9538-FEA6FA375593}"/>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7EF5881A-B668-E8F7-CC91-2280A34D6F86}"/>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6098AB22-92C4-AB3D-19E3-2E60DDE2A93E}"/>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50369683-2863-0695-757A-70D2D1B8054D}"/>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D66143B1-B8E9-7374-1AA7-6833D545F772}"/>
              </a:ext>
            </a:extLst>
          </p:cNvPr>
          <p:cNvGraphicFramePr>
            <a:graphicFrameLocks noGrp="1"/>
          </p:cNvGraphicFramePr>
          <p:nvPr>
            <p:extLst>
              <p:ext uri="{D42A27DB-BD31-4B8C-83A1-F6EECF244321}">
                <p14:modId xmlns:p14="http://schemas.microsoft.com/office/powerpoint/2010/main" val="3447667237"/>
              </p:ext>
            </p:extLst>
          </p:nvPr>
        </p:nvGraphicFramePr>
        <p:xfrm>
          <a:off x="1877224" y="2302658"/>
          <a:ext cx="7798002" cy="3950504"/>
        </p:xfrm>
        <a:graphic>
          <a:graphicData uri="http://schemas.openxmlformats.org/drawingml/2006/table">
            <a:tbl>
              <a:tblPr firstRow="1" bandRow="1">
                <a:tableStyleId>{F2DE63D5-997A-4646-A377-4702673A728D}</a:tableStyleId>
              </a:tblPr>
              <a:tblGrid>
                <a:gridCol w="534436">
                  <a:extLst>
                    <a:ext uri="{9D8B030D-6E8A-4147-A177-3AD203B41FA5}">
                      <a16:colId xmlns:a16="http://schemas.microsoft.com/office/drawing/2014/main" val="70353123"/>
                    </a:ext>
                  </a:extLst>
                </a:gridCol>
                <a:gridCol w="583953">
                  <a:extLst>
                    <a:ext uri="{9D8B030D-6E8A-4147-A177-3AD203B41FA5}">
                      <a16:colId xmlns:a16="http://schemas.microsoft.com/office/drawing/2014/main" val="1182565156"/>
                    </a:ext>
                  </a:extLst>
                </a:gridCol>
                <a:gridCol w="1204912">
                  <a:extLst>
                    <a:ext uri="{9D8B030D-6E8A-4147-A177-3AD203B41FA5}">
                      <a16:colId xmlns:a16="http://schemas.microsoft.com/office/drawing/2014/main" val="4036531476"/>
                    </a:ext>
                  </a:extLst>
                </a:gridCol>
                <a:gridCol w="1357313">
                  <a:extLst>
                    <a:ext uri="{9D8B030D-6E8A-4147-A177-3AD203B41FA5}">
                      <a16:colId xmlns:a16="http://schemas.microsoft.com/office/drawing/2014/main" val="3520776532"/>
                    </a:ext>
                  </a:extLst>
                </a:gridCol>
                <a:gridCol w="1871662">
                  <a:extLst>
                    <a:ext uri="{9D8B030D-6E8A-4147-A177-3AD203B41FA5}">
                      <a16:colId xmlns:a16="http://schemas.microsoft.com/office/drawing/2014/main" val="4011861007"/>
                    </a:ext>
                  </a:extLst>
                </a:gridCol>
                <a:gridCol w="914400">
                  <a:extLst>
                    <a:ext uri="{9D8B030D-6E8A-4147-A177-3AD203B41FA5}">
                      <a16:colId xmlns:a16="http://schemas.microsoft.com/office/drawing/2014/main" val="3753115841"/>
                    </a:ext>
                  </a:extLst>
                </a:gridCol>
                <a:gridCol w="762000">
                  <a:extLst>
                    <a:ext uri="{9D8B030D-6E8A-4147-A177-3AD203B41FA5}">
                      <a16:colId xmlns:a16="http://schemas.microsoft.com/office/drawing/2014/main" val="4107981296"/>
                    </a:ext>
                  </a:extLst>
                </a:gridCol>
                <a:gridCol w="569326">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등록번호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err="1">
                          <a:solidFill>
                            <a:schemeClr val="tx1"/>
                          </a:solidFill>
                        </a:rPr>
                        <a:t>시설명</a:t>
                      </a:r>
                      <a:endParaRPr lang="ko-KR" altLang="en-US" sz="800" dirty="0">
                        <a:solidFill>
                          <a:schemeClr val="tx1"/>
                        </a:solidFill>
                      </a:endParaRP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주소</a:t>
                      </a:r>
                    </a:p>
                  </a:txBody>
                  <a:tcPr marL="0" marR="0" anchor="ctr">
                    <a:noFill/>
                  </a:tcPr>
                </a:tc>
                <a:tc>
                  <a:txBody>
                    <a:bodyPr/>
                    <a:lstStyle/>
                    <a:p>
                      <a:pPr algn="ctr" latinLnBrk="1"/>
                      <a:r>
                        <a:rPr lang="ko-KR" altLang="en-US" sz="800" dirty="0">
                          <a:solidFill>
                            <a:schemeClr val="tx1"/>
                          </a:solidFill>
                        </a:rPr>
                        <a:t>최종 수정일</a:t>
                      </a:r>
                    </a:p>
                  </a:txBody>
                  <a:tcPr marL="0" marR="0" anchor="ctr">
                    <a:noFill/>
                  </a:tcPr>
                </a:tc>
                <a:tc>
                  <a:txBody>
                    <a:bodyPr/>
                    <a:lstStyle/>
                    <a:p>
                      <a:pPr algn="ctr" latinLnBrk="1"/>
                      <a:r>
                        <a:rPr lang="ko-KR" altLang="en-US" sz="800" dirty="0">
                          <a:solidFill>
                            <a:schemeClr val="tx1"/>
                          </a:solidFill>
                        </a:rPr>
                        <a:t>노출</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199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희망내과</a:t>
                      </a:r>
                    </a:p>
                  </a:txBody>
                  <a:tcPr marL="0" marR="0" anchor="ctr"/>
                </a:tc>
                <a:tc>
                  <a:txBody>
                    <a:bodyPr/>
                    <a:lstStyle/>
                    <a:p>
                      <a:pPr algn="ctr" latinLnBrk="1"/>
                      <a:r>
                        <a:rPr lang="en-US" altLang="ko-KR" sz="800" dirty="0"/>
                        <a:t>043-241-1234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a:t>
                      </a:r>
                      <a:r>
                        <a:rPr lang="ko-KR" altLang="en-US" sz="800" dirty="0" err="1"/>
                        <a:t>상당로</a:t>
                      </a:r>
                      <a:r>
                        <a:rPr lang="ko-KR" altLang="en-US" sz="800" dirty="0"/>
                        <a:t> </a:t>
                      </a:r>
                      <a:r>
                        <a:rPr lang="en-US" altLang="ko-KR" sz="800" dirty="0"/>
                        <a:t>102</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198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무더위쉼터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algn="ctr" latinLnBrk="1"/>
                      <a:r>
                        <a:rPr lang="en-US" altLang="ko-KR" sz="800" dirty="0"/>
                        <a:t>043-212-5678</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무심서로 </a:t>
                      </a:r>
                      <a:r>
                        <a:rPr lang="en-US" altLang="ko-KR" sz="800" dirty="0"/>
                        <a:t>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197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한파쉼터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algn="ctr" latinLnBrk="1"/>
                      <a:r>
                        <a:rPr lang="en-US" altLang="ko-KR" sz="800" dirty="0"/>
                        <a:t>043-255-3344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가로수로 </a:t>
                      </a:r>
                      <a:r>
                        <a:rPr lang="en-US" altLang="ko-KR" sz="800" dirty="0"/>
                        <a:t>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196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경로당</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043-233-4567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서원구</a:t>
                      </a:r>
                      <a:r>
                        <a:rPr lang="ko-KR" altLang="en-US" sz="800" dirty="0"/>
                        <a:t> </a:t>
                      </a:r>
                      <a:r>
                        <a:rPr lang="ko-KR" altLang="en-US" sz="800" dirty="0" err="1"/>
                        <a:t>모충로</a:t>
                      </a:r>
                      <a:r>
                        <a:rPr lang="ko-KR" altLang="en-US" sz="800" dirty="0"/>
                        <a:t> </a:t>
                      </a:r>
                      <a:r>
                        <a:rPr lang="en-US" altLang="ko-KR" sz="800" dirty="0"/>
                        <a:t>81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195</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새봄의원</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043-228-8888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우암로</a:t>
                      </a:r>
                      <a:r>
                        <a:rPr lang="ko-KR" altLang="en-US" sz="800" dirty="0"/>
                        <a:t> </a:t>
                      </a:r>
                      <a:r>
                        <a:rPr lang="en-US" altLang="ko-KR" sz="800" dirty="0"/>
                        <a:t>131</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194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한파쉼터</a:t>
                      </a:r>
                    </a:p>
                  </a:txBody>
                  <a:tcPr marL="0" marR="0" anchor="ctr"/>
                </a:tc>
                <a:tc>
                  <a:txBody>
                    <a:bodyPr/>
                    <a:lstStyle/>
                    <a:p>
                      <a:pPr algn="ctr" latinLnBrk="1"/>
                      <a:r>
                        <a:rPr lang="ko-KR" altLang="en-US" sz="700" dirty="0">
                          <a:solidFill>
                            <a:schemeClr val="tx1"/>
                          </a:solidFill>
                        </a:rPr>
                        <a:t>은빛마을</a:t>
                      </a:r>
                      <a:br>
                        <a:rPr lang="en-US" altLang="ko-KR" sz="700" dirty="0">
                          <a:solidFill>
                            <a:schemeClr val="tx1"/>
                          </a:solidFill>
                        </a:rPr>
                      </a:br>
                      <a:r>
                        <a:rPr lang="ko-KR" altLang="en-US" sz="700" dirty="0">
                          <a:solidFill>
                            <a:schemeClr val="tx1"/>
                          </a:solidFill>
                        </a:rPr>
                        <a:t>행정복지센터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043-266-7766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오창읍</a:t>
                      </a:r>
                      <a:r>
                        <a:rPr lang="ko-KR" altLang="en-US" sz="800" dirty="0"/>
                        <a:t> </a:t>
                      </a:r>
                      <a:r>
                        <a:rPr lang="ko-KR" altLang="en-US" sz="800" dirty="0" err="1"/>
                        <a:t>중심상업로</a:t>
                      </a:r>
                      <a:r>
                        <a:rPr lang="ko-KR" altLang="en-US" sz="800" dirty="0"/>
                        <a:t> </a:t>
                      </a:r>
                      <a:r>
                        <a:rPr lang="en-US" altLang="ko-KR" sz="800" dirty="0"/>
                        <a:t>23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193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무더위쉼터</a:t>
                      </a:r>
                    </a:p>
                  </a:txBody>
                  <a:tcPr marL="0" marR="0" anchor="ctr"/>
                </a:tc>
                <a:tc>
                  <a:txBody>
                    <a:bodyPr/>
                    <a:lstStyle/>
                    <a:p>
                      <a:pPr algn="ctr" latinLnBrk="1"/>
                      <a:r>
                        <a:rPr lang="ko-KR" altLang="en-US" sz="700" dirty="0">
                          <a:solidFill>
                            <a:schemeClr val="tx1"/>
                          </a:solidFill>
                        </a:rPr>
                        <a:t>은빛쉼터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043-245-9000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내덕로</a:t>
                      </a:r>
                      <a:r>
                        <a:rPr lang="ko-KR" altLang="en-US" sz="800" dirty="0"/>
                        <a:t> </a:t>
                      </a:r>
                      <a:r>
                        <a:rPr lang="en-US" altLang="ko-KR" sz="800" dirty="0"/>
                        <a:t>27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192</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병원</a:t>
                      </a:r>
                    </a:p>
                  </a:txBody>
                  <a:tcPr marL="0" marR="0" anchor="ctr"/>
                </a:tc>
                <a:tc>
                  <a:txBody>
                    <a:bodyPr/>
                    <a:lstStyle/>
                    <a:p>
                      <a:pPr algn="ctr" latinLnBrk="1"/>
                      <a:r>
                        <a:rPr lang="ko-KR" altLang="en-US" sz="700" dirty="0">
                          <a:solidFill>
                            <a:schemeClr val="tx1"/>
                          </a:solidFill>
                        </a:rPr>
                        <a:t>다정한내과</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043-234-1111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직지대로 </a:t>
                      </a:r>
                      <a:r>
                        <a:rPr lang="en-US" altLang="ko-KR" sz="800" dirty="0"/>
                        <a:t>22</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706CC846-5A8A-D11B-38E6-F35872698637}"/>
              </a:ext>
            </a:extLst>
          </p:cNvPr>
          <p:cNvSpPr txBox="1"/>
          <p:nvPr/>
        </p:nvSpPr>
        <p:spPr>
          <a:xfrm>
            <a:off x="1640018" y="1080043"/>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정보 관리</a:t>
            </a:r>
          </a:p>
        </p:txBody>
      </p:sp>
      <p:sp>
        <p:nvSpPr>
          <p:cNvPr id="76" name="사각형: 둥근 모서리 75">
            <a:hlinkClick r:id="" action="ppaction://noaction"/>
            <a:extLst>
              <a:ext uri="{FF2B5EF4-FFF2-40B4-BE49-F238E27FC236}">
                <a16:creationId xmlns:a16="http://schemas.microsoft.com/office/drawing/2014/main" id="{5B3C36B8-1A89-698B-FA26-5105F400A726}"/>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등록</a:t>
            </a:r>
          </a:p>
        </p:txBody>
      </p:sp>
      <p:sp>
        <p:nvSpPr>
          <p:cNvPr id="87" name="TextBox 86">
            <a:extLst>
              <a:ext uri="{FF2B5EF4-FFF2-40B4-BE49-F238E27FC236}">
                <a16:creationId xmlns:a16="http://schemas.microsoft.com/office/drawing/2014/main" id="{FBB7D992-5EF2-BEE2-43F3-21514B7EE5F0}"/>
              </a:ext>
            </a:extLst>
          </p:cNvPr>
          <p:cNvSpPr txBox="1"/>
          <p:nvPr/>
        </p:nvSpPr>
        <p:spPr>
          <a:xfrm>
            <a:off x="1761990" y="1530094"/>
            <a:ext cx="1127999" cy="230832"/>
          </a:xfrm>
          <a:prstGeom prst="rect">
            <a:avLst/>
          </a:prstGeom>
          <a:noFill/>
        </p:spPr>
        <p:txBody>
          <a:bodyPr wrap="square" rtlCol="0">
            <a:spAutoFit/>
          </a:bodyPr>
          <a:lstStyle/>
          <a:p>
            <a:r>
              <a:rPr lang="ko-KR" altLang="en-US" sz="900" dirty="0"/>
              <a:t>시설 분류</a:t>
            </a:r>
          </a:p>
        </p:txBody>
      </p:sp>
      <p:grpSp>
        <p:nvGrpSpPr>
          <p:cNvPr id="89" name="그룹 88">
            <a:extLst>
              <a:ext uri="{FF2B5EF4-FFF2-40B4-BE49-F238E27FC236}">
                <a16:creationId xmlns:a16="http://schemas.microsoft.com/office/drawing/2014/main" id="{0F2DACFE-FCF0-D23C-D955-8F0E5874736B}"/>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2EF1325A-2B85-4995-A0CF-41CD12B158FB}"/>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C93C02F9-6B62-4285-4FE5-80CD4291084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grpSp>
        <p:nvGrpSpPr>
          <p:cNvPr id="104" name="그룹 103">
            <a:extLst>
              <a:ext uri="{FF2B5EF4-FFF2-40B4-BE49-F238E27FC236}">
                <a16:creationId xmlns:a16="http://schemas.microsoft.com/office/drawing/2014/main" id="{78BDF7E7-33C8-D5F4-76B1-9D551F2D23DE}"/>
              </a:ext>
            </a:extLst>
          </p:cNvPr>
          <p:cNvGrpSpPr/>
          <p:nvPr/>
        </p:nvGrpSpPr>
        <p:grpSpPr>
          <a:xfrm>
            <a:off x="3337362" y="1548708"/>
            <a:ext cx="485107" cy="184666"/>
            <a:chOff x="7717511" y="1544872"/>
            <a:chExt cx="485107" cy="184666"/>
          </a:xfrm>
        </p:grpSpPr>
        <p:sp>
          <p:nvSpPr>
            <p:cNvPr id="106" name="TextBox 105">
              <a:extLst>
                <a:ext uri="{FF2B5EF4-FFF2-40B4-BE49-F238E27FC236}">
                  <a16:creationId xmlns:a16="http://schemas.microsoft.com/office/drawing/2014/main" id="{82C42BA6-92BD-7FFD-929F-A88B4E354AAA}"/>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276DB5E2-A5CB-D4DF-C372-95FA86ACF3B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C9C91DE6-7071-3E81-64A2-2D3E7D8BD8F7}"/>
              </a:ext>
            </a:extLst>
          </p:cNvPr>
          <p:cNvSpPr/>
          <p:nvPr/>
        </p:nvSpPr>
        <p:spPr>
          <a:xfrm>
            <a:off x="3877756" y="1551058"/>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B76F076B-25C2-C597-AB7C-5B594E0FA5B6}"/>
              </a:ext>
            </a:extLst>
          </p:cNvPr>
          <p:cNvGrpSpPr/>
          <p:nvPr/>
        </p:nvGrpSpPr>
        <p:grpSpPr>
          <a:xfrm>
            <a:off x="5117486" y="1555502"/>
            <a:ext cx="167122" cy="175522"/>
            <a:chOff x="-1190172" y="605806"/>
            <a:chExt cx="323151" cy="339394"/>
          </a:xfrm>
        </p:grpSpPr>
        <p:sp>
          <p:nvSpPr>
            <p:cNvPr id="146" name="사각형: 둥근 모서리 145">
              <a:extLst>
                <a:ext uri="{FF2B5EF4-FFF2-40B4-BE49-F238E27FC236}">
                  <a16:creationId xmlns:a16="http://schemas.microsoft.com/office/drawing/2014/main" id="{DE70A2C9-143D-241C-9A54-7D0E115A607F}"/>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5245BE1B-E67F-5963-BA0A-A04D6942B5D4}"/>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9291F853-5C5B-BEDE-B38F-BF48116FBB61}"/>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F8BB67A4-B1FA-B85E-377A-53971C480B9F}"/>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8C71E7F4-F6B1-9EC8-7F3C-DC2989F1559B}"/>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37D7672B-BDA3-3034-B9F1-1B869F076724}"/>
              </a:ext>
            </a:extLst>
          </p:cNvPr>
          <p:cNvSpPr txBox="1"/>
          <p:nvPr/>
        </p:nvSpPr>
        <p:spPr>
          <a:xfrm>
            <a:off x="1738136" y="2011509"/>
            <a:ext cx="715983" cy="230832"/>
          </a:xfrm>
          <a:prstGeom prst="rect">
            <a:avLst/>
          </a:prstGeom>
          <a:noFill/>
        </p:spPr>
        <p:txBody>
          <a:bodyPr wrap="square" rtlCol="0">
            <a:spAutoFit/>
          </a:bodyPr>
          <a:lstStyle/>
          <a:p>
            <a:r>
              <a:rPr lang="ko-KR" altLang="en-US" sz="900" dirty="0"/>
              <a:t>시설</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A7AABA5E-3E37-5152-BA46-21AADFFAA453}"/>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41" name="타원 240">
            <a:extLst>
              <a:ext uri="{FF2B5EF4-FFF2-40B4-BE49-F238E27FC236}">
                <a16:creationId xmlns:a16="http://schemas.microsoft.com/office/drawing/2014/main" id="{A1FF074D-51C0-6639-34FA-CE6DD24EBEF6}"/>
              </a:ext>
            </a:extLst>
          </p:cNvPr>
          <p:cNvSpPr/>
          <p:nvPr/>
        </p:nvSpPr>
        <p:spPr>
          <a:xfrm>
            <a:off x="2283552" y="13763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8432172D-FF60-140C-D118-9F8F6A200D28}"/>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3B4CAF06-14DD-E33D-5D49-4A19F860D336}"/>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9FC4B196-2B5E-1DAF-CCFF-12F6528030CB}"/>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A2D888F1-682C-0001-22A9-05F91516463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7FF7EDA1-5532-1646-252D-8ECA3F167DD0}"/>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881BB36D-457B-9A96-3670-3F80D5D1DF80}"/>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81599444-46DC-D822-B951-568BF79E5547}"/>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4A4C30A8-D376-F5F0-44BC-B1BD9E9092FF}"/>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9CED6AD0-B10C-3AAE-0419-2B99EB70CDD0}"/>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AF8B972C-E84A-02B5-653D-37E6778F361C}"/>
              </a:ext>
            </a:extLst>
          </p:cNvPr>
          <p:cNvGraphicFramePr>
            <a:graphicFrameLocks noGrp="1"/>
          </p:cNvGraphicFramePr>
          <p:nvPr>
            <p:extLst>
              <p:ext uri="{D42A27DB-BD31-4B8C-83A1-F6EECF244321}">
                <p14:modId xmlns:p14="http://schemas.microsoft.com/office/powerpoint/2010/main" val="20633730"/>
              </p:ext>
            </p:extLst>
          </p:nvPr>
        </p:nvGraphicFramePr>
        <p:xfrm>
          <a:off x="10020525" y="754151"/>
          <a:ext cx="1997267" cy="195720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정보 관리 목록 </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3826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시설 분류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선택한 타입의 시설만 노출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선택 시 데이터 갱신 요망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46686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시설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 전체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전체 데이터 검색어 검색</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등록번호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등록번호로 검색</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시설명</a:t>
                      </a:r>
                      <a:r>
                        <a:rPr lang="ko-KR" altLang="en-US" sz="800" b="0"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시설명으로 검색</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연락처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연락처 검색</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주소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주소검색</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800" b="0" spc="0" baseline="0" dirty="0">
                          <a:solidFill>
                            <a:schemeClr val="tx1"/>
                          </a:solidFill>
                          <a:latin typeface="나눔고딕" panose="020D0604000000000000" pitchFamily="50" charset="-127"/>
                          <a:ea typeface="나눔고딕" panose="020D0604000000000000" pitchFamily="50" charset="-127"/>
                        </a:rPr>
                        <a:t>2</a:t>
                      </a:r>
                      <a:r>
                        <a:rPr lang="ko-KR" altLang="en-US" sz="800" b="0" spc="0" baseline="0" dirty="0">
                          <a:solidFill>
                            <a:schemeClr val="tx1"/>
                          </a:solidFill>
                          <a:latin typeface="나눔고딕" panose="020D0604000000000000" pitchFamily="50" charset="-127"/>
                          <a:ea typeface="나눔고딕" panose="020D0604000000000000" pitchFamily="50" charset="-127"/>
                        </a:rPr>
                        <a:t>자 이상 필수</a:t>
                      </a:r>
                      <a:r>
                        <a:rPr lang="en-US" altLang="ko-KR" sz="800" b="0" spc="0" baseline="0" dirty="0">
                          <a:solidFill>
                            <a:schemeClr val="tx1"/>
                          </a:solidFill>
                          <a:latin typeface="나눔고딕" panose="020D0604000000000000" pitchFamily="50" charset="-127"/>
                          <a:ea typeface="나눔고딕" panose="020D0604000000000000" pitchFamily="50" charset="-127"/>
                        </a:rPr>
                        <a:t>(2-1)</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검색 시 연관검색</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분류타입과 </a:t>
                      </a:r>
                      <a:r>
                        <a:rPr lang="en-US" altLang="ko-KR" sz="800" b="0" spc="0" baseline="0" dirty="0">
                          <a:solidFill>
                            <a:schemeClr val="tx1"/>
                          </a:solidFill>
                          <a:latin typeface="나눔고딕" panose="020D0604000000000000" pitchFamily="50" charset="-127"/>
                          <a:ea typeface="나눔고딕" panose="020D0604000000000000" pitchFamily="50" charset="-127"/>
                        </a:rPr>
                        <a:t>AND </a:t>
                      </a:r>
                      <a:r>
                        <a:rPr lang="ko-KR" altLang="en-US" sz="800" b="0" spc="0" baseline="0" dirty="0">
                          <a:solidFill>
                            <a:schemeClr val="tx1"/>
                          </a:solidFill>
                          <a:latin typeface="나눔고딕" panose="020D0604000000000000" pitchFamily="50" charset="-127"/>
                          <a:ea typeface="나눔고딕" panose="020D0604000000000000" pitchFamily="50" charset="-127"/>
                        </a:rPr>
                        <a:t>검색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graphicFrame>
        <p:nvGraphicFramePr>
          <p:cNvPr id="4" name="표 3">
            <a:extLst>
              <a:ext uri="{FF2B5EF4-FFF2-40B4-BE49-F238E27FC236}">
                <a16:creationId xmlns:a16="http://schemas.microsoft.com/office/drawing/2014/main" id="{EA23D38A-1FC5-DFAB-B893-1D4B0B0D5821}"/>
              </a:ext>
            </a:extLst>
          </p:cNvPr>
          <p:cNvGraphicFramePr>
            <a:graphicFrameLocks/>
          </p:cNvGraphicFramePr>
          <p:nvPr>
            <p:extLst>
              <p:ext uri="{D42A27DB-BD31-4B8C-83A1-F6EECF244321}">
                <p14:modId xmlns:p14="http://schemas.microsoft.com/office/powerpoint/2010/main" val="2990361646"/>
              </p:ext>
            </p:extLst>
          </p:nvPr>
        </p:nvGraphicFramePr>
        <p:xfrm>
          <a:off x="3337362" y="1760630"/>
          <a:ext cx="739396" cy="1047190"/>
        </p:xfrm>
        <a:graphic>
          <a:graphicData uri="http://schemas.openxmlformats.org/drawingml/2006/table">
            <a:tbl>
              <a:tblPr firstRow="1" bandRow="1">
                <a:tableStyleId>{5940675A-B579-460E-94D1-54222C63F5DA}</a:tableStyleId>
              </a:tblPr>
              <a:tblGrid>
                <a:gridCol w="739396">
                  <a:extLst>
                    <a:ext uri="{9D8B030D-6E8A-4147-A177-3AD203B41FA5}">
                      <a16:colId xmlns:a16="http://schemas.microsoft.com/office/drawing/2014/main" val="412119060"/>
                    </a:ext>
                  </a:extLst>
                </a:gridCol>
              </a:tblGrid>
              <a:tr h="209438">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등록번호</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err="1"/>
                        <a:t>시설명</a:t>
                      </a:r>
                      <a:endParaRPr lang="ko-KR" altLang="en-US" sz="600" dirty="0"/>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r h="209438">
                <a:tc>
                  <a:txBody>
                    <a:bodyPr/>
                    <a:lstStyle/>
                    <a:p>
                      <a:pPr algn="ctr" latinLnBrk="1"/>
                      <a:r>
                        <a:rPr lang="ko-KR" altLang="en-US" sz="600" dirty="0"/>
                        <a:t>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7800633"/>
                  </a:ext>
                </a:extLst>
              </a:tr>
              <a:tr h="209438">
                <a:tc>
                  <a:txBody>
                    <a:bodyPr/>
                    <a:lstStyle/>
                    <a:p>
                      <a:pPr algn="ctr" latinLnBrk="1"/>
                      <a:r>
                        <a:rPr lang="ko-KR" altLang="en-US" sz="600" dirty="0"/>
                        <a:t>주소</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041444"/>
                  </a:ext>
                </a:extLst>
              </a:tr>
            </a:tbl>
          </a:graphicData>
        </a:graphic>
      </p:graphicFrame>
      <p:grpSp>
        <p:nvGrpSpPr>
          <p:cNvPr id="17" name="그룹 16">
            <a:extLst>
              <a:ext uri="{FF2B5EF4-FFF2-40B4-BE49-F238E27FC236}">
                <a16:creationId xmlns:a16="http://schemas.microsoft.com/office/drawing/2014/main" id="{CBFD9CDF-4559-7A2C-2951-5C639DF72EC3}"/>
              </a:ext>
            </a:extLst>
          </p:cNvPr>
          <p:cNvGrpSpPr/>
          <p:nvPr/>
        </p:nvGrpSpPr>
        <p:grpSpPr>
          <a:xfrm>
            <a:off x="8577645" y="2900017"/>
            <a:ext cx="326779" cy="3220493"/>
            <a:chOff x="5483744" y="2885729"/>
            <a:chExt cx="326779" cy="3220493"/>
          </a:xfrm>
        </p:grpSpPr>
        <p:grpSp>
          <p:nvGrpSpPr>
            <p:cNvPr id="18" name="그룹 17">
              <a:extLst>
                <a:ext uri="{FF2B5EF4-FFF2-40B4-BE49-F238E27FC236}">
                  <a16:creationId xmlns:a16="http://schemas.microsoft.com/office/drawing/2014/main" id="{8CF4690B-C87F-C693-D517-837DD1E49449}"/>
                </a:ext>
              </a:extLst>
            </p:cNvPr>
            <p:cNvGrpSpPr/>
            <p:nvPr/>
          </p:nvGrpSpPr>
          <p:grpSpPr>
            <a:xfrm>
              <a:off x="5485521" y="3333302"/>
              <a:ext cx="323550" cy="143601"/>
              <a:chOff x="5772149" y="581317"/>
              <a:chExt cx="371475" cy="164873"/>
            </a:xfrm>
          </p:grpSpPr>
          <p:sp>
            <p:nvSpPr>
              <p:cNvPr id="43" name="사각형: 둥근 모서리 42">
                <a:extLst>
                  <a:ext uri="{FF2B5EF4-FFF2-40B4-BE49-F238E27FC236}">
                    <a16:creationId xmlns:a16="http://schemas.microsoft.com/office/drawing/2014/main" id="{21B6C6F2-73C8-A04C-3312-455AA4E5CFBF}"/>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a:extLst>
                  <a:ext uri="{FF2B5EF4-FFF2-40B4-BE49-F238E27FC236}">
                    <a16:creationId xmlns:a16="http://schemas.microsoft.com/office/drawing/2014/main" id="{8A4D3B9F-BE4F-D7EB-8E11-79AECCB0ADBF}"/>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6A5CD331-D976-95CF-B199-D5CD036E001A}"/>
                </a:ext>
              </a:extLst>
            </p:cNvPr>
            <p:cNvGrpSpPr/>
            <p:nvPr/>
          </p:nvGrpSpPr>
          <p:grpSpPr>
            <a:xfrm>
              <a:off x="5485521" y="3779883"/>
              <a:ext cx="323550" cy="143601"/>
              <a:chOff x="5772149" y="581317"/>
              <a:chExt cx="371475" cy="164873"/>
            </a:xfrm>
          </p:grpSpPr>
          <p:sp>
            <p:nvSpPr>
              <p:cNvPr id="41" name="사각형: 둥근 모서리 40">
                <a:extLst>
                  <a:ext uri="{FF2B5EF4-FFF2-40B4-BE49-F238E27FC236}">
                    <a16:creationId xmlns:a16="http://schemas.microsoft.com/office/drawing/2014/main" id="{0D83675F-E55A-C085-F639-F41E66A74353}"/>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9BA7677C-6EFC-DC59-DC81-B5125C180B44}"/>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 name="그룹 19">
              <a:extLst>
                <a:ext uri="{FF2B5EF4-FFF2-40B4-BE49-F238E27FC236}">
                  <a16:creationId xmlns:a16="http://schemas.microsoft.com/office/drawing/2014/main" id="{D3A5F0CD-22E2-FC79-8C80-4DC5081AF499}"/>
                </a:ext>
              </a:extLst>
            </p:cNvPr>
            <p:cNvGrpSpPr/>
            <p:nvPr/>
          </p:nvGrpSpPr>
          <p:grpSpPr>
            <a:xfrm>
              <a:off x="5485521" y="4201210"/>
              <a:ext cx="323550" cy="143601"/>
              <a:chOff x="5772149" y="581317"/>
              <a:chExt cx="371475" cy="164873"/>
            </a:xfrm>
          </p:grpSpPr>
          <p:sp>
            <p:nvSpPr>
              <p:cNvPr id="39" name="사각형: 둥근 모서리 38">
                <a:extLst>
                  <a:ext uri="{FF2B5EF4-FFF2-40B4-BE49-F238E27FC236}">
                    <a16:creationId xmlns:a16="http://schemas.microsoft.com/office/drawing/2014/main" id="{710E1746-17B6-F750-9639-BDC88745FF37}"/>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FD71B192-11D7-DDF9-EE7A-6DDFF8D940ED}"/>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3" name="그룹 22">
              <a:extLst>
                <a:ext uri="{FF2B5EF4-FFF2-40B4-BE49-F238E27FC236}">
                  <a16:creationId xmlns:a16="http://schemas.microsoft.com/office/drawing/2014/main" id="{3B1898D2-93BD-E426-798F-AE27C764805D}"/>
                </a:ext>
              </a:extLst>
            </p:cNvPr>
            <p:cNvGrpSpPr/>
            <p:nvPr/>
          </p:nvGrpSpPr>
          <p:grpSpPr>
            <a:xfrm>
              <a:off x="5485521" y="4651557"/>
              <a:ext cx="323550" cy="143601"/>
              <a:chOff x="7480300" y="3871138"/>
              <a:chExt cx="323550" cy="143601"/>
            </a:xfrm>
          </p:grpSpPr>
          <p:sp>
            <p:nvSpPr>
              <p:cNvPr id="37" name="사각형: 둥근 모서리 36">
                <a:extLst>
                  <a:ext uri="{FF2B5EF4-FFF2-40B4-BE49-F238E27FC236}">
                    <a16:creationId xmlns:a16="http://schemas.microsoft.com/office/drawing/2014/main" id="{5A01A940-2174-8BAA-9DC9-948E2048006B}"/>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7A3980F5-C6B4-21E0-8DFF-BBF745F99785}"/>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5" name="그룹 24">
              <a:extLst>
                <a:ext uri="{FF2B5EF4-FFF2-40B4-BE49-F238E27FC236}">
                  <a16:creationId xmlns:a16="http://schemas.microsoft.com/office/drawing/2014/main" id="{4E59D4A7-6246-6238-32F7-14AA4D89B8A6}"/>
                </a:ext>
              </a:extLst>
            </p:cNvPr>
            <p:cNvGrpSpPr/>
            <p:nvPr/>
          </p:nvGrpSpPr>
          <p:grpSpPr>
            <a:xfrm>
              <a:off x="5486973" y="5088153"/>
              <a:ext cx="323550" cy="143601"/>
              <a:chOff x="5772149" y="581317"/>
              <a:chExt cx="371475" cy="164873"/>
            </a:xfrm>
          </p:grpSpPr>
          <p:sp>
            <p:nvSpPr>
              <p:cNvPr id="35" name="사각형: 둥근 모서리 34">
                <a:extLst>
                  <a:ext uri="{FF2B5EF4-FFF2-40B4-BE49-F238E27FC236}">
                    <a16:creationId xmlns:a16="http://schemas.microsoft.com/office/drawing/2014/main" id="{1FDF037D-6B12-6934-D1D4-442D692FDA72}"/>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타원 35">
                <a:extLst>
                  <a:ext uri="{FF2B5EF4-FFF2-40B4-BE49-F238E27FC236}">
                    <a16:creationId xmlns:a16="http://schemas.microsoft.com/office/drawing/2014/main" id="{795738DC-856E-D1D1-9B6E-6CDB4CCF089A}"/>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6" name="그룹 25">
              <a:extLst>
                <a:ext uri="{FF2B5EF4-FFF2-40B4-BE49-F238E27FC236}">
                  <a16:creationId xmlns:a16="http://schemas.microsoft.com/office/drawing/2014/main" id="{4FE64257-A3D5-DE8A-19DB-D4CE8A1625E0}"/>
                </a:ext>
              </a:extLst>
            </p:cNvPr>
            <p:cNvGrpSpPr/>
            <p:nvPr/>
          </p:nvGrpSpPr>
          <p:grpSpPr>
            <a:xfrm>
              <a:off x="5485521" y="5525057"/>
              <a:ext cx="323550" cy="143601"/>
              <a:chOff x="5772149" y="581317"/>
              <a:chExt cx="371475" cy="164873"/>
            </a:xfrm>
          </p:grpSpPr>
          <p:sp>
            <p:nvSpPr>
              <p:cNvPr id="33" name="사각형: 둥근 모서리 32">
                <a:extLst>
                  <a:ext uri="{FF2B5EF4-FFF2-40B4-BE49-F238E27FC236}">
                    <a16:creationId xmlns:a16="http://schemas.microsoft.com/office/drawing/2014/main" id="{0BD46ADD-F8D8-CA67-E5EF-8AF520F88C9A}"/>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199E3D3A-2F5E-E42E-4C7E-8209F6F6FC09}"/>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7" name="그룹 26">
              <a:extLst>
                <a:ext uri="{FF2B5EF4-FFF2-40B4-BE49-F238E27FC236}">
                  <a16:creationId xmlns:a16="http://schemas.microsoft.com/office/drawing/2014/main" id="{FEB3AEAB-53DB-2FD1-0EBD-A2CAA15913CB}"/>
                </a:ext>
              </a:extLst>
            </p:cNvPr>
            <p:cNvGrpSpPr/>
            <p:nvPr/>
          </p:nvGrpSpPr>
          <p:grpSpPr>
            <a:xfrm>
              <a:off x="5485521" y="5962621"/>
              <a:ext cx="323550" cy="143601"/>
              <a:chOff x="5772149" y="581317"/>
              <a:chExt cx="371475" cy="164873"/>
            </a:xfrm>
          </p:grpSpPr>
          <p:sp>
            <p:nvSpPr>
              <p:cNvPr id="31" name="사각형: 둥근 모서리 30">
                <a:extLst>
                  <a:ext uri="{FF2B5EF4-FFF2-40B4-BE49-F238E27FC236}">
                    <a16:creationId xmlns:a16="http://schemas.microsoft.com/office/drawing/2014/main" id="{72EC7048-A6B2-1647-2C5F-2C162DE1409C}"/>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97C274E2-EC32-3D9C-FA20-A010A73003DE}"/>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8" name="그룹 27">
              <a:extLst>
                <a:ext uri="{FF2B5EF4-FFF2-40B4-BE49-F238E27FC236}">
                  <a16:creationId xmlns:a16="http://schemas.microsoft.com/office/drawing/2014/main" id="{D42EF4E7-AA37-5A08-6D32-106D537B1C63}"/>
                </a:ext>
              </a:extLst>
            </p:cNvPr>
            <p:cNvGrpSpPr/>
            <p:nvPr/>
          </p:nvGrpSpPr>
          <p:grpSpPr>
            <a:xfrm>
              <a:off x="5483744" y="2885729"/>
              <a:ext cx="323550" cy="143601"/>
              <a:chOff x="7480300" y="3871138"/>
              <a:chExt cx="323550" cy="143601"/>
            </a:xfrm>
          </p:grpSpPr>
          <p:sp>
            <p:nvSpPr>
              <p:cNvPr id="29" name="사각형: 둥근 모서리 28">
                <a:extLst>
                  <a:ext uri="{FF2B5EF4-FFF2-40B4-BE49-F238E27FC236}">
                    <a16:creationId xmlns:a16="http://schemas.microsoft.com/office/drawing/2014/main" id="{91F57A45-652F-2924-0E64-B07AAD78E71C}"/>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0C0051C8-6EED-63CE-B11D-7285A7ED8EAF}"/>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45" name="표 44">
            <a:extLst>
              <a:ext uri="{FF2B5EF4-FFF2-40B4-BE49-F238E27FC236}">
                <a16:creationId xmlns:a16="http://schemas.microsoft.com/office/drawing/2014/main" id="{99645317-D301-9E52-8284-115C7ABF3F92}"/>
              </a:ext>
            </a:extLst>
          </p:cNvPr>
          <p:cNvGraphicFramePr>
            <a:graphicFrameLocks/>
          </p:cNvGraphicFramePr>
          <p:nvPr>
            <p:extLst>
              <p:ext uri="{D42A27DB-BD31-4B8C-83A1-F6EECF244321}">
                <p14:modId xmlns:p14="http://schemas.microsoft.com/office/powerpoint/2010/main" val="3974525826"/>
              </p:ext>
            </p:extLst>
          </p:nvPr>
        </p:nvGraphicFramePr>
        <p:xfrm>
          <a:off x="2391689" y="1747620"/>
          <a:ext cx="739396" cy="1256628"/>
        </p:xfrm>
        <a:graphic>
          <a:graphicData uri="http://schemas.openxmlformats.org/drawingml/2006/table">
            <a:tbl>
              <a:tblPr firstRow="1" bandRow="1">
                <a:tableStyleId>{5940675A-B579-460E-94D1-54222C63F5DA}</a:tableStyleId>
              </a:tblPr>
              <a:tblGrid>
                <a:gridCol w="739396">
                  <a:extLst>
                    <a:ext uri="{9D8B030D-6E8A-4147-A177-3AD203B41FA5}">
                      <a16:colId xmlns:a16="http://schemas.microsoft.com/office/drawing/2014/main" val="412119060"/>
                    </a:ext>
                  </a:extLst>
                </a:gridCol>
              </a:tblGrid>
              <a:tr h="209438">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병원</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무더위 쉼터</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r h="209438">
                <a:tc>
                  <a:txBody>
                    <a:bodyPr/>
                    <a:lstStyle/>
                    <a:p>
                      <a:pPr algn="ctr" latinLnBrk="1"/>
                      <a:r>
                        <a:rPr lang="ko-KR" altLang="en-US" sz="600" dirty="0"/>
                        <a:t>한파 쉼터</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7800633"/>
                  </a:ext>
                </a:extLst>
              </a:tr>
              <a:tr h="209438">
                <a:tc>
                  <a:txBody>
                    <a:bodyPr/>
                    <a:lstStyle/>
                    <a:p>
                      <a:pPr algn="ctr" latinLnBrk="1"/>
                      <a:r>
                        <a:rPr lang="ko-KR" altLang="en-US" sz="600" dirty="0"/>
                        <a:t>노출</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041444"/>
                  </a:ext>
                </a:extLst>
              </a:tr>
              <a:tr h="209438">
                <a:tc>
                  <a:txBody>
                    <a:bodyPr/>
                    <a:lstStyle/>
                    <a:p>
                      <a:pPr algn="ctr" latinLnBrk="1"/>
                      <a:r>
                        <a:rPr lang="ko-KR" altLang="en-US" sz="600" dirty="0" err="1"/>
                        <a:t>비노출</a:t>
                      </a:r>
                      <a:endParaRPr lang="ko-KR" altLang="en-US" sz="600" dirty="0"/>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99794248"/>
                  </a:ext>
                </a:extLst>
              </a:tr>
            </a:tbl>
          </a:graphicData>
        </a:graphic>
      </p:graphicFrame>
      <p:grpSp>
        <p:nvGrpSpPr>
          <p:cNvPr id="46" name="그룹 45">
            <a:extLst>
              <a:ext uri="{FF2B5EF4-FFF2-40B4-BE49-F238E27FC236}">
                <a16:creationId xmlns:a16="http://schemas.microsoft.com/office/drawing/2014/main" id="{6AD56AA6-D3E0-8BDA-BD2A-E259C2DF3BFE}"/>
              </a:ext>
            </a:extLst>
          </p:cNvPr>
          <p:cNvGrpSpPr/>
          <p:nvPr/>
        </p:nvGrpSpPr>
        <p:grpSpPr>
          <a:xfrm>
            <a:off x="3797983" y="700642"/>
            <a:ext cx="2583800" cy="652363"/>
            <a:chOff x="4095782" y="523450"/>
            <a:chExt cx="2583800" cy="652363"/>
          </a:xfrm>
        </p:grpSpPr>
        <p:sp>
          <p:nvSpPr>
            <p:cNvPr id="47" name="사각형: 둥근 모서리 46">
              <a:extLst>
                <a:ext uri="{FF2B5EF4-FFF2-40B4-BE49-F238E27FC236}">
                  <a16:creationId xmlns:a16="http://schemas.microsoft.com/office/drawing/2014/main" id="{B92816F8-1D9A-83E5-D047-2913A75FE0C4}"/>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직사각형 47">
              <a:extLst>
                <a:ext uri="{FF2B5EF4-FFF2-40B4-BE49-F238E27FC236}">
                  <a16:creationId xmlns:a16="http://schemas.microsoft.com/office/drawing/2014/main" id="{9081B6CF-CCB4-859B-F38B-6EAD9E8C1F23}"/>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49" name="사각형: 둥근 모서리 48">
              <a:extLst>
                <a:ext uri="{FF2B5EF4-FFF2-40B4-BE49-F238E27FC236}">
                  <a16:creationId xmlns:a16="http://schemas.microsoft.com/office/drawing/2014/main" id="{DA83877F-D40E-B2CF-CE9E-760E98066B8D}"/>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50" name="타원 49">
              <a:extLst>
                <a:ext uri="{FF2B5EF4-FFF2-40B4-BE49-F238E27FC236}">
                  <a16:creationId xmlns:a16="http://schemas.microsoft.com/office/drawing/2014/main" id="{133C0A79-2C5A-AAD9-1AB6-0DB54B628A26}"/>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2-1</a:t>
              </a:r>
              <a:endParaRPr lang="ko-KR" altLang="en-US" sz="800" dirty="0">
                <a:latin typeface="Arial Black" panose="020B0A04020102020204" pitchFamily="34" charset="0"/>
              </a:endParaRPr>
            </a:p>
          </p:txBody>
        </p:sp>
      </p:grpSp>
      <p:sp>
        <p:nvSpPr>
          <p:cNvPr id="51" name="타원 50">
            <a:extLst>
              <a:ext uri="{FF2B5EF4-FFF2-40B4-BE49-F238E27FC236}">
                <a16:creationId xmlns:a16="http://schemas.microsoft.com/office/drawing/2014/main" id="{A6245516-3494-4A30-ECC1-297D41344F0D}"/>
              </a:ext>
            </a:extLst>
          </p:cNvPr>
          <p:cNvSpPr/>
          <p:nvPr/>
        </p:nvSpPr>
        <p:spPr>
          <a:xfrm>
            <a:off x="3253711" y="136789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42285680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F023D-454C-FF1E-201F-EC1D5C9AC9BA}"/>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FF227FAA-E4EE-68D2-A5E9-95580BBFBF32}"/>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428A1EA1-BC81-23AF-35D2-CA1F9E5EA1F7}"/>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D8D1F532-0B09-EC50-321C-33447F5CB8F1}"/>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B096C9D2-9215-503E-1D64-CDB46A2F5989}"/>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1F2559E2-96D6-4B51-3FFA-FF1535F16DF7}"/>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57B03131-43FF-0E31-7253-DAA263F9F37E}"/>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32B32F70-2B65-6C45-02D5-42CAA9E6AC79}"/>
              </a:ext>
            </a:extLst>
          </p:cNvPr>
          <p:cNvGraphicFramePr>
            <a:graphicFrameLocks noGrp="1"/>
          </p:cNvGraphicFramePr>
          <p:nvPr>
            <p:extLst>
              <p:ext uri="{D42A27DB-BD31-4B8C-83A1-F6EECF244321}">
                <p14:modId xmlns:p14="http://schemas.microsoft.com/office/powerpoint/2010/main" val="2483884482"/>
              </p:ext>
            </p:extLst>
          </p:nvPr>
        </p:nvGraphicFramePr>
        <p:xfrm>
          <a:off x="1877224" y="2302658"/>
          <a:ext cx="7859010" cy="3950504"/>
        </p:xfrm>
        <a:graphic>
          <a:graphicData uri="http://schemas.openxmlformats.org/drawingml/2006/table">
            <a:tbl>
              <a:tblPr firstRow="1" bandRow="1">
                <a:tableStyleId>{F2DE63D5-997A-4646-A377-4702673A728D}</a:tableStyleId>
              </a:tblPr>
              <a:tblGrid>
                <a:gridCol w="505288">
                  <a:extLst>
                    <a:ext uri="{9D8B030D-6E8A-4147-A177-3AD203B41FA5}">
                      <a16:colId xmlns:a16="http://schemas.microsoft.com/office/drawing/2014/main" val="70353123"/>
                    </a:ext>
                  </a:extLst>
                </a:gridCol>
                <a:gridCol w="552105">
                  <a:extLst>
                    <a:ext uri="{9D8B030D-6E8A-4147-A177-3AD203B41FA5}">
                      <a16:colId xmlns:a16="http://schemas.microsoft.com/office/drawing/2014/main" val="1182565156"/>
                    </a:ext>
                  </a:extLst>
                </a:gridCol>
                <a:gridCol w="1139198">
                  <a:extLst>
                    <a:ext uri="{9D8B030D-6E8A-4147-A177-3AD203B41FA5}">
                      <a16:colId xmlns:a16="http://schemas.microsoft.com/office/drawing/2014/main" val="4036531476"/>
                    </a:ext>
                  </a:extLst>
                </a:gridCol>
                <a:gridCol w="1769585">
                  <a:extLst>
                    <a:ext uri="{9D8B030D-6E8A-4147-A177-3AD203B41FA5}">
                      <a16:colId xmlns:a16="http://schemas.microsoft.com/office/drawing/2014/main" val="4011861007"/>
                    </a:ext>
                  </a:extLst>
                </a:gridCol>
                <a:gridCol w="1769585">
                  <a:extLst>
                    <a:ext uri="{9D8B030D-6E8A-4147-A177-3AD203B41FA5}">
                      <a16:colId xmlns:a16="http://schemas.microsoft.com/office/drawing/2014/main" val="2080674556"/>
                    </a:ext>
                  </a:extLst>
                </a:gridCol>
                <a:gridCol w="864531">
                  <a:extLst>
                    <a:ext uri="{9D8B030D-6E8A-4147-A177-3AD203B41FA5}">
                      <a16:colId xmlns:a16="http://schemas.microsoft.com/office/drawing/2014/main" val="3753115841"/>
                    </a:ext>
                  </a:extLst>
                </a:gridCol>
                <a:gridCol w="720442">
                  <a:extLst>
                    <a:ext uri="{9D8B030D-6E8A-4147-A177-3AD203B41FA5}">
                      <a16:colId xmlns:a16="http://schemas.microsoft.com/office/drawing/2014/main" val="4107981296"/>
                    </a:ext>
                  </a:extLst>
                </a:gridCol>
                <a:gridCol w="538276">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등록번호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err="1">
                          <a:solidFill>
                            <a:schemeClr val="tx1"/>
                          </a:solidFill>
                        </a:rPr>
                        <a:t>시설명</a:t>
                      </a:r>
                      <a:endParaRPr lang="ko-KR" altLang="en-US" sz="800" dirty="0">
                        <a:solidFill>
                          <a:schemeClr val="tx1"/>
                        </a:solidFill>
                      </a:endParaRPr>
                    </a:p>
                  </a:txBody>
                  <a:tcPr marL="0" marR="0" anchor="ctr">
                    <a:noFill/>
                  </a:tcPr>
                </a:tc>
                <a:tc>
                  <a:txBody>
                    <a:bodyPr/>
                    <a:lstStyle/>
                    <a:p>
                      <a:pPr algn="ctr" latinLnBrk="1"/>
                      <a:r>
                        <a:rPr lang="ko-KR" altLang="en-US" sz="800" dirty="0">
                          <a:solidFill>
                            <a:schemeClr val="tx1"/>
                          </a:solidFill>
                        </a:rPr>
                        <a:t>주소</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최종 수정일</a:t>
                      </a:r>
                    </a:p>
                  </a:txBody>
                  <a:tcPr marL="0" marR="0" anchor="ctr">
                    <a:noFill/>
                  </a:tcPr>
                </a:tc>
                <a:tc>
                  <a:txBody>
                    <a:bodyPr/>
                    <a:lstStyle/>
                    <a:p>
                      <a:pPr algn="ctr" latinLnBrk="1"/>
                      <a:r>
                        <a:rPr lang="ko-KR" altLang="en-US" sz="800" dirty="0">
                          <a:solidFill>
                            <a:schemeClr val="tx1"/>
                          </a:solidFill>
                        </a:rPr>
                        <a:t>노출</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199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희망내과</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a:t>
                      </a:r>
                      <a:r>
                        <a:rPr lang="ko-KR" altLang="en-US" sz="800" dirty="0" err="1"/>
                        <a:t>상당로</a:t>
                      </a:r>
                      <a:r>
                        <a:rPr lang="ko-KR" altLang="en-US" sz="800" dirty="0"/>
                        <a:t> </a:t>
                      </a:r>
                      <a:r>
                        <a:rPr lang="en-US" altLang="ko-KR" sz="800" dirty="0"/>
                        <a:t>102</a:t>
                      </a:r>
                      <a:endParaRPr lang="ko-KR" altLang="en-US" sz="700" dirty="0">
                        <a:solidFill>
                          <a:schemeClr val="tx1"/>
                        </a:solidFill>
                      </a:endParaRPr>
                    </a:p>
                  </a:txBody>
                  <a:tcPr marL="0" marR="0" anchor="ctr"/>
                </a:tc>
                <a:tc>
                  <a:txBody>
                    <a:bodyPr/>
                    <a:lstStyle/>
                    <a:p>
                      <a:pPr algn="ctr" latinLnBrk="1"/>
                      <a:r>
                        <a:rPr lang="en-US" altLang="ko-KR" sz="800" dirty="0"/>
                        <a:t>043-241-1234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198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무더위쉼터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무심서로 </a:t>
                      </a:r>
                      <a:r>
                        <a:rPr lang="en-US" altLang="ko-KR" sz="800" dirty="0"/>
                        <a:t>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en-US" altLang="ko-KR" sz="800" dirty="0"/>
                        <a:t>043-212-5678</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197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한파쉼터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가로수로 </a:t>
                      </a:r>
                      <a:r>
                        <a:rPr lang="en-US" altLang="ko-KR" sz="800" dirty="0"/>
                        <a:t>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en-US" altLang="ko-KR" sz="800" dirty="0"/>
                        <a:t>043-255-3344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196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경로당</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서원구</a:t>
                      </a:r>
                      <a:r>
                        <a:rPr lang="ko-KR" altLang="en-US" sz="800" dirty="0"/>
                        <a:t> </a:t>
                      </a:r>
                      <a:r>
                        <a:rPr lang="ko-KR" altLang="en-US" sz="800" dirty="0" err="1"/>
                        <a:t>모충로</a:t>
                      </a:r>
                      <a:r>
                        <a:rPr lang="ko-KR" altLang="en-US" sz="800" dirty="0"/>
                        <a:t> </a:t>
                      </a:r>
                      <a:r>
                        <a:rPr lang="en-US" altLang="ko-KR" sz="800" dirty="0"/>
                        <a:t>81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043-233-4567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195</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새봄의원</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우암로</a:t>
                      </a:r>
                      <a:r>
                        <a:rPr lang="ko-KR" altLang="en-US" sz="800" dirty="0"/>
                        <a:t> </a:t>
                      </a:r>
                      <a:r>
                        <a:rPr lang="en-US" altLang="ko-KR" sz="800" dirty="0"/>
                        <a:t>131</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043-228-8888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194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한파쉼터</a:t>
                      </a:r>
                    </a:p>
                  </a:txBody>
                  <a:tcPr marL="0" marR="0" anchor="ctr"/>
                </a:tc>
                <a:tc>
                  <a:txBody>
                    <a:bodyPr/>
                    <a:lstStyle/>
                    <a:p>
                      <a:pPr algn="ctr" latinLnBrk="1"/>
                      <a:r>
                        <a:rPr lang="ko-KR" altLang="en-US" sz="700" dirty="0">
                          <a:solidFill>
                            <a:schemeClr val="tx1"/>
                          </a:solidFill>
                        </a:rPr>
                        <a:t>은빛마을</a:t>
                      </a:r>
                      <a:br>
                        <a:rPr lang="en-US" altLang="ko-KR" sz="700" dirty="0">
                          <a:solidFill>
                            <a:schemeClr val="tx1"/>
                          </a:solidFill>
                        </a:rPr>
                      </a:br>
                      <a:r>
                        <a:rPr lang="ko-KR" altLang="en-US" sz="700" dirty="0">
                          <a:solidFill>
                            <a:schemeClr val="tx1"/>
                          </a:solidFill>
                        </a:rPr>
                        <a:t>행정복지센터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오창읍</a:t>
                      </a:r>
                      <a:r>
                        <a:rPr lang="ko-KR" altLang="en-US" sz="800" dirty="0"/>
                        <a:t> </a:t>
                      </a:r>
                      <a:r>
                        <a:rPr lang="ko-KR" altLang="en-US" sz="800" dirty="0" err="1"/>
                        <a:t>중심상업로</a:t>
                      </a:r>
                      <a:r>
                        <a:rPr lang="ko-KR" altLang="en-US" sz="800" dirty="0"/>
                        <a:t> </a:t>
                      </a:r>
                      <a:r>
                        <a:rPr lang="en-US" altLang="ko-KR" sz="800" dirty="0"/>
                        <a:t>23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043-266-7766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193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무더위쉼터</a:t>
                      </a:r>
                    </a:p>
                  </a:txBody>
                  <a:tcPr marL="0" marR="0" anchor="ctr"/>
                </a:tc>
                <a:tc>
                  <a:txBody>
                    <a:bodyPr/>
                    <a:lstStyle/>
                    <a:p>
                      <a:pPr algn="ctr" latinLnBrk="1"/>
                      <a:r>
                        <a:rPr lang="ko-KR" altLang="en-US" sz="700" dirty="0">
                          <a:solidFill>
                            <a:schemeClr val="tx1"/>
                          </a:solidFill>
                        </a:rPr>
                        <a:t>은빛쉼터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내덕로</a:t>
                      </a:r>
                      <a:r>
                        <a:rPr lang="ko-KR" altLang="en-US" sz="800" dirty="0"/>
                        <a:t> </a:t>
                      </a:r>
                      <a:r>
                        <a:rPr lang="en-US" altLang="ko-KR" sz="800" dirty="0"/>
                        <a:t>27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043-245-9000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192</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병원</a:t>
                      </a:r>
                    </a:p>
                  </a:txBody>
                  <a:tcPr marL="0" marR="0" anchor="ctr"/>
                </a:tc>
                <a:tc>
                  <a:txBody>
                    <a:bodyPr/>
                    <a:lstStyle/>
                    <a:p>
                      <a:pPr algn="ctr" latinLnBrk="1"/>
                      <a:r>
                        <a:rPr lang="ko-KR" altLang="en-US" sz="700" dirty="0">
                          <a:solidFill>
                            <a:schemeClr val="tx1"/>
                          </a:solidFill>
                        </a:rPr>
                        <a:t>다정한내과</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직지대로 </a:t>
                      </a:r>
                      <a:r>
                        <a:rPr lang="en-US" altLang="ko-KR" sz="800" dirty="0"/>
                        <a:t>22</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043-234-1111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C4AC4517-C8B3-D049-D96F-6B9AAC479EEB}"/>
              </a:ext>
            </a:extLst>
          </p:cNvPr>
          <p:cNvSpPr txBox="1"/>
          <p:nvPr/>
        </p:nvSpPr>
        <p:spPr>
          <a:xfrm>
            <a:off x="1640018" y="1080043"/>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정보 관리</a:t>
            </a:r>
          </a:p>
        </p:txBody>
      </p:sp>
      <p:sp>
        <p:nvSpPr>
          <p:cNvPr id="76" name="사각형: 둥근 모서리 75">
            <a:hlinkClick r:id="" action="ppaction://noaction"/>
            <a:extLst>
              <a:ext uri="{FF2B5EF4-FFF2-40B4-BE49-F238E27FC236}">
                <a16:creationId xmlns:a16="http://schemas.microsoft.com/office/drawing/2014/main" id="{CE469415-702C-F3E6-E378-1928E965366E}"/>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등록</a:t>
            </a:r>
          </a:p>
        </p:txBody>
      </p:sp>
      <p:sp>
        <p:nvSpPr>
          <p:cNvPr id="87" name="TextBox 86">
            <a:extLst>
              <a:ext uri="{FF2B5EF4-FFF2-40B4-BE49-F238E27FC236}">
                <a16:creationId xmlns:a16="http://schemas.microsoft.com/office/drawing/2014/main" id="{85474B1F-BBC7-1FD0-B1F6-720D412E679B}"/>
              </a:ext>
            </a:extLst>
          </p:cNvPr>
          <p:cNvSpPr txBox="1"/>
          <p:nvPr/>
        </p:nvSpPr>
        <p:spPr>
          <a:xfrm>
            <a:off x="1761990" y="1530094"/>
            <a:ext cx="1127999" cy="230832"/>
          </a:xfrm>
          <a:prstGeom prst="rect">
            <a:avLst/>
          </a:prstGeom>
          <a:noFill/>
        </p:spPr>
        <p:txBody>
          <a:bodyPr wrap="square" rtlCol="0">
            <a:spAutoFit/>
          </a:bodyPr>
          <a:lstStyle/>
          <a:p>
            <a:r>
              <a:rPr lang="ko-KR" altLang="en-US" sz="900" dirty="0"/>
              <a:t>시설 분류</a:t>
            </a:r>
          </a:p>
        </p:txBody>
      </p:sp>
      <p:grpSp>
        <p:nvGrpSpPr>
          <p:cNvPr id="89" name="그룹 88">
            <a:extLst>
              <a:ext uri="{FF2B5EF4-FFF2-40B4-BE49-F238E27FC236}">
                <a16:creationId xmlns:a16="http://schemas.microsoft.com/office/drawing/2014/main" id="{BDEC9103-AEE7-3158-DF4F-5CA0806AB427}"/>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8E129EC9-E13C-8EA6-53C3-B0CD25E0C9E3}"/>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E955F959-A956-7B2D-C4AC-D2AEE5387D7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grpSp>
        <p:nvGrpSpPr>
          <p:cNvPr id="104" name="그룹 103">
            <a:extLst>
              <a:ext uri="{FF2B5EF4-FFF2-40B4-BE49-F238E27FC236}">
                <a16:creationId xmlns:a16="http://schemas.microsoft.com/office/drawing/2014/main" id="{B1BE1895-CC95-190B-C221-08C3E42F9BE8}"/>
              </a:ext>
            </a:extLst>
          </p:cNvPr>
          <p:cNvGrpSpPr/>
          <p:nvPr/>
        </p:nvGrpSpPr>
        <p:grpSpPr>
          <a:xfrm>
            <a:off x="3337362" y="1548708"/>
            <a:ext cx="485107" cy="184666"/>
            <a:chOff x="7717511" y="1544872"/>
            <a:chExt cx="485107" cy="184666"/>
          </a:xfrm>
        </p:grpSpPr>
        <p:sp>
          <p:nvSpPr>
            <p:cNvPr id="106" name="TextBox 105">
              <a:extLst>
                <a:ext uri="{FF2B5EF4-FFF2-40B4-BE49-F238E27FC236}">
                  <a16:creationId xmlns:a16="http://schemas.microsoft.com/office/drawing/2014/main" id="{5D50A968-10B8-D9E0-C57E-16A8EBF1B54C}"/>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AA2967BC-F4FA-4AFE-2CAE-A9E196E4FD2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AFAA5533-EAA6-7270-0457-037648A21F5A}"/>
              </a:ext>
            </a:extLst>
          </p:cNvPr>
          <p:cNvSpPr/>
          <p:nvPr/>
        </p:nvSpPr>
        <p:spPr>
          <a:xfrm>
            <a:off x="3877756" y="1551058"/>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F45AE3CD-143F-A7BD-006C-7E5A59A1A693}"/>
              </a:ext>
            </a:extLst>
          </p:cNvPr>
          <p:cNvGrpSpPr/>
          <p:nvPr/>
        </p:nvGrpSpPr>
        <p:grpSpPr>
          <a:xfrm>
            <a:off x="5117486" y="1555502"/>
            <a:ext cx="167122" cy="175522"/>
            <a:chOff x="-1190172" y="605806"/>
            <a:chExt cx="323151" cy="339394"/>
          </a:xfrm>
        </p:grpSpPr>
        <p:sp>
          <p:nvSpPr>
            <p:cNvPr id="146" name="사각형: 둥근 모서리 145">
              <a:extLst>
                <a:ext uri="{FF2B5EF4-FFF2-40B4-BE49-F238E27FC236}">
                  <a16:creationId xmlns:a16="http://schemas.microsoft.com/office/drawing/2014/main" id="{900A1DBA-DF03-F2EC-3A4C-94064B4582D8}"/>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224D8515-1D65-6DD0-8EF2-4BF5972DA9CC}"/>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6D8B3DAA-69C1-5DB7-60BA-66D0A8DE9C14}"/>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73F58DA9-0868-D02F-6024-12D77BC0DA8C}"/>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D4356B87-B282-CF0C-A7A8-7059405F8F42}"/>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7CAA7BD2-BEAB-B41D-CBBA-EF3C294AEAA9}"/>
              </a:ext>
            </a:extLst>
          </p:cNvPr>
          <p:cNvSpPr txBox="1"/>
          <p:nvPr/>
        </p:nvSpPr>
        <p:spPr>
          <a:xfrm>
            <a:off x="1738136" y="2011509"/>
            <a:ext cx="715983" cy="230832"/>
          </a:xfrm>
          <a:prstGeom prst="rect">
            <a:avLst/>
          </a:prstGeom>
          <a:noFill/>
        </p:spPr>
        <p:txBody>
          <a:bodyPr wrap="square" rtlCol="0">
            <a:spAutoFit/>
          </a:bodyPr>
          <a:lstStyle/>
          <a:p>
            <a:r>
              <a:rPr lang="ko-KR" altLang="en-US" sz="900" dirty="0"/>
              <a:t>시설</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77DB91FB-A730-9428-1E13-79EEC1AA28CA}"/>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43" name="직사각형 242">
            <a:extLst>
              <a:ext uri="{FF2B5EF4-FFF2-40B4-BE49-F238E27FC236}">
                <a16:creationId xmlns:a16="http://schemas.microsoft.com/office/drawing/2014/main" id="{B990DCBD-4726-B360-5FC2-154BADF5A49A}"/>
              </a:ext>
            </a:extLst>
          </p:cNvPr>
          <p:cNvSpPr/>
          <p:nvPr/>
        </p:nvSpPr>
        <p:spPr>
          <a:xfrm>
            <a:off x="1761990" y="2005519"/>
            <a:ext cx="631192" cy="230832"/>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1" name="타원 240">
            <a:extLst>
              <a:ext uri="{FF2B5EF4-FFF2-40B4-BE49-F238E27FC236}">
                <a16:creationId xmlns:a16="http://schemas.microsoft.com/office/drawing/2014/main" id="{9433860F-7752-AC7D-A0BA-FAA84843803E}"/>
              </a:ext>
            </a:extLst>
          </p:cNvPr>
          <p:cNvSpPr/>
          <p:nvPr/>
        </p:nvSpPr>
        <p:spPr>
          <a:xfrm>
            <a:off x="1657543" y="188359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2FF2E2C9-6CDE-ADD1-3960-8423E8B804F9}"/>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B5249D36-66C5-ED66-99FB-A19564D57280}"/>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7DF6AC71-6655-BDE0-B814-D092321ECC2D}"/>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4304536F-6823-2AF6-1FD7-04D1A11B63A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57EC1433-9E3C-D737-6713-CD1B0EF7145A}"/>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03FBBB1C-277F-4124-E3B2-A6A1A6A53F98}"/>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92FC0738-2A1C-41E7-758C-DFCB723EB2B7}"/>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D0FF51F6-308C-7ECA-752F-F2A9F634CBD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5FC0DB95-7CBD-881D-6B23-9D946E421F78}"/>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21" name="왼쪽 중괄호 20">
            <a:extLst>
              <a:ext uri="{FF2B5EF4-FFF2-40B4-BE49-F238E27FC236}">
                <a16:creationId xmlns:a16="http://schemas.microsoft.com/office/drawing/2014/main" id="{904EF28E-BE45-95BF-8866-24D7449BE863}"/>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22" name="타원 21">
            <a:extLst>
              <a:ext uri="{FF2B5EF4-FFF2-40B4-BE49-F238E27FC236}">
                <a16:creationId xmlns:a16="http://schemas.microsoft.com/office/drawing/2014/main" id="{8F38DEFB-91ED-E80E-EDD7-A509EE790EFF}"/>
              </a:ext>
            </a:extLst>
          </p:cNvPr>
          <p:cNvSpPr/>
          <p:nvPr/>
        </p:nvSpPr>
        <p:spPr>
          <a:xfrm>
            <a:off x="1571725" y="273491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graphicFrame>
        <p:nvGraphicFramePr>
          <p:cNvPr id="24" name="표 23">
            <a:extLst>
              <a:ext uri="{FF2B5EF4-FFF2-40B4-BE49-F238E27FC236}">
                <a16:creationId xmlns:a16="http://schemas.microsoft.com/office/drawing/2014/main" id="{279634BB-4AF6-36A9-F008-7E22E9E711B1}"/>
              </a:ext>
            </a:extLst>
          </p:cNvPr>
          <p:cNvGraphicFramePr>
            <a:graphicFrameLocks noGrp="1"/>
          </p:cNvGraphicFramePr>
          <p:nvPr>
            <p:extLst>
              <p:ext uri="{D42A27DB-BD31-4B8C-83A1-F6EECF244321}">
                <p14:modId xmlns:p14="http://schemas.microsoft.com/office/powerpoint/2010/main" val="2365560111"/>
              </p:ext>
            </p:extLst>
          </p:nvPr>
        </p:nvGraphicFramePr>
        <p:xfrm>
          <a:off x="10020525" y="754151"/>
          <a:ext cx="1997267" cy="2747147"/>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26557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정보 관리 </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3826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데이터 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데이터의 총 개수 출력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145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시설 목록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시설 목록은 </a:t>
                      </a:r>
                      <a:r>
                        <a:rPr lang="en-US" altLang="ko-KR" sz="800" b="0" spc="0" baseline="0" dirty="0">
                          <a:solidFill>
                            <a:schemeClr val="tx1"/>
                          </a:solidFill>
                          <a:latin typeface="나눔고딕" panose="020D0604000000000000" pitchFamily="50" charset="-127"/>
                          <a:ea typeface="나눔고딕" panose="020D0604000000000000" pitchFamily="50" charset="-127"/>
                        </a:rPr>
                        <a:t>30</a:t>
                      </a:r>
                      <a:r>
                        <a:rPr lang="ko-KR" altLang="en-US" sz="800" b="0" spc="0" baseline="0" dirty="0">
                          <a:solidFill>
                            <a:schemeClr val="tx1"/>
                          </a:solidFill>
                          <a:latin typeface="나눔고딕" panose="020D0604000000000000" pitchFamily="50" charset="-127"/>
                          <a:ea typeface="나눔고딕" panose="020D0604000000000000" pitchFamily="50" charset="-127"/>
                        </a:rPr>
                        <a:t>개 씩 출력</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설계에서는 공간부족으로 </a:t>
                      </a:r>
                      <a:r>
                        <a:rPr lang="en-US" altLang="ko-KR" sz="800" b="0" spc="0" baseline="0" dirty="0">
                          <a:solidFill>
                            <a:schemeClr val="tx1"/>
                          </a:solidFill>
                          <a:latin typeface="나눔고딕" panose="020D0604000000000000" pitchFamily="50" charset="-127"/>
                          <a:ea typeface="나눔고딕" panose="020D0604000000000000" pitchFamily="50" charset="-127"/>
                        </a:rPr>
                        <a:t>8</a:t>
                      </a:r>
                      <a:r>
                        <a:rPr lang="ko-KR" altLang="en-US" sz="800" b="0" spc="0" baseline="0" dirty="0">
                          <a:solidFill>
                            <a:schemeClr val="tx1"/>
                          </a:solidFill>
                          <a:latin typeface="나눔고딕" panose="020D0604000000000000" pitchFamily="50" charset="-127"/>
                          <a:ea typeface="나눔고딕" panose="020D0604000000000000" pitchFamily="50" charset="-127"/>
                        </a:rPr>
                        <a:t>개만 기입</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 등록번호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시설 고유 번호</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데이터 입력</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순번</a:t>
                      </a:r>
                      <a:r>
                        <a:rPr lang="en-US" altLang="ko-KR" sz="800" b="0" spc="0" baseline="0" dirty="0">
                          <a:solidFill>
                            <a:schemeClr val="tx1"/>
                          </a:solidFill>
                          <a:latin typeface="나눔고딕" panose="020D0604000000000000" pitchFamily="50" charset="-127"/>
                          <a:ea typeface="나눔고딕" panose="020D0604000000000000" pitchFamily="50" charset="-127"/>
                        </a:rPr>
                        <a:t>(Index)</a:t>
                      </a:r>
                      <a:r>
                        <a:rPr lang="ko-KR" altLang="en-US"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분류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시설의 분류</a:t>
                      </a: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어르신</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보호자</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시설명</a:t>
                      </a:r>
                      <a:r>
                        <a:rPr lang="ko-KR" altLang="en-US" sz="800" b="0"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시설명</a:t>
                      </a:r>
                      <a:r>
                        <a:rPr lang="ko-KR" altLang="en-US"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연락처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시설 연락처</a:t>
                      </a:r>
                      <a:r>
                        <a:rPr lang="en-US" altLang="ko-KR" sz="800" b="0" spc="0" baseline="0" dirty="0">
                          <a:solidFill>
                            <a:schemeClr val="tx1"/>
                          </a:solidFill>
                          <a:latin typeface="나눔고딕" panose="020D0604000000000000" pitchFamily="50" charset="-127"/>
                          <a:ea typeface="나눔고딕" panose="020D0604000000000000" pitchFamily="50" charset="-127"/>
                        </a:rPr>
                        <a:t>. ‘-’ </a:t>
                      </a:r>
                      <a:r>
                        <a:rPr lang="ko-KR" altLang="en-US" sz="800" b="0" spc="0" baseline="0" dirty="0">
                          <a:solidFill>
                            <a:schemeClr val="tx1"/>
                          </a:solidFill>
                          <a:latin typeface="나눔고딕" panose="020D0604000000000000" pitchFamily="50" charset="-127"/>
                          <a:ea typeface="나눔고딕" panose="020D0604000000000000" pitchFamily="50" charset="-127"/>
                        </a:rPr>
                        <a:t>포함 출력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주소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시설 주소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최종수정일 </a:t>
                      </a:r>
                      <a:r>
                        <a:rPr lang="en-US" altLang="ko-KR" sz="800" b="0" spc="0" baseline="0" dirty="0">
                          <a:solidFill>
                            <a:schemeClr val="tx1"/>
                          </a:solidFill>
                          <a:latin typeface="나눔고딕" panose="020D0604000000000000" pitchFamily="50" charset="-127"/>
                          <a:ea typeface="나눔고딕" panose="020D0604000000000000" pitchFamily="50" charset="-127"/>
                        </a:rPr>
                        <a:t>: YYYY-MM-DD </a:t>
                      </a:r>
                      <a:r>
                        <a:rPr lang="ko-KR" altLang="en-US" sz="800" b="0" spc="0" baseline="0" dirty="0">
                          <a:solidFill>
                            <a:schemeClr val="tx1"/>
                          </a:solidFill>
                          <a:latin typeface="나눔고딕" panose="020D0604000000000000" pitchFamily="50" charset="-127"/>
                          <a:ea typeface="나눔고딕" panose="020D0604000000000000" pitchFamily="50" charset="-127"/>
                        </a:rPr>
                        <a:t>최종수정일</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노출</a:t>
                      </a:r>
                      <a:r>
                        <a:rPr lang="en-US" altLang="ko-KR" sz="800" b="0" spc="0" baseline="0" dirty="0">
                          <a:solidFill>
                            <a:schemeClr val="tx1"/>
                          </a:solidFill>
                          <a:latin typeface="나눔고딕" panose="020D0604000000000000" pitchFamily="50" charset="-127"/>
                          <a:ea typeface="나눔고딕" panose="020D0604000000000000" pitchFamily="50" charset="-127"/>
                        </a:rPr>
                        <a:t> : APP</a:t>
                      </a:r>
                      <a:r>
                        <a:rPr lang="ko-KR" altLang="en-US" sz="800" b="0" spc="0" baseline="0" dirty="0">
                          <a:solidFill>
                            <a:schemeClr val="tx1"/>
                          </a:solidFill>
                          <a:latin typeface="나눔고딕" panose="020D0604000000000000" pitchFamily="50" charset="-127"/>
                          <a:ea typeface="나눔고딕" panose="020D0604000000000000" pitchFamily="50" charset="-127"/>
                        </a:rPr>
                        <a:t>의 지도 노출 여부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관리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시설 수정  페이지 이동</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0461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시설 신규 등록</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신규 등록 페이지 이동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0816653"/>
                  </a:ext>
                </a:extLst>
              </a:tr>
            </a:tbl>
          </a:graphicData>
        </a:graphic>
      </p:graphicFrame>
      <p:grpSp>
        <p:nvGrpSpPr>
          <p:cNvPr id="17" name="그룹 16">
            <a:extLst>
              <a:ext uri="{FF2B5EF4-FFF2-40B4-BE49-F238E27FC236}">
                <a16:creationId xmlns:a16="http://schemas.microsoft.com/office/drawing/2014/main" id="{45B007BF-7532-BCB5-703A-0B20A5EB2A24}"/>
              </a:ext>
            </a:extLst>
          </p:cNvPr>
          <p:cNvGrpSpPr/>
          <p:nvPr/>
        </p:nvGrpSpPr>
        <p:grpSpPr>
          <a:xfrm>
            <a:off x="8653749" y="2890492"/>
            <a:ext cx="326779" cy="3220493"/>
            <a:chOff x="5483744" y="2885729"/>
            <a:chExt cx="326779" cy="3220493"/>
          </a:xfrm>
        </p:grpSpPr>
        <p:grpSp>
          <p:nvGrpSpPr>
            <p:cNvPr id="18" name="그룹 17">
              <a:extLst>
                <a:ext uri="{FF2B5EF4-FFF2-40B4-BE49-F238E27FC236}">
                  <a16:creationId xmlns:a16="http://schemas.microsoft.com/office/drawing/2014/main" id="{34F020DF-C34B-E037-1D93-1C2F0495E4FB}"/>
                </a:ext>
              </a:extLst>
            </p:cNvPr>
            <p:cNvGrpSpPr/>
            <p:nvPr/>
          </p:nvGrpSpPr>
          <p:grpSpPr>
            <a:xfrm>
              <a:off x="5485521" y="3333302"/>
              <a:ext cx="323550" cy="143601"/>
              <a:chOff x="5772149" y="581317"/>
              <a:chExt cx="371475" cy="164873"/>
            </a:xfrm>
          </p:grpSpPr>
          <p:sp>
            <p:nvSpPr>
              <p:cNvPr id="43" name="사각형: 둥근 모서리 42">
                <a:extLst>
                  <a:ext uri="{FF2B5EF4-FFF2-40B4-BE49-F238E27FC236}">
                    <a16:creationId xmlns:a16="http://schemas.microsoft.com/office/drawing/2014/main" id="{0DF8330B-7189-D3BD-1D0E-5B66B626698A}"/>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a:extLst>
                  <a:ext uri="{FF2B5EF4-FFF2-40B4-BE49-F238E27FC236}">
                    <a16:creationId xmlns:a16="http://schemas.microsoft.com/office/drawing/2014/main" id="{399580D8-6FE8-DDDA-CF93-85DBD39A9D8F}"/>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45E4866F-F4AB-3822-3234-F7B4D7065A6A}"/>
                </a:ext>
              </a:extLst>
            </p:cNvPr>
            <p:cNvGrpSpPr/>
            <p:nvPr/>
          </p:nvGrpSpPr>
          <p:grpSpPr>
            <a:xfrm>
              <a:off x="5485521" y="3779883"/>
              <a:ext cx="323550" cy="143601"/>
              <a:chOff x="5772149" y="581317"/>
              <a:chExt cx="371475" cy="164873"/>
            </a:xfrm>
          </p:grpSpPr>
          <p:sp>
            <p:nvSpPr>
              <p:cNvPr id="41" name="사각형: 둥근 모서리 40">
                <a:extLst>
                  <a:ext uri="{FF2B5EF4-FFF2-40B4-BE49-F238E27FC236}">
                    <a16:creationId xmlns:a16="http://schemas.microsoft.com/office/drawing/2014/main" id="{F6697CAB-8F36-193B-83BD-E17CE869F080}"/>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4EEBFB99-292F-5ABB-718B-B228FF9A5FBB}"/>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 name="그룹 19">
              <a:extLst>
                <a:ext uri="{FF2B5EF4-FFF2-40B4-BE49-F238E27FC236}">
                  <a16:creationId xmlns:a16="http://schemas.microsoft.com/office/drawing/2014/main" id="{BA522C18-CB90-F367-C5E7-B0678DF7CD8F}"/>
                </a:ext>
              </a:extLst>
            </p:cNvPr>
            <p:cNvGrpSpPr/>
            <p:nvPr/>
          </p:nvGrpSpPr>
          <p:grpSpPr>
            <a:xfrm>
              <a:off x="5485521" y="4201210"/>
              <a:ext cx="323550" cy="143601"/>
              <a:chOff x="5772149" y="581317"/>
              <a:chExt cx="371475" cy="164873"/>
            </a:xfrm>
          </p:grpSpPr>
          <p:sp>
            <p:nvSpPr>
              <p:cNvPr id="39" name="사각형: 둥근 모서리 38">
                <a:extLst>
                  <a:ext uri="{FF2B5EF4-FFF2-40B4-BE49-F238E27FC236}">
                    <a16:creationId xmlns:a16="http://schemas.microsoft.com/office/drawing/2014/main" id="{7C22ABB9-B6F3-BFE5-C696-802419715984}"/>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2E27A6DA-E12B-3BF2-17B0-68A49154BD40}"/>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3" name="그룹 22">
              <a:extLst>
                <a:ext uri="{FF2B5EF4-FFF2-40B4-BE49-F238E27FC236}">
                  <a16:creationId xmlns:a16="http://schemas.microsoft.com/office/drawing/2014/main" id="{1F006314-AD01-0167-E856-B8DEA9BB0EEA}"/>
                </a:ext>
              </a:extLst>
            </p:cNvPr>
            <p:cNvGrpSpPr/>
            <p:nvPr/>
          </p:nvGrpSpPr>
          <p:grpSpPr>
            <a:xfrm>
              <a:off x="5485521" y="4651557"/>
              <a:ext cx="323550" cy="143601"/>
              <a:chOff x="7480300" y="3871138"/>
              <a:chExt cx="323550" cy="143601"/>
            </a:xfrm>
          </p:grpSpPr>
          <p:sp>
            <p:nvSpPr>
              <p:cNvPr id="37" name="사각형: 둥근 모서리 36">
                <a:extLst>
                  <a:ext uri="{FF2B5EF4-FFF2-40B4-BE49-F238E27FC236}">
                    <a16:creationId xmlns:a16="http://schemas.microsoft.com/office/drawing/2014/main" id="{14710B52-C223-D6C4-E6C1-24E35DAFB56B}"/>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964BECEA-31FD-AC35-76C9-51EEA5C6FF87}"/>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5" name="그룹 24">
              <a:extLst>
                <a:ext uri="{FF2B5EF4-FFF2-40B4-BE49-F238E27FC236}">
                  <a16:creationId xmlns:a16="http://schemas.microsoft.com/office/drawing/2014/main" id="{6EED0021-C253-255A-6FAD-3B3A6336D958}"/>
                </a:ext>
              </a:extLst>
            </p:cNvPr>
            <p:cNvGrpSpPr/>
            <p:nvPr/>
          </p:nvGrpSpPr>
          <p:grpSpPr>
            <a:xfrm>
              <a:off x="5486973" y="5088153"/>
              <a:ext cx="323550" cy="143601"/>
              <a:chOff x="5772149" y="581317"/>
              <a:chExt cx="371475" cy="164873"/>
            </a:xfrm>
          </p:grpSpPr>
          <p:sp>
            <p:nvSpPr>
              <p:cNvPr id="35" name="사각형: 둥근 모서리 34">
                <a:extLst>
                  <a:ext uri="{FF2B5EF4-FFF2-40B4-BE49-F238E27FC236}">
                    <a16:creationId xmlns:a16="http://schemas.microsoft.com/office/drawing/2014/main" id="{7795D8CD-B733-42D7-F91D-E4BEF0862967}"/>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타원 35">
                <a:extLst>
                  <a:ext uri="{FF2B5EF4-FFF2-40B4-BE49-F238E27FC236}">
                    <a16:creationId xmlns:a16="http://schemas.microsoft.com/office/drawing/2014/main" id="{8F36EBA5-CF05-BDEB-26B7-D1A6D889E3DA}"/>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6" name="그룹 25">
              <a:extLst>
                <a:ext uri="{FF2B5EF4-FFF2-40B4-BE49-F238E27FC236}">
                  <a16:creationId xmlns:a16="http://schemas.microsoft.com/office/drawing/2014/main" id="{3B58A3BC-1487-5DD4-E4A0-9BF4BE4CE72A}"/>
                </a:ext>
              </a:extLst>
            </p:cNvPr>
            <p:cNvGrpSpPr/>
            <p:nvPr/>
          </p:nvGrpSpPr>
          <p:grpSpPr>
            <a:xfrm>
              <a:off x="5485521" y="5525057"/>
              <a:ext cx="323550" cy="143601"/>
              <a:chOff x="5772149" y="581317"/>
              <a:chExt cx="371475" cy="164873"/>
            </a:xfrm>
          </p:grpSpPr>
          <p:sp>
            <p:nvSpPr>
              <p:cNvPr id="33" name="사각형: 둥근 모서리 32">
                <a:extLst>
                  <a:ext uri="{FF2B5EF4-FFF2-40B4-BE49-F238E27FC236}">
                    <a16:creationId xmlns:a16="http://schemas.microsoft.com/office/drawing/2014/main" id="{1C55F7A7-9CC2-6300-A51F-2A1695F5ECBE}"/>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E3D36C97-24B6-0BAB-B97C-6BA3050EE7B8}"/>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7" name="그룹 26">
              <a:extLst>
                <a:ext uri="{FF2B5EF4-FFF2-40B4-BE49-F238E27FC236}">
                  <a16:creationId xmlns:a16="http://schemas.microsoft.com/office/drawing/2014/main" id="{15146EE9-FACF-DEA1-C86F-B40C1D9F997B}"/>
                </a:ext>
              </a:extLst>
            </p:cNvPr>
            <p:cNvGrpSpPr/>
            <p:nvPr/>
          </p:nvGrpSpPr>
          <p:grpSpPr>
            <a:xfrm>
              <a:off x="5485521" y="5962621"/>
              <a:ext cx="323550" cy="143601"/>
              <a:chOff x="5772149" y="581317"/>
              <a:chExt cx="371475" cy="164873"/>
            </a:xfrm>
          </p:grpSpPr>
          <p:sp>
            <p:nvSpPr>
              <p:cNvPr id="31" name="사각형: 둥근 모서리 30">
                <a:extLst>
                  <a:ext uri="{FF2B5EF4-FFF2-40B4-BE49-F238E27FC236}">
                    <a16:creationId xmlns:a16="http://schemas.microsoft.com/office/drawing/2014/main" id="{C6936063-5EAB-AF3A-93E5-453149B317B9}"/>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E93ABF9A-3BFC-C2DB-C912-53D6256D0058}"/>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8" name="그룹 27">
              <a:extLst>
                <a:ext uri="{FF2B5EF4-FFF2-40B4-BE49-F238E27FC236}">
                  <a16:creationId xmlns:a16="http://schemas.microsoft.com/office/drawing/2014/main" id="{1C79A6E8-72F6-F26B-3B5B-E6C2F6F6BDBB}"/>
                </a:ext>
              </a:extLst>
            </p:cNvPr>
            <p:cNvGrpSpPr/>
            <p:nvPr/>
          </p:nvGrpSpPr>
          <p:grpSpPr>
            <a:xfrm>
              <a:off x="5483744" y="2885729"/>
              <a:ext cx="323550" cy="143601"/>
              <a:chOff x="7480300" y="3871138"/>
              <a:chExt cx="323550" cy="143601"/>
            </a:xfrm>
          </p:grpSpPr>
          <p:sp>
            <p:nvSpPr>
              <p:cNvPr id="29" name="사각형: 둥근 모서리 28">
                <a:extLst>
                  <a:ext uri="{FF2B5EF4-FFF2-40B4-BE49-F238E27FC236}">
                    <a16:creationId xmlns:a16="http://schemas.microsoft.com/office/drawing/2014/main" id="{9DB8BDBD-0139-6325-EF7F-C40C14F53059}"/>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2247727E-B2CE-EE55-2E66-B6E43D024417}"/>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9" name="타원 8">
            <a:extLst>
              <a:ext uri="{FF2B5EF4-FFF2-40B4-BE49-F238E27FC236}">
                <a16:creationId xmlns:a16="http://schemas.microsoft.com/office/drawing/2014/main" id="{942FCA13-B660-47E3-078C-A06F561735A9}"/>
              </a:ext>
            </a:extLst>
          </p:cNvPr>
          <p:cNvSpPr/>
          <p:nvPr/>
        </p:nvSpPr>
        <p:spPr>
          <a:xfrm>
            <a:off x="8709003" y="184992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0102963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29B2F-1F3E-41D9-983C-86F3F8DE5006}"/>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CF3A7F55-02BA-A6EE-4425-3126F7A711B8}"/>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8F4A2D3B-F6BF-9CCE-EA02-1ADDDA60164B}"/>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85946B33-50A7-BCCE-8BD2-598BD22DF203}"/>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2177093E-B5AD-E9F1-F1E6-E33A14F193CC}"/>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118C417E-2C92-8A0E-4B03-8099FC8EE39E}"/>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A6503F16-901C-7C53-0F0E-6DC1B6C6AACA}"/>
              </a:ext>
            </a:extLst>
          </p:cNvPr>
          <p:cNvGraphicFramePr>
            <a:graphicFrameLocks noGrp="1"/>
          </p:cNvGraphicFramePr>
          <p:nvPr>
            <p:extLst>
              <p:ext uri="{D42A27DB-BD31-4B8C-83A1-F6EECF244321}">
                <p14:modId xmlns:p14="http://schemas.microsoft.com/office/powerpoint/2010/main" val="3135682199"/>
              </p:ext>
            </p:extLst>
          </p:nvPr>
        </p:nvGraphicFramePr>
        <p:xfrm>
          <a:off x="10031438" y="757238"/>
          <a:ext cx="1997267" cy="3205196"/>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신규</a:t>
                      </a:r>
                      <a:r>
                        <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79316">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분류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시설의 분류 선택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err="1">
                          <a:solidFill>
                            <a:schemeClr val="tx1"/>
                          </a:solidFill>
                          <a:latin typeface="나눔고딕" panose="020D0604000000000000" pitchFamily="50" charset="-127"/>
                          <a:ea typeface="나눔고딕" panose="020D0604000000000000" pitchFamily="50" charset="-127"/>
                        </a:rPr>
                        <a:t>시설명</a:t>
                      </a: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10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위도</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경도 정보 입력 필요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37884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시설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시설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800" b="0" spc="0" baseline="0" dirty="0">
                          <a:solidFill>
                            <a:schemeClr val="tx1"/>
                          </a:solidFill>
                          <a:latin typeface="나눔고딕" panose="020D0604000000000000" pitchFamily="50" charset="-127"/>
                          <a:ea typeface="나눔고딕" panose="020D0604000000000000" pitchFamily="50" charset="-127"/>
                        </a:rPr>
                        <a:t>(Default)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APP </a:t>
                      </a:r>
                      <a:r>
                        <a:rPr lang="ko-KR" altLang="en-US" sz="8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취소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목록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페이지로 복귀</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저장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800" b="0" spc="0" baseline="0" dirty="0">
                          <a:solidFill>
                            <a:schemeClr val="tx1"/>
                          </a:solidFill>
                          <a:latin typeface="나눔고딕" panose="020D0604000000000000" pitchFamily="50" charset="-127"/>
                          <a:ea typeface="나눔고딕" panose="020D0604000000000000" pitchFamily="50" charset="-127"/>
                        </a:rPr>
                        <a: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삭제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데이터 삭제</a:t>
                      </a:r>
                      <a:r>
                        <a:rPr lang="en-US" altLang="ko-KR" sz="800" b="0" spc="0" baseline="0" dirty="0">
                          <a:solidFill>
                            <a:schemeClr val="tx1"/>
                          </a:solidFill>
                          <a:latin typeface="나눔고딕" panose="020D0604000000000000" pitchFamily="50" charset="-127"/>
                          <a:ea typeface="나눔고딕" panose="020D0604000000000000" pitchFamily="50" charset="-127"/>
                        </a:rPr>
                        <a:t>. (5-1)</a:t>
                      </a:r>
                      <a:r>
                        <a:rPr lang="ko-KR" altLang="en-US" sz="800" b="0" spc="0" baseline="0" dirty="0" err="1">
                          <a:solidFill>
                            <a:schemeClr val="tx1"/>
                          </a:solidFill>
                          <a:latin typeface="나눔고딕" panose="020D0604000000000000" pitchFamily="50" charset="-127"/>
                          <a:ea typeface="나눔고딕" panose="020D0604000000000000" pitchFamily="50" charset="-127"/>
                        </a:rPr>
                        <a:t>컨펌</a:t>
                      </a:r>
                      <a:r>
                        <a:rPr lang="ko-KR" altLang="en-US" sz="8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B3FF68C9-54F1-B432-B31A-F771BA82B980}"/>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등록 </a:t>
            </a:r>
          </a:p>
        </p:txBody>
      </p:sp>
      <p:graphicFrame>
        <p:nvGraphicFramePr>
          <p:cNvPr id="84" name="표 83">
            <a:extLst>
              <a:ext uri="{FF2B5EF4-FFF2-40B4-BE49-F238E27FC236}">
                <a16:creationId xmlns:a16="http://schemas.microsoft.com/office/drawing/2014/main" id="{8B18B2E9-83AC-7D4B-261E-65F6DBCA89CC}"/>
              </a:ext>
            </a:extLst>
          </p:cNvPr>
          <p:cNvGraphicFramePr>
            <a:graphicFrameLocks noGrp="1"/>
          </p:cNvGraphicFramePr>
          <p:nvPr>
            <p:extLst>
              <p:ext uri="{D42A27DB-BD31-4B8C-83A1-F6EECF244321}">
                <p14:modId xmlns:p14="http://schemas.microsoft.com/office/powerpoint/2010/main" val="1855764919"/>
              </p:ext>
            </p:extLst>
          </p:nvPr>
        </p:nvGraphicFramePr>
        <p:xfrm>
          <a:off x="1836294" y="1607557"/>
          <a:ext cx="7734425" cy="1599990"/>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분류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err="1">
                          <a:solidFill>
                            <a:schemeClr val="tx1"/>
                          </a:solidFill>
                        </a:rPr>
                        <a:t>시설명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DFA45FDF-B955-EE93-C60A-95344624784B}"/>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37B786D7-CB8E-540D-F650-9E9001384D62}"/>
              </a:ext>
            </a:extLst>
          </p:cNvPr>
          <p:cNvSpPr/>
          <p:nvPr/>
        </p:nvSpPr>
        <p:spPr>
          <a:xfrm>
            <a:off x="1733676" y="19770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295E74DE-8B99-352C-A594-39EBB1891B25}"/>
              </a:ext>
            </a:extLst>
          </p:cNvPr>
          <p:cNvSpPr/>
          <p:nvPr/>
        </p:nvSpPr>
        <p:spPr>
          <a:xfrm>
            <a:off x="1733675" y="260860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1D800C04-AAEE-CED0-350D-3A463AE08F5E}"/>
              </a:ext>
            </a:extLst>
          </p:cNvPr>
          <p:cNvSpPr/>
          <p:nvPr/>
        </p:nvSpPr>
        <p:spPr>
          <a:xfrm>
            <a:off x="2974178" y="2000303"/>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j-lt"/>
              </a:rPr>
              <a:t>클릭해서 주소를 검색해주세요 </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99E5606C-C103-BBE5-522B-AC808187AE2E}"/>
              </a:ext>
            </a:extLst>
          </p:cNvPr>
          <p:cNvGrpSpPr/>
          <p:nvPr/>
        </p:nvGrpSpPr>
        <p:grpSpPr>
          <a:xfrm>
            <a:off x="4807735" y="2004747"/>
            <a:ext cx="167122" cy="175522"/>
            <a:chOff x="-1190172" y="605806"/>
            <a:chExt cx="323151" cy="339394"/>
          </a:xfrm>
        </p:grpSpPr>
        <p:sp>
          <p:nvSpPr>
            <p:cNvPr id="18" name="사각형: 둥근 모서리 17">
              <a:extLst>
                <a:ext uri="{FF2B5EF4-FFF2-40B4-BE49-F238E27FC236}">
                  <a16:creationId xmlns:a16="http://schemas.microsoft.com/office/drawing/2014/main" id="{C196D527-B974-6694-8FF9-6FD440B67509}"/>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C0DADA80-1736-71FA-920B-0E0B59DE5757}"/>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3732B65A-50B4-C746-0B6D-6DC1B7DD22ED}"/>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266D4D72-A755-C2DF-D823-8CA11DCE9BA1}"/>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80" name="사각형: 둥근 모서리 79">
            <a:extLst>
              <a:ext uri="{FF2B5EF4-FFF2-40B4-BE49-F238E27FC236}">
                <a16:creationId xmlns:a16="http://schemas.microsoft.com/office/drawing/2014/main" id="{CFD4A6C7-FA8F-AF99-B8F4-1BAB8B4399BF}"/>
              </a:ext>
            </a:extLst>
          </p:cNvPr>
          <p:cNvSpPr/>
          <p:nvPr/>
        </p:nvSpPr>
        <p:spPr>
          <a:xfrm>
            <a:off x="5033071" y="3399663"/>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B66D0532-3B17-6047-4CC2-1F0E51D20E2D}"/>
              </a:ext>
            </a:extLst>
          </p:cNvPr>
          <p:cNvSpPr/>
          <p:nvPr/>
        </p:nvSpPr>
        <p:spPr>
          <a:xfrm>
            <a:off x="5610597" y="3399663"/>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sp>
        <p:nvSpPr>
          <p:cNvPr id="82" name="타원 81">
            <a:extLst>
              <a:ext uri="{FF2B5EF4-FFF2-40B4-BE49-F238E27FC236}">
                <a16:creationId xmlns:a16="http://schemas.microsoft.com/office/drawing/2014/main" id="{027B656D-26A8-E7D0-18EE-5E991F07D263}"/>
              </a:ext>
            </a:extLst>
          </p:cNvPr>
          <p:cNvSpPr/>
          <p:nvPr/>
        </p:nvSpPr>
        <p:spPr>
          <a:xfrm>
            <a:off x="1734079" y="296049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6D15974A-F11D-7C94-0BEC-9FC38B15748B}"/>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D4ABFB60-982A-99F7-A599-14E8A24D604D}"/>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CBA97EC7-872E-FDD7-7804-3D596B696EEB}"/>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8B4C78A1-CA15-1CC1-4CBA-4CA076DD3EC9}"/>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F5717D0C-F0B0-096C-4383-F14357BAE0F4}"/>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4F73EE15-4372-1F5E-F282-47F1F67E0586}"/>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4E83F217-5E45-8C0E-3677-0E4712DAF199}"/>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324FF562-1D11-F8A3-7CE7-EC75B5B19A37}"/>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34EE9864-9EAE-FDBD-12BB-153C28679803}"/>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C0E96939-0652-CB3A-97FE-53A4008DDE2C}"/>
              </a:ext>
            </a:extLst>
          </p:cNvPr>
          <p:cNvGrpSpPr/>
          <p:nvPr/>
        </p:nvGrpSpPr>
        <p:grpSpPr>
          <a:xfrm>
            <a:off x="3004969" y="2960493"/>
            <a:ext cx="1259512" cy="190629"/>
            <a:chOff x="7873343" y="3238371"/>
            <a:chExt cx="1259512" cy="190629"/>
          </a:xfrm>
        </p:grpSpPr>
        <p:grpSp>
          <p:nvGrpSpPr>
            <p:cNvPr id="98" name="그룹 97">
              <a:extLst>
                <a:ext uri="{FF2B5EF4-FFF2-40B4-BE49-F238E27FC236}">
                  <a16:creationId xmlns:a16="http://schemas.microsoft.com/office/drawing/2014/main" id="{27E4F801-5D84-00AC-1577-018ED55CFAB0}"/>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9EB0165-9AA5-26F3-242D-063898198BC4}"/>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340F899C-FE06-E39E-092F-94B0ED00155A}"/>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2C449BB7-E2A8-5AD1-0BF4-E82D60A4B31B}"/>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AE0E7E1C-267D-1EE8-0223-FAE137969452}"/>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37AA343D-74F8-C499-89B4-E557FEE67783}"/>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42E3AF1E-A87B-B313-A0D7-8DC6DA2D42C6}"/>
              </a:ext>
            </a:extLst>
          </p:cNvPr>
          <p:cNvSpPr/>
          <p:nvPr/>
        </p:nvSpPr>
        <p:spPr>
          <a:xfrm>
            <a:off x="2973219" y="2654765"/>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 </a:t>
            </a:r>
            <a:r>
              <a:rPr lang="ko-KR" altLang="en-US" sz="600" dirty="0">
                <a:solidFill>
                  <a:schemeClr val="bg1">
                    <a:lumMod val="50000"/>
                  </a:schemeClr>
                </a:solidFill>
                <a:latin typeface="+mj-lt"/>
              </a:rPr>
              <a:t>없이 입력해주세요</a:t>
            </a:r>
          </a:p>
        </p:txBody>
      </p:sp>
      <p:sp>
        <p:nvSpPr>
          <p:cNvPr id="115" name="타원 114">
            <a:extLst>
              <a:ext uri="{FF2B5EF4-FFF2-40B4-BE49-F238E27FC236}">
                <a16:creationId xmlns:a16="http://schemas.microsoft.com/office/drawing/2014/main" id="{B3C3E580-9E91-3B1F-C48F-D8B377077B2C}"/>
              </a:ext>
            </a:extLst>
          </p:cNvPr>
          <p:cNvSpPr/>
          <p:nvPr/>
        </p:nvSpPr>
        <p:spPr>
          <a:xfrm>
            <a:off x="4894838" y="32143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BC8368F3-0156-416C-CBA2-603503EA9725}"/>
              </a:ext>
            </a:extLst>
          </p:cNvPr>
          <p:cNvSpPr/>
          <p:nvPr/>
        </p:nvSpPr>
        <p:spPr>
          <a:xfrm>
            <a:off x="5011812" y="3340531"/>
            <a:ext cx="1746176"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614AEF74-176D-270A-455E-CFCC1C4096A8}"/>
              </a:ext>
            </a:extLst>
          </p:cNvPr>
          <p:cNvSpPr/>
          <p:nvPr/>
        </p:nvSpPr>
        <p:spPr>
          <a:xfrm>
            <a:off x="2985417" y="2321799"/>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시설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grpSp>
        <p:nvGrpSpPr>
          <p:cNvPr id="13" name="그룹 12">
            <a:extLst>
              <a:ext uri="{FF2B5EF4-FFF2-40B4-BE49-F238E27FC236}">
                <a16:creationId xmlns:a16="http://schemas.microsoft.com/office/drawing/2014/main" id="{74E11A51-DBA7-D55C-96B6-C8FC7BC0AD41}"/>
              </a:ext>
            </a:extLst>
          </p:cNvPr>
          <p:cNvGrpSpPr/>
          <p:nvPr/>
        </p:nvGrpSpPr>
        <p:grpSpPr>
          <a:xfrm>
            <a:off x="2982827" y="1669236"/>
            <a:ext cx="740873" cy="184666"/>
            <a:chOff x="2555866" y="4880762"/>
            <a:chExt cx="794951" cy="198145"/>
          </a:xfrm>
        </p:grpSpPr>
        <p:sp>
          <p:nvSpPr>
            <p:cNvPr id="14" name="TextBox 13">
              <a:extLst>
                <a:ext uri="{FF2B5EF4-FFF2-40B4-BE49-F238E27FC236}">
                  <a16:creationId xmlns:a16="http://schemas.microsoft.com/office/drawing/2014/main" id="{E857ACAB-79BD-B8BF-9BB6-13626B66D70E}"/>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dirty="0"/>
                <a:t>선택</a:t>
              </a:r>
            </a:p>
          </p:txBody>
        </p:sp>
        <p:pic>
          <p:nvPicPr>
            <p:cNvPr id="23" name="그림 22">
              <a:extLst>
                <a:ext uri="{FF2B5EF4-FFF2-40B4-BE49-F238E27FC236}">
                  <a16:creationId xmlns:a16="http://schemas.microsoft.com/office/drawing/2014/main" id="{D3E152E7-931A-9CE1-6174-3353DF17AB79}"/>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27" name="사각형: 둥근 모서리 26">
            <a:extLst>
              <a:ext uri="{FF2B5EF4-FFF2-40B4-BE49-F238E27FC236}">
                <a16:creationId xmlns:a16="http://schemas.microsoft.com/office/drawing/2014/main" id="{E4A3265D-4316-82B5-0119-0060EC4BBCC7}"/>
              </a:ext>
            </a:extLst>
          </p:cNvPr>
          <p:cNvSpPr/>
          <p:nvPr/>
        </p:nvSpPr>
        <p:spPr>
          <a:xfrm>
            <a:off x="6190806" y="3395558"/>
            <a:ext cx="485403" cy="251237"/>
          </a:xfrm>
          <a:prstGeom prst="roundRect">
            <a:avLst/>
          </a:prstGeom>
          <a:solidFill>
            <a:srgbClr val="C00000"/>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삭제</a:t>
            </a:r>
          </a:p>
        </p:txBody>
      </p:sp>
      <p:grpSp>
        <p:nvGrpSpPr>
          <p:cNvPr id="28" name="그룹 27">
            <a:extLst>
              <a:ext uri="{FF2B5EF4-FFF2-40B4-BE49-F238E27FC236}">
                <a16:creationId xmlns:a16="http://schemas.microsoft.com/office/drawing/2014/main" id="{C47B8A67-D96D-CB12-AE03-38084EE3A7FB}"/>
              </a:ext>
            </a:extLst>
          </p:cNvPr>
          <p:cNvGrpSpPr/>
          <p:nvPr/>
        </p:nvGrpSpPr>
        <p:grpSpPr>
          <a:xfrm>
            <a:off x="6388758" y="3901829"/>
            <a:ext cx="2583800" cy="652363"/>
            <a:chOff x="4095782" y="523450"/>
            <a:chExt cx="2583800" cy="652363"/>
          </a:xfrm>
        </p:grpSpPr>
        <p:sp>
          <p:nvSpPr>
            <p:cNvPr id="29" name="사각형: 둥근 모서리 28">
              <a:extLst>
                <a:ext uri="{FF2B5EF4-FFF2-40B4-BE49-F238E27FC236}">
                  <a16:creationId xmlns:a16="http://schemas.microsoft.com/office/drawing/2014/main" id="{C75021E0-BE67-D00A-2852-A7E6E3BD0690}"/>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7E3F4447-6B2A-D6DF-C1E9-C2BBE53AFFF5}"/>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31" name="사각형: 둥근 모서리 30">
              <a:extLst>
                <a:ext uri="{FF2B5EF4-FFF2-40B4-BE49-F238E27FC236}">
                  <a16:creationId xmlns:a16="http://schemas.microsoft.com/office/drawing/2014/main" id="{D5766838-1CED-6AF2-CFF4-9E461CAC4A96}"/>
                </a:ext>
              </a:extLst>
            </p:cNvPr>
            <p:cNvSpPr/>
            <p:nvPr/>
          </p:nvSpPr>
          <p:spPr>
            <a:xfrm>
              <a:off x="5520443" y="942502"/>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32" name="타원 31">
              <a:extLst>
                <a:ext uri="{FF2B5EF4-FFF2-40B4-BE49-F238E27FC236}">
                  <a16:creationId xmlns:a16="http://schemas.microsoft.com/office/drawing/2014/main" id="{02BABB22-A299-A8DE-5545-812AD8CA5F05}"/>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5-1</a:t>
              </a:r>
              <a:endParaRPr lang="ko-KR" altLang="en-US" sz="800" dirty="0">
                <a:latin typeface="Arial Black" panose="020B0A04020102020204" pitchFamily="34" charset="0"/>
              </a:endParaRPr>
            </a:p>
          </p:txBody>
        </p:sp>
      </p:grpSp>
      <p:sp>
        <p:nvSpPr>
          <p:cNvPr id="33" name="사각형: 둥근 모서리 32">
            <a:extLst>
              <a:ext uri="{FF2B5EF4-FFF2-40B4-BE49-F238E27FC236}">
                <a16:creationId xmlns:a16="http://schemas.microsoft.com/office/drawing/2014/main" id="{8C38062F-F126-2FDC-DE85-52C5FA7EF897}"/>
              </a:ext>
            </a:extLst>
          </p:cNvPr>
          <p:cNvSpPr/>
          <p:nvPr/>
        </p:nvSpPr>
        <p:spPr>
          <a:xfrm>
            <a:off x="8392988" y="4320881"/>
            <a:ext cx="537713" cy="180750"/>
          </a:xfrm>
          <a:prstGeom prst="roundRect">
            <a:avLst>
              <a:gd name="adj" fmla="val 13775"/>
            </a:avLst>
          </a:prstGeom>
          <a:solidFill>
            <a:schemeClr val="bg1">
              <a:lumMod val="9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tx1"/>
                </a:solidFill>
              </a:rPr>
              <a:t>취소</a:t>
            </a:r>
          </a:p>
        </p:txBody>
      </p:sp>
    </p:spTree>
    <p:extLst>
      <p:ext uri="{BB962C8B-B14F-4D97-AF65-F5344CB8AC3E}">
        <p14:creationId xmlns:p14="http://schemas.microsoft.com/office/powerpoint/2010/main" val="29185672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971AE-9680-39F0-F952-40395F2BD4D6}"/>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EBB91231-69F9-532C-91A4-46EA5B5934B3}"/>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0FEF248B-B623-CCC5-FC06-DE74DABF2107}"/>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D1BB359F-DDF7-6039-82DD-C5134CDB08DD}"/>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074252E2-0F87-43BB-8C3E-8222180FC1BA}"/>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A3AF99AB-8B8B-BE91-0CB6-5AF05231E5E3}"/>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9ED873B5-CEC8-DFA3-FF9A-5831CD05D4C5}"/>
              </a:ext>
            </a:extLst>
          </p:cNvPr>
          <p:cNvGraphicFramePr>
            <a:graphicFrameLocks noGrp="1"/>
          </p:cNvGraphicFramePr>
          <p:nvPr>
            <p:extLst>
              <p:ext uri="{D42A27DB-BD31-4B8C-83A1-F6EECF244321}">
                <p14:modId xmlns:p14="http://schemas.microsoft.com/office/powerpoint/2010/main" val="3347809094"/>
              </p:ext>
            </p:extLst>
          </p:nvPr>
        </p:nvGraphicFramePr>
        <p:xfrm>
          <a:off x="10031438" y="757238"/>
          <a:ext cx="1997267" cy="318288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신규</a:t>
                      </a:r>
                      <a:r>
                        <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8882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분류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시설의 분류 선택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err="1">
                          <a:solidFill>
                            <a:schemeClr val="tx1"/>
                          </a:solidFill>
                          <a:latin typeface="나눔고딕" panose="020D0604000000000000" pitchFamily="50" charset="-127"/>
                          <a:ea typeface="나눔고딕" panose="020D0604000000000000" pitchFamily="50" charset="-127"/>
                        </a:rPr>
                        <a:t>시설명</a:t>
                      </a: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10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위도</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경도 정보 입력 필요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311655">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시설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시설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800" b="0" spc="0" baseline="0" dirty="0">
                          <a:solidFill>
                            <a:schemeClr val="tx1"/>
                          </a:solidFill>
                          <a:latin typeface="나눔고딕" panose="020D0604000000000000" pitchFamily="50" charset="-127"/>
                          <a:ea typeface="나눔고딕" panose="020D0604000000000000" pitchFamily="50" charset="-127"/>
                        </a:rPr>
                        <a:t>(Default)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APP </a:t>
                      </a:r>
                      <a:r>
                        <a:rPr lang="ko-KR" altLang="en-US" sz="8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취소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복귀</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저장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800" b="0" spc="0" baseline="0" dirty="0">
                          <a:solidFill>
                            <a:schemeClr val="tx1"/>
                          </a:solidFill>
                          <a:latin typeface="나눔고딕" panose="020D0604000000000000" pitchFamily="50" charset="-127"/>
                          <a:ea typeface="나눔고딕" panose="020D0604000000000000" pitchFamily="50" charset="-127"/>
                        </a:rPr>
                        <a: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목록 페이지로 복귀</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67C62AC6-2A85-FB8E-AF23-F813729F31BB}"/>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수정 </a:t>
            </a:r>
          </a:p>
        </p:txBody>
      </p:sp>
      <p:graphicFrame>
        <p:nvGraphicFramePr>
          <p:cNvPr id="84" name="표 83">
            <a:extLst>
              <a:ext uri="{FF2B5EF4-FFF2-40B4-BE49-F238E27FC236}">
                <a16:creationId xmlns:a16="http://schemas.microsoft.com/office/drawing/2014/main" id="{15A29277-2C89-C3A5-F69B-A3AFD650630F}"/>
              </a:ext>
            </a:extLst>
          </p:cNvPr>
          <p:cNvGraphicFramePr>
            <a:graphicFrameLocks noGrp="1"/>
          </p:cNvGraphicFramePr>
          <p:nvPr>
            <p:extLst>
              <p:ext uri="{D42A27DB-BD31-4B8C-83A1-F6EECF244321}">
                <p14:modId xmlns:p14="http://schemas.microsoft.com/office/powerpoint/2010/main" val="2103124307"/>
              </p:ext>
            </p:extLst>
          </p:nvPr>
        </p:nvGraphicFramePr>
        <p:xfrm>
          <a:off x="1836294" y="1607557"/>
          <a:ext cx="7734425" cy="1919988"/>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등록번호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199</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109363069"/>
                  </a:ext>
                </a:extLst>
              </a:tr>
              <a:tr h="319998">
                <a:tc>
                  <a:txBody>
                    <a:bodyPr/>
                    <a:lstStyle/>
                    <a:p>
                      <a:pPr algn="ctr" latinLnBrk="1"/>
                      <a:r>
                        <a:rPr lang="ko-KR" altLang="en-US" sz="700" dirty="0">
                          <a:solidFill>
                            <a:schemeClr val="tx1"/>
                          </a:solidFill>
                        </a:rPr>
                        <a:t>분류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err="1">
                          <a:solidFill>
                            <a:schemeClr val="tx1"/>
                          </a:solidFill>
                        </a:rPr>
                        <a:t>시설명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CEF80830-951B-75A6-2432-046660E40177}"/>
              </a:ext>
            </a:extLst>
          </p:cNvPr>
          <p:cNvSpPr/>
          <p:nvPr/>
        </p:nvSpPr>
        <p:spPr>
          <a:xfrm>
            <a:off x="1747265" y="186005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5" name="타원 4">
            <a:extLst>
              <a:ext uri="{FF2B5EF4-FFF2-40B4-BE49-F238E27FC236}">
                <a16:creationId xmlns:a16="http://schemas.microsoft.com/office/drawing/2014/main" id="{EC165330-B812-D9F8-30D2-DCEB610AB5E7}"/>
              </a:ext>
            </a:extLst>
          </p:cNvPr>
          <p:cNvSpPr/>
          <p:nvPr/>
        </p:nvSpPr>
        <p:spPr>
          <a:xfrm>
            <a:off x="1747266" y="233765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DB731364-C7DA-6BAF-79DA-328B8168B6F2}"/>
              </a:ext>
            </a:extLst>
          </p:cNvPr>
          <p:cNvSpPr/>
          <p:nvPr/>
        </p:nvSpPr>
        <p:spPr>
          <a:xfrm>
            <a:off x="1747265" y="292318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F4AEC6C4-1F7B-4DAB-BAF0-C27EDB564B0E}"/>
              </a:ext>
            </a:extLst>
          </p:cNvPr>
          <p:cNvSpPr/>
          <p:nvPr/>
        </p:nvSpPr>
        <p:spPr>
          <a:xfrm>
            <a:off x="3015492" y="2318188"/>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tx1"/>
                </a:solidFill>
              </a:rPr>
              <a:t>희망내과</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7ACA18E3-DD5F-A212-4785-E03509FA7562}"/>
              </a:ext>
            </a:extLst>
          </p:cNvPr>
          <p:cNvGrpSpPr/>
          <p:nvPr/>
        </p:nvGrpSpPr>
        <p:grpSpPr>
          <a:xfrm>
            <a:off x="4849049" y="2322632"/>
            <a:ext cx="167122" cy="175522"/>
            <a:chOff x="-1190172" y="605806"/>
            <a:chExt cx="323151" cy="339394"/>
          </a:xfrm>
        </p:grpSpPr>
        <p:sp>
          <p:nvSpPr>
            <p:cNvPr id="18" name="사각형: 둥근 모서리 17">
              <a:extLst>
                <a:ext uri="{FF2B5EF4-FFF2-40B4-BE49-F238E27FC236}">
                  <a16:creationId xmlns:a16="http://schemas.microsoft.com/office/drawing/2014/main" id="{72DB5F0F-1654-24BF-8F92-769F5ED65827}"/>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FACB1C2D-3773-3C92-15BA-0EF43D99F7AB}"/>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832B4595-8CAB-A167-ACD7-A1B6F3702588}"/>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A0394BE7-2FDA-07E4-6FBC-FA53829C5212}"/>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nvGrpSpPr>
          <p:cNvPr id="79" name="그룹 78">
            <a:extLst>
              <a:ext uri="{FF2B5EF4-FFF2-40B4-BE49-F238E27FC236}">
                <a16:creationId xmlns:a16="http://schemas.microsoft.com/office/drawing/2014/main" id="{75023CC7-1FCB-4526-1555-137719F4C0DA}"/>
              </a:ext>
            </a:extLst>
          </p:cNvPr>
          <p:cNvGrpSpPr/>
          <p:nvPr/>
        </p:nvGrpSpPr>
        <p:grpSpPr>
          <a:xfrm>
            <a:off x="5040448" y="3788002"/>
            <a:ext cx="1062929" cy="251238"/>
            <a:chOff x="4786181" y="5198797"/>
            <a:chExt cx="1062929" cy="251238"/>
          </a:xfrm>
        </p:grpSpPr>
        <p:sp>
          <p:nvSpPr>
            <p:cNvPr id="80" name="사각형: 둥근 모서리 79">
              <a:extLst>
                <a:ext uri="{FF2B5EF4-FFF2-40B4-BE49-F238E27FC236}">
                  <a16:creationId xmlns:a16="http://schemas.microsoft.com/office/drawing/2014/main" id="{71D5A613-3B30-D07B-FFE4-6184A6946F9E}"/>
                </a:ext>
              </a:extLst>
            </p:cNvPr>
            <p:cNvSpPr/>
            <p:nvPr/>
          </p:nvSpPr>
          <p:spPr>
            <a:xfrm>
              <a:off x="4786181" y="5198797"/>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95AF2101-898E-AF96-B711-1CAC58D1CD59}"/>
                </a:ext>
              </a:extLst>
            </p:cNvPr>
            <p:cNvSpPr/>
            <p:nvPr/>
          </p:nvSpPr>
          <p:spPr>
            <a:xfrm>
              <a:off x="5363707" y="5198797"/>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grpSp>
      <p:sp>
        <p:nvSpPr>
          <p:cNvPr id="82" name="타원 81">
            <a:extLst>
              <a:ext uri="{FF2B5EF4-FFF2-40B4-BE49-F238E27FC236}">
                <a16:creationId xmlns:a16="http://schemas.microsoft.com/office/drawing/2014/main" id="{FD82E5D1-DF17-7375-AA5E-6CB7D265ABB3}"/>
              </a:ext>
            </a:extLst>
          </p:cNvPr>
          <p:cNvSpPr/>
          <p:nvPr/>
        </p:nvSpPr>
        <p:spPr>
          <a:xfrm>
            <a:off x="1747265" y="326853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EEE3AA54-B616-264A-7849-7F44798B3D7F}"/>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B9FB709A-92E0-A7DA-62EB-13A7FF940074}"/>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83B85471-254F-6811-D990-6377EDA99056}"/>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D2CAF621-A8F1-2339-6067-FE9B87F59B23}"/>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1993BF1B-B07E-7BF7-EFCD-78CE47FEFDA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A7C38788-58E1-62EE-98E1-673CAE47F29A}"/>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84EE2276-5C4E-E801-5CAA-CA99E8CFEE8B}"/>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259FDAA4-4DF2-88B5-45ED-41405F6348F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9A2EF36F-0612-9DE3-CD0D-AD83BA4CE229}"/>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7F42AA58-7F92-458B-35CD-ED73A7ED0D6A}"/>
              </a:ext>
            </a:extLst>
          </p:cNvPr>
          <p:cNvGrpSpPr/>
          <p:nvPr/>
        </p:nvGrpSpPr>
        <p:grpSpPr>
          <a:xfrm>
            <a:off x="3046283" y="3278378"/>
            <a:ext cx="1259512" cy="190629"/>
            <a:chOff x="7873343" y="3238371"/>
            <a:chExt cx="1259512" cy="190629"/>
          </a:xfrm>
        </p:grpSpPr>
        <p:grpSp>
          <p:nvGrpSpPr>
            <p:cNvPr id="98" name="그룹 97">
              <a:extLst>
                <a:ext uri="{FF2B5EF4-FFF2-40B4-BE49-F238E27FC236}">
                  <a16:creationId xmlns:a16="http://schemas.microsoft.com/office/drawing/2014/main" id="{C2DA92ED-6235-FB68-6660-6BFDA9FF53F6}"/>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359798E1-0CF1-9136-A1D4-7FDAB64D3E4D}"/>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6164F2EA-46CA-9DF5-22C1-C3D6EDED332D}"/>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5D556980-AF1A-E36B-BD15-DAE7B2FEBEB2}"/>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3C7CD5D8-9EC8-9933-EF7A-FA1D2978F806}"/>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CAED50CC-095E-5036-4958-566BF81E8973}"/>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C14D49CD-5A30-AE10-8BD4-FFB55D854945}"/>
              </a:ext>
            </a:extLst>
          </p:cNvPr>
          <p:cNvSpPr/>
          <p:nvPr/>
        </p:nvSpPr>
        <p:spPr>
          <a:xfrm>
            <a:off x="3014533" y="2972650"/>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latinLnBrk="1"/>
            <a:r>
              <a:rPr lang="en-US" altLang="ko-KR" sz="700" dirty="0">
                <a:solidFill>
                  <a:schemeClr val="tx1"/>
                </a:solidFill>
              </a:rPr>
              <a:t>0432411234</a:t>
            </a:r>
            <a:endParaRPr lang="ko-KR" altLang="en-US" sz="600" dirty="0">
              <a:solidFill>
                <a:schemeClr val="tx1"/>
              </a:solidFill>
            </a:endParaRPr>
          </a:p>
        </p:txBody>
      </p:sp>
      <p:sp>
        <p:nvSpPr>
          <p:cNvPr id="115" name="타원 114">
            <a:extLst>
              <a:ext uri="{FF2B5EF4-FFF2-40B4-BE49-F238E27FC236}">
                <a16:creationId xmlns:a16="http://schemas.microsoft.com/office/drawing/2014/main" id="{4520F227-6348-9988-43C9-AB1B929EC11A}"/>
              </a:ext>
            </a:extLst>
          </p:cNvPr>
          <p:cNvSpPr/>
          <p:nvPr/>
        </p:nvSpPr>
        <p:spPr>
          <a:xfrm>
            <a:off x="4902215" y="360270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4151CC23-F494-8067-E6ED-3B1716C05DE5}"/>
              </a:ext>
            </a:extLst>
          </p:cNvPr>
          <p:cNvSpPr/>
          <p:nvPr/>
        </p:nvSpPr>
        <p:spPr>
          <a:xfrm>
            <a:off x="5019189" y="3728870"/>
            <a:ext cx="1084188"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98B67678-6874-8FD9-C612-F80E43629535}"/>
              </a:ext>
            </a:extLst>
          </p:cNvPr>
          <p:cNvSpPr/>
          <p:nvPr/>
        </p:nvSpPr>
        <p:spPr>
          <a:xfrm>
            <a:off x="3026731" y="2639684"/>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tx1"/>
                </a:solidFill>
              </a:rPr>
              <a:t>청주시 상당구 </a:t>
            </a:r>
            <a:r>
              <a:rPr lang="ko-KR" altLang="en-US" sz="600" dirty="0" err="1">
                <a:solidFill>
                  <a:schemeClr val="tx1"/>
                </a:solidFill>
              </a:rPr>
              <a:t>상당로</a:t>
            </a:r>
            <a:r>
              <a:rPr lang="ko-KR" altLang="en-US" sz="600" dirty="0">
                <a:solidFill>
                  <a:schemeClr val="tx1"/>
                </a:solidFill>
              </a:rPr>
              <a:t> </a:t>
            </a:r>
            <a:r>
              <a:rPr lang="en-US" altLang="ko-KR" sz="600" dirty="0">
                <a:solidFill>
                  <a:schemeClr val="tx1"/>
                </a:solidFill>
              </a:rPr>
              <a:t>102</a:t>
            </a:r>
            <a:r>
              <a:rPr lang="en-US" altLang="ko-KR" sz="500" dirty="0">
                <a:solidFill>
                  <a:schemeClr val="tx1"/>
                </a:solidFill>
                <a:latin typeface="+mn-ea"/>
              </a:rPr>
              <a:t>.</a:t>
            </a:r>
            <a:endParaRPr lang="ko-KR" altLang="en-US" sz="500" dirty="0">
              <a:solidFill>
                <a:schemeClr val="tx1"/>
              </a:solidFill>
              <a:latin typeface="+mn-ea"/>
            </a:endParaRPr>
          </a:p>
        </p:txBody>
      </p:sp>
      <p:grpSp>
        <p:nvGrpSpPr>
          <p:cNvPr id="13" name="그룹 12">
            <a:extLst>
              <a:ext uri="{FF2B5EF4-FFF2-40B4-BE49-F238E27FC236}">
                <a16:creationId xmlns:a16="http://schemas.microsoft.com/office/drawing/2014/main" id="{BEA9CC3E-B58D-DA96-0C19-96BEB4803B84}"/>
              </a:ext>
            </a:extLst>
          </p:cNvPr>
          <p:cNvGrpSpPr/>
          <p:nvPr/>
        </p:nvGrpSpPr>
        <p:grpSpPr>
          <a:xfrm>
            <a:off x="3024141" y="1987121"/>
            <a:ext cx="740873" cy="184666"/>
            <a:chOff x="2555866" y="4880762"/>
            <a:chExt cx="794951" cy="198145"/>
          </a:xfrm>
        </p:grpSpPr>
        <p:sp>
          <p:nvSpPr>
            <p:cNvPr id="14" name="TextBox 13">
              <a:extLst>
                <a:ext uri="{FF2B5EF4-FFF2-40B4-BE49-F238E27FC236}">
                  <a16:creationId xmlns:a16="http://schemas.microsoft.com/office/drawing/2014/main" id="{DE598706-866D-D23C-1CAA-A19201DBCE74}"/>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dirty="0"/>
                <a:t>병원</a:t>
              </a:r>
            </a:p>
          </p:txBody>
        </p:sp>
        <p:pic>
          <p:nvPicPr>
            <p:cNvPr id="23" name="그림 22">
              <a:extLst>
                <a:ext uri="{FF2B5EF4-FFF2-40B4-BE49-F238E27FC236}">
                  <a16:creationId xmlns:a16="http://schemas.microsoft.com/office/drawing/2014/main" id="{E48AD67D-5352-6B65-5965-93EAD6DC9305}"/>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Tree>
    <p:extLst>
      <p:ext uri="{BB962C8B-B14F-4D97-AF65-F5344CB8AC3E}">
        <p14:creationId xmlns:p14="http://schemas.microsoft.com/office/powerpoint/2010/main" val="18081576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E0F3A-97C4-5567-A766-9537C788A865}"/>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2BD61CEC-9248-0406-B3C8-E79379099CED}"/>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384515DA-1074-466E-C56A-32A2AAC2599D}"/>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3E83651E-C41E-619E-D368-F66459FE6DF6}"/>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CC431AB1-E44F-3D7B-9CAD-67D707EBD1A6}"/>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CB9D6810-A263-7D98-4508-E7E30F827435}"/>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3C88736A-53F3-A244-C76A-2898FC35EB03}"/>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3389E567-E663-5988-F511-4547E2282E16}"/>
              </a:ext>
            </a:extLst>
          </p:cNvPr>
          <p:cNvGraphicFramePr>
            <a:graphicFrameLocks noGrp="1"/>
          </p:cNvGraphicFramePr>
          <p:nvPr>
            <p:extLst>
              <p:ext uri="{D42A27DB-BD31-4B8C-83A1-F6EECF244321}">
                <p14:modId xmlns:p14="http://schemas.microsoft.com/office/powerpoint/2010/main" val="4050015608"/>
              </p:ext>
            </p:extLst>
          </p:nvPr>
        </p:nvGraphicFramePr>
        <p:xfrm>
          <a:off x="1877224" y="2302658"/>
          <a:ext cx="7794969" cy="3950504"/>
        </p:xfrm>
        <a:graphic>
          <a:graphicData uri="http://schemas.openxmlformats.org/drawingml/2006/table">
            <a:tbl>
              <a:tblPr firstRow="1" bandRow="1">
                <a:tableStyleId>{F2DE63D5-997A-4646-A377-4702673A728D}</a:tableStyleId>
              </a:tblPr>
              <a:tblGrid>
                <a:gridCol w="577472">
                  <a:extLst>
                    <a:ext uri="{9D8B030D-6E8A-4147-A177-3AD203B41FA5}">
                      <a16:colId xmlns:a16="http://schemas.microsoft.com/office/drawing/2014/main" val="70353123"/>
                    </a:ext>
                  </a:extLst>
                </a:gridCol>
                <a:gridCol w="1301939">
                  <a:extLst>
                    <a:ext uri="{9D8B030D-6E8A-4147-A177-3AD203B41FA5}">
                      <a16:colId xmlns:a16="http://schemas.microsoft.com/office/drawing/2014/main" val="4036531476"/>
                    </a:ext>
                  </a:extLst>
                </a:gridCol>
                <a:gridCol w="1466612">
                  <a:extLst>
                    <a:ext uri="{9D8B030D-6E8A-4147-A177-3AD203B41FA5}">
                      <a16:colId xmlns:a16="http://schemas.microsoft.com/office/drawing/2014/main" val="3520776532"/>
                    </a:ext>
                  </a:extLst>
                </a:gridCol>
                <a:gridCol w="2022380">
                  <a:extLst>
                    <a:ext uri="{9D8B030D-6E8A-4147-A177-3AD203B41FA5}">
                      <a16:colId xmlns:a16="http://schemas.microsoft.com/office/drawing/2014/main" val="4011861007"/>
                    </a:ext>
                  </a:extLst>
                </a:gridCol>
                <a:gridCol w="988033">
                  <a:extLst>
                    <a:ext uri="{9D8B030D-6E8A-4147-A177-3AD203B41FA5}">
                      <a16:colId xmlns:a16="http://schemas.microsoft.com/office/drawing/2014/main" val="3753115841"/>
                    </a:ext>
                  </a:extLst>
                </a:gridCol>
                <a:gridCol w="823361">
                  <a:extLst>
                    <a:ext uri="{9D8B030D-6E8A-4147-A177-3AD203B41FA5}">
                      <a16:colId xmlns:a16="http://schemas.microsoft.com/office/drawing/2014/main" val="4107981296"/>
                    </a:ext>
                  </a:extLst>
                </a:gridCol>
                <a:gridCol w="615172">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등록번호</a:t>
                      </a:r>
                    </a:p>
                  </a:txBody>
                  <a:tcPr marL="0" marR="0" anchor="ctr">
                    <a:noFill/>
                  </a:tcPr>
                </a:tc>
                <a:tc>
                  <a:txBody>
                    <a:bodyPr/>
                    <a:lstStyle/>
                    <a:p>
                      <a:pPr algn="ctr" latinLnBrk="1"/>
                      <a:r>
                        <a:rPr lang="ko-KR" altLang="en-US" sz="800" dirty="0" err="1">
                          <a:solidFill>
                            <a:schemeClr val="tx1"/>
                          </a:solidFill>
                        </a:rPr>
                        <a:t>센터명</a:t>
                      </a:r>
                      <a:endParaRPr lang="ko-KR" altLang="en-US" sz="800" dirty="0">
                        <a:solidFill>
                          <a:schemeClr val="tx1"/>
                        </a:solidFill>
                      </a:endParaRP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링크</a:t>
                      </a:r>
                    </a:p>
                  </a:txBody>
                  <a:tcPr marL="0" marR="0" anchor="ctr">
                    <a:noFill/>
                  </a:tcPr>
                </a:tc>
                <a:tc>
                  <a:txBody>
                    <a:bodyPr/>
                    <a:lstStyle/>
                    <a:p>
                      <a:pPr algn="ctr" latinLnBrk="1"/>
                      <a:r>
                        <a:rPr lang="ko-KR" altLang="en-US" sz="800" dirty="0">
                          <a:solidFill>
                            <a:schemeClr val="tx1"/>
                          </a:solidFill>
                        </a:rPr>
                        <a:t>최종 수정일</a:t>
                      </a:r>
                    </a:p>
                  </a:txBody>
                  <a:tcPr marL="0" marR="0" anchor="ctr">
                    <a:noFill/>
                  </a:tcPr>
                </a:tc>
                <a:tc>
                  <a:txBody>
                    <a:bodyPr/>
                    <a:lstStyle/>
                    <a:p>
                      <a:pPr algn="ctr" latinLnBrk="1"/>
                      <a:r>
                        <a:rPr lang="ko-KR" altLang="en-US" sz="800" dirty="0">
                          <a:solidFill>
                            <a:schemeClr val="tx1"/>
                          </a:solidFill>
                        </a:rPr>
                        <a:t>노출</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199</a:t>
                      </a:r>
                      <a:endParaRPr lang="ko-KR" altLang="en-US" sz="700" dirty="0">
                        <a:solidFill>
                          <a:schemeClr val="tx1"/>
                        </a:solidFill>
                      </a:endParaRPr>
                    </a:p>
                  </a:txBody>
                  <a:tcPr marL="0" marR="0" anchor="ctr"/>
                </a:tc>
                <a:tc>
                  <a:txBody>
                    <a:bodyPr/>
                    <a:lstStyle/>
                    <a:p>
                      <a:pPr algn="ctr"/>
                      <a:r>
                        <a:rPr lang="ko-KR" altLang="en-US" sz="700" dirty="0" err="1"/>
                        <a:t>내덕</a:t>
                      </a:r>
                      <a:r>
                        <a:rPr lang="en-US" altLang="ko-KR" sz="700" dirty="0"/>
                        <a:t>1</a:t>
                      </a:r>
                      <a:r>
                        <a:rPr lang="ko-KR" altLang="en-US" sz="700" dirty="0"/>
                        <a:t>동 행정복지센터</a:t>
                      </a:r>
                    </a:p>
                  </a:txBody>
                  <a:tcPr anchor="ctr"/>
                </a:tc>
                <a:tc>
                  <a:txBody>
                    <a:bodyPr/>
                    <a:lstStyle/>
                    <a:p>
                      <a:pPr algn="ctr" latinLnBrk="1"/>
                      <a:r>
                        <a:rPr lang="en-US" altLang="ko-KR" sz="700" dirty="0"/>
                        <a:t>043-201-6001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https://www.cheongju.go.kr/naedeok1dong</a:t>
                      </a:r>
                      <a:endParaRPr lang="ko-KR" altLang="en-US" sz="600" u="sng" dirty="0">
                        <a:solidFill>
                          <a:schemeClr val="accent1">
                            <a:lumMod val="75000"/>
                          </a:schemeClr>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198</a:t>
                      </a:r>
                      <a:endParaRPr lang="ko-KR" altLang="en-US" sz="700" dirty="0">
                        <a:solidFill>
                          <a:schemeClr val="tx1"/>
                        </a:solidFill>
                      </a:endParaRPr>
                    </a:p>
                  </a:txBody>
                  <a:tcPr marL="0" marR="0" anchor="ctr"/>
                </a:tc>
                <a:tc>
                  <a:txBody>
                    <a:bodyPr/>
                    <a:lstStyle/>
                    <a:p>
                      <a:pPr algn="ctr" latinLnBrk="1"/>
                      <a:r>
                        <a:rPr lang="ko-KR" altLang="en-US" sz="700" dirty="0" err="1"/>
                        <a:t>수곡</a:t>
                      </a:r>
                      <a:r>
                        <a:rPr lang="en-US" altLang="ko-KR" sz="700" dirty="0"/>
                        <a:t>1</a:t>
                      </a:r>
                      <a:r>
                        <a:rPr lang="ko-KR" altLang="en-US" sz="700" dirty="0"/>
                        <a:t>동 행정복지센터</a:t>
                      </a:r>
                      <a:endParaRPr lang="ko-KR" altLang="en-US" sz="700" dirty="0">
                        <a:solidFill>
                          <a:schemeClr val="tx1"/>
                        </a:solidFill>
                      </a:endParaRPr>
                    </a:p>
                  </a:txBody>
                  <a:tcPr marL="0" marR="0" anchor="ctr"/>
                </a:tc>
                <a:tc>
                  <a:txBody>
                    <a:bodyPr/>
                    <a:lstStyle/>
                    <a:p>
                      <a:pPr algn="ctr" latinLnBrk="1"/>
                      <a:r>
                        <a:rPr lang="en-US" altLang="ko-KR" sz="700" dirty="0"/>
                        <a:t>043-201-6101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https://www.cheongju.go.kr/sugok1dong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197</a:t>
                      </a:r>
                      <a:endParaRPr lang="ko-KR" altLang="en-US" sz="700" dirty="0">
                        <a:solidFill>
                          <a:schemeClr val="tx1"/>
                        </a:solidFill>
                      </a:endParaRPr>
                    </a:p>
                  </a:txBody>
                  <a:tcPr marL="0" marR="0" anchor="ctr"/>
                </a:tc>
                <a:tc>
                  <a:txBody>
                    <a:bodyPr/>
                    <a:lstStyle/>
                    <a:p>
                      <a:pPr algn="ctr" latinLnBrk="1"/>
                      <a:r>
                        <a:rPr lang="ko-KR" altLang="en-US" sz="700" dirty="0"/>
                        <a:t>사직</a:t>
                      </a:r>
                      <a:r>
                        <a:rPr lang="en-US" altLang="ko-KR" sz="700" dirty="0"/>
                        <a:t>1</a:t>
                      </a:r>
                      <a:r>
                        <a:rPr lang="ko-KR" altLang="en-US" sz="700" dirty="0"/>
                        <a:t>동 주민센터</a:t>
                      </a:r>
                      <a:endParaRPr lang="ko-KR" altLang="en-US" sz="700" dirty="0">
                        <a:solidFill>
                          <a:schemeClr val="tx1"/>
                        </a:solidFill>
                      </a:endParaRPr>
                    </a:p>
                  </a:txBody>
                  <a:tcPr marL="0" marR="0" anchor="ctr"/>
                </a:tc>
                <a:tc>
                  <a:txBody>
                    <a:bodyPr/>
                    <a:lstStyle/>
                    <a:p>
                      <a:pPr algn="ctr" latinLnBrk="1"/>
                      <a:r>
                        <a:rPr lang="en-US" altLang="ko-KR" sz="700" dirty="0"/>
                        <a:t>043-201-6201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https://www.cheongju.go.kr/sajik1dong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196</a:t>
                      </a:r>
                      <a:endParaRPr lang="ko-KR" altLang="en-US" sz="700" dirty="0">
                        <a:solidFill>
                          <a:schemeClr val="tx1"/>
                        </a:solidFill>
                      </a:endParaRPr>
                    </a:p>
                  </a:txBody>
                  <a:tcPr marL="0" marR="0" anchor="ctr"/>
                </a:tc>
                <a:tc>
                  <a:txBody>
                    <a:bodyPr/>
                    <a:lstStyle/>
                    <a:p>
                      <a:pPr algn="ctr" latinLnBrk="1"/>
                      <a:r>
                        <a:rPr lang="ko-KR" altLang="en-US" sz="700" dirty="0"/>
                        <a:t>용암</a:t>
                      </a:r>
                      <a:r>
                        <a:rPr lang="en-US" altLang="ko-KR" sz="700" dirty="0"/>
                        <a:t>2</a:t>
                      </a:r>
                      <a:r>
                        <a:rPr lang="ko-KR" altLang="en-US" sz="700" dirty="0"/>
                        <a:t>동 주민센터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043-201-6301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https://www.cheongju.go.kr/yongam2dong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195</a:t>
                      </a:r>
                      <a:endParaRPr lang="ko-KR" altLang="en-US" sz="700" dirty="0">
                        <a:solidFill>
                          <a:schemeClr val="tx1"/>
                        </a:solidFill>
                      </a:endParaRPr>
                    </a:p>
                  </a:txBody>
                  <a:tcPr marL="0" marR="0" anchor="ctr"/>
                </a:tc>
                <a:tc>
                  <a:txBody>
                    <a:bodyPr/>
                    <a:lstStyle/>
                    <a:p>
                      <a:pPr algn="ctr" latinLnBrk="1"/>
                      <a:r>
                        <a:rPr lang="ko-KR" altLang="en-US" sz="700" dirty="0"/>
                        <a:t>복대</a:t>
                      </a:r>
                      <a:r>
                        <a:rPr lang="en-US" altLang="ko-KR" sz="700" dirty="0"/>
                        <a:t>2</a:t>
                      </a:r>
                      <a:r>
                        <a:rPr lang="ko-KR" altLang="en-US" sz="700" dirty="0"/>
                        <a:t>동 행정복지센터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https://www.cheongju.go.kr/bokdae2dong</a:t>
                      </a:r>
                      <a:endParaRPr kumimoji="0" lang="ko-KR" altLang="en-US" sz="600" b="0" i="0" u="sng" strike="noStrike" kern="1200" cap="none" spc="0" normalizeH="0" baseline="0" noProof="0" dirty="0">
                        <a:ln>
                          <a:noFill/>
                        </a:ln>
                        <a:solidFill>
                          <a:schemeClr val="accent1">
                            <a:lumMod val="75000"/>
                          </a:schemeClr>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194</a:t>
                      </a:r>
                      <a:endParaRPr lang="ko-KR" altLang="en-US" sz="700" dirty="0">
                        <a:solidFill>
                          <a:schemeClr val="tx1"/>
                        </a:solidFill>
                      </a:endParaRPr>
                    </a:p>
                  </a:txBody>
                  <a:tcPr marL="0" marR="0" anchor="ctr"/>
                </a:tc>
                <a:tc>
                  <a:txBody>
                    <a:bodyPr/>
                    <a:lstStyle/>
                    <a:p>
                      <a:pPr algn="ctr"/>
                      <a:r>
                        <a:rPr lang="ko-KR" altLang="en-US" sz="700" dirty="0" err="1"/>
                        <a:t>개신동</a:t>
                      </a:r>
                      <a:r>
                        <a:rPr lang="ko-KR" altLang="en-US" sz="700" dirty="0"/>
                        <a:t> 주민센터</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043-201-6501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https://www.cheongju.go.kr/gaesin</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193</a:t>
                      </a:r>
                      <a:endParaRPr lang="ko-KR" altLang="en-US" sz="700" dirty="0">
                        <a:solidFill>
                          <a:schemeClr val="tx1"/>
                        </a:solidFill>
                      </a:endParaRPr>
                    </a:p>
                  </a:txBody>
                  <a:tcPr marL="0" marR="0" anchor="ctr"/>
                </a:tc>
                <a:tc>
                  <a:txBody>
                    <a:bodyPr/>
                    <a:lstStyle/>
                    <a:p>
                      <a:pPr algn="ctr" latinLnBrk="1"/>
                      <a:r>
                        <a:rPr lang="ko-KR" altLang="en-US" sz="700" dirty="0" err="1"/>
                        <a:t>산남동</a:t>
                      </a:r>
                      <a:r>
                        <a:rPr lang="ko-KR" altLang="en-US" sz="700" dirty="0"/>
                        <a:t> 행정복지센터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043-201-6601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https://www.cheongju.go.kr/sannam</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192</a:t>
                      </a:r>
                      <a:endParaRPr lang="ko-KR" altLang="en-US" sz="700" dirty="0">
                        <a:solidFill>
                          <a:schemeClr val="tx1"/>
                        </a:solidFill>
                      </a:endParaRPr>
                    </a:p>
                  </a:txBody>
                  <a:tcPr marL="0" marR="0" anchor="ctr"/>
                </a:tc>
                <a:tc>
                  <a:txBody>
                    <a:bodyPr/>
                    <a:lstStyle/>
                    <a:p>
                      <a:pPr algn="ctr" latinLnBrk="1"/>
                      <a:r>
                        <a:rPr lang="ko-KR" altLang="en-US" sz="700" dirty="0"/>
                        <a:t>봉명</a:t>
                      </a:r>
                      <a:r>
                        <a:rPr lang="en-US" altLang="ko-KR" sz="700" dirty="0"/>
                        <a:t>2</a:t>
                      </a:r>
                      <a:r>
                        <a:rPr lang="ko-KR" altLang="en-US" sz="700" dirty="0"/>
                        <a:t>송정동 주민센터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043-201-6701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https://www.cheongju.go.kr/bongmyeong2song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2B64ACFD-47B0-3A33-99EB-AD8A95D6A952}"/>
              </a:ext>
            </a:extLst>
          </p:cNvPr>
          <p:cNvSpPr txBox="1"/>
          <p:nvPr/>
        </p:nvSpPr>
        <p:spPr>
          <a:xfrm>
            <a:off x="1640018" y="1080043"/>
            <a:ext cx="1858201"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문화센터 주소 관리</a:t>
            </a:r>
          </a:p>
        </p:txBody>
      </p:sp>
      <p:sp>
        <p:nvSpPr>
          <p:cNvPr id="76" name="사각형: 둥근 모서리 75">
            <a:hlinkClick r:id="" action="ppaction://noaction"/>
            <a:extLst>
              <a:ext uri="{FF2B5EF4-FFF2-40B4-BE49-F238E27FC236}">
                <a16:creationId xmlns:a16="http://schemas.microsoft.com/office/drawing/2014/main" id="{BE76902C-C5B6-B7A3-1CD3-5BC67B2D2BC7}"/>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등록</a:t>
            </a:r>
          </a:p>
        </p:txBody>
      </p:sp>
      <p:sp>
        <p:nvSpPr>
          <p:cNvPr id="87" name="TextBox 86">
            <a:extLst>
              <a:ext uri="{FF2B5EF4-FFF2-40B4-BE49-F238E27FC236}">
                <a16:creationId xmlns:a16="http://schemas.microsoft.com/office/drawing/2014/main" id="{27D4A4CB-6AA7-8BA6-61D2-0AEB0ADA6E9B}"/>
              </a:ext>
            </a:extLst>
          </p:cNvPr>
          <p:cNvSpPr txBox="1"/>
          <p:nvPr/>
        </p:nvSpPr>
        <p:spPr>
          <a:xfrm>
            <a:off x="1761990" y="1530094"/>
            <a:ext cx="1127999" cy="230832"/>
          </a:xfrm>
          <a:prstGeom prst="rect">
            <a:avLst/>
          </a:prstGeom>
          <a:noFill/>
        </p:spPr>
        <p:txBody>
          <a:bodyPr wrap="square" rtlCol="0">
            <a:spAutoFit/>
          </a:bodyPr>
          <a:lstStyle/>
          <a:p>
            <a:r>
              <a:rPr lang="ko-KR" altLang="en-US" sz="900" dirty="0"/>
              <a:t>센터 검색</a:t>
            </a:r>
          </a:p>
        </p:txBody>
      </p:sp>
      <p:grpSp>
        <p:nvGrpSpPr>
          <p:cNvPr id="104" name="그룹 103">
            <a:extLst>
              <a:ext uri="{FF2B5EF4-FFF2-40B4-BE49-F238E27FC236}">
                <a16:creationId xmlns:a16="http://schemas.microsoft.com/office/drawing/2014/main" id="{E0EAEE2B-B730-5BC6-2637-A866E72864A8}"/>
              </a:ext>
            </a:extLst>
          </p:cNvPr>
          <p:cNvGrpSpPr/>
          <p:nvPr/>
        </p:nvGrpSpPr>
        <p:grpSpPr>
          <a:xfrm>
            <a:off x="2441482" y="1551058"/>
            <a:ext cx="485107" cy="184666"/>
            <a:chOff x="7717511" y="1544872"/>
            <a:chExt cx="485107" cy="184666"/>
          </a:xfrm>
        </p:grpSpPr>
        <p:sp>
          <p:nvSpPr>
            <p:cNvPr id="106" name="TextBox 105">
              <a:extLst>
                <a:ext uri="{FF2B5EF4-FFF2-40B4-BE49-F238E27FC236}">
                  <a16:creationId xmlns:a16="http://schemas.microsoft.com/office/drawing/2014/main" id="{0764D1E6-CD0D-65DB-42A0-F6A5CD4F8BBB}"/>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5E5FA672-D172-74F8-C505-656FE25D9B4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grpSp>
        <p:nvGrpSpPr>
          <p:cNvPr id="21" name="그룹 20">
            <a:extLst>
              <a:ext uri="{FF2B5EF4-FFF2-40B4-BE49-F238E27FC236}">
                <a16:creationId xmlns:a16="http://schemas.microsoft.com/office/drawing/2014/main" id="{3293FEB1-1784-3996-EA8B-A13D92B27BD2}"/>
              </a:ext>
            </a:extLst>
          </p:cNvPr>
          <p:cNvGrpSpPr/>
          <p:nvPr/>
        </p:nvGrpSpPr>
        <p:grpSpPr>
          <a:xfrm>
            <a:off x="3010239" y="1555758"/>
            <a:ext cx="2415835" cy="179966"/>
            <a:chOff x="3010239" y="1555758"/>
            <a:chExt cx="2415835" cy="179966"/>
          </a:xfrm>
        </p:grpSpPr>
        <p:sp>
          <p:nvSpPr>
            <p:cNvPr id="108" name="사각형: 둥근 모서리 107">
              <a:extLst>
                <a:ext uri="{FF2B5EF4-FFF2-40B4-BE49-F238E27FC236}">
                  <a16:creationId xmlns:a16="http://schemas.microsoft.com/office/drawing/2014/main" id="{E453FCB3-E0EB-22F1-87B6-E5515AC5F253}"/>
                </a:ext>
              </a:extLst>
            </p:cNvPr>
            <p:cNvSpPr/>
            <p:nvPr/>
          </p:nvSpPr>
          <p:spPr>
            <a:xfrm>
              <a:off x="3010239" y="1555758"/>
              <a:ext cx="2415835"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B21EC24D-5944-4AA6-10A0-DB728981FA02}"/>
                </a:ext>
              </a:extLst>
            </p:cNvPr>
            <p:cNvGrpSpPr/>
            <p:nvPr/>
          </p:nvGrpSpPr>
          <p:grpSpPr>
            <a:xfrm>
              <a:off x="5258952" y="1557794"/>
              <a:ext cx="167122" cy="175522"/>
              <a:chOff x="-1190172" y="605806"/>
              <a:chExt cx="323151" cy="339394"/>
            </a:xfrm>
          </p:grpSpPr>
          <p:sp>
            <p:nvSpPr>
              <p:cNvPr id="146" name="사각형: 둥근 모서리 145">
                <a:extLst>
                  <a:ext uri="{FF2B5EF4-FFF2-40B4-BE49-F238E27FC236}">
                    <a16:creationId xmlns:a16="http://schemas.microsoft.com/office/drawing/2014/main" id="{F0B4EF66-6009-B9CC-634E-CE56293B91C0}"/>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EFA9B9C7-DDEB-5ACF-AF2F-1FE03940ED74}"/>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D4830AA2-D6E4-FD20-0D34-5FA9D4FBF3E2}"/>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DABA0715-9040-490F-8B2F-24AF4B917A12}"/>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pic>
        <p:nvPicPr>
          <p:cNvPr id="199" name="그림 198">
            <a:extLst>
              <a:ext uri="{FF2B5EF4-FFF2-40B4-BE49-F238E27FC236}">
                <a16:creationId xmlns:a16="http://schemas.microsoft.com/office/drawing/2014/main" id="{BC536ADA-DCA4-9E02-9FDD-12668A1687DA}"/>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594BAD77-805E-1CC1-40AE-D275AA3A0268}"/>
              </a:ext>
            </a:extLst>
          </p:cNvPr>
          <p:cNvSpPr txBox="1"/>
          <p:nvPr/>
        </p:nvSpPr>
        <p:spPr>
          <a:xfrm>
            <a:off x="1738136" y="2011509"/>
            <a:ext cx="1327187" cy="230832"/>
          </a:xfrm>
          <a:prstGeom prst="rect">
            <a:avLst/>
          </a:prstGeom>
          <a:noFill/>
        </p:spPr>
        <p:txBody>
          <a:bodyPr wrap="square" rtlCol="0">
            <a:spAutoFit/>
          </a:bodyPr>
          <a:lstStyle/>
          <a:p>
            <a:r>
              <a:rPr lang="ko-KR" altLang="en-US" sz="900"/>
              <a:t>문화센터</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695BFCA2-E1E5-954A-62ED-31DDCB8694F4}"/>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4B0FE22C-90DF-B379-517D-4A44ABBE0820}"/>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83076F1F-9988-4D26-09E9-4D1C4DB820B0}"/>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5D238F28-690F-9ADC-D3B9-6BE364672B38}"/>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AD87698F-7F43-EB49-F055-9F15DFF79575}"/>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C43DB10A-39CC-2E1F-A2CC-13F84249CA07}"/>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D0135075-4FE4-123C-B26B-F2018E2CC83D}"/>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E9F502A7-F87E-B200-758F-5BE4846370DC}"/>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C4E6EA1C-3624-4B9C-629E-AA294D4441CB}"/>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4FBA96D1-EE81-F5FC-A362-BB15FB48E92A}"/>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CCE3F746-07A3-BB9F-C38D-09C4C41F3F24}"/>
              </a:ext>
            </a:extLst>
          </p:cNvPr>
          <p:cNvGraphicFramePr>
            <a:graphicFrameLocks noGrp="1"/>
          </p:cNvGraphicFramePr>
          <p:nvPr>
            <p:extLst>
              <p:ext uri="{D42A27DB-BD31-4B8C-83A1-F6EECF244321}">
                <p14:modId xmlns:p14="http://schemas.microsoft.com/office/powerpoint/2010/main" val="2697484076"/>
              </p:ext>
            </p:extLst>
          </p:nvPr>
        </p:nvGraphicFramePr>
        <p:xfrm>
          <a:off x="10020525" y="754151"/>
          <a:ext cx="1997267" cy="256680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문화센터 관리 목록 </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문화센터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 전체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전체 데이터 검색어 검색</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등록번호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등록번호로 검색</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센터 명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시설명으로 검색</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연락처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연락처 검색</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800" b="0" spc="0" baseline="0" dirty="0">
                          <a:solidFill>
                            <a:schemeClr val="tx1"/>
                          </a:solidFill>
                          <a:latin typeface="나눔고딕" panose="020D0604000000000000" pitchFamily="50" charset="-127"/>
                          <a:ea typeface="나눔고딕" panose="020D0604000000000000" pitchFamily="50" charset="-127"/>
                        </a:rPr>
                        <a:t>2</a:t>
                      </a:r>
                      <a:r>
                        <a:rPr lang="ko-KR" altLang="en-US" sz="800" b="0" spc="0" baseline="0" dirty="0">
                          <a:solidFill>
                            <a:schemeClr val="tx1"/>
                          </a:solidFill>
                          <a:latin typeface="나눔고딕" panose="020D0604000000000000" pitchFamily="50" charset="-127"/>
                          <a:ea typeface="나눔고딕" panose="020D0604000000000000" pitchFamily="50" charset="-127"/>
                        </a:rPr>
                        <a:t>자 이상 필수</a:t>
                      </a:r>
                      <a:r>
                        <a:rPr lang="en-US" altLang="ko-KR" sz="800" b="0" spc="0" baseline="0" dirty="0">
                          <a:solidFill>
                            <a:schemeClr val="tx1"/>
                          </a:solidFill>
                          <a:latin typeface="나눔고딕" panose="020D0604000000000000" pitchFamily="50" charset="-127"/>
                          <a:ea typeface="나눔고딕" panose="020D0604000000000000" pitchFamily="50" charset="-127"/>
                        </a:rPr>
                        <a:t>(1-1)</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검색 시 연관검색</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분류타입과 </a:t>
                      </a:r>
                      <a:r>
                        <a:rPr lang="en-US" altLang="ko-KR" sz="800" b="0" spc="0" baseline="0" dirty="0">
                          <a:solidFill>
                            <a:schemeClr val="tx1"/>
                          </a:solidFill>
                          <a:latin typeface="나눔고딕" panose="020D0604000000000000" pitchFamily="50" charset="-127"/>
                          <a:ea typeface="나눔고딕" panose="020D0604000000000000" pitchFamily="50" charset="-127"/>
                        </a:rPr>
                        <a:t>AND </a:t>
                      </a:r>
                      <a:r>
                        <a:rPr lang="ko-KR" altLang="en-US" sz="800" b="0" spc="0" baseline="0" dirty="0">
                          <a:solidFill>
                            <a:schemeClr val="tx1"/>
                          </a:solidFill>
                          <a:latin typeface="나눔고딕" panose="020D0604000000000000" pitchFamily="50" charset="-127"/>
                          <a:ea typeface="나눔고딕" panose="020D0604000000000000" pitchFamily="50" charset="-127"/>
                        </a:rPr>
                        <a:t>검색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문화센터  목록</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등록번호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데이터 입력 순번</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센터 명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센터 명</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연락처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센터 연락처</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링크 </a:t>
                      </a:r>
                      <a:r>
                        <a:rPr lang="en-US" altLang="ko-KR" sz="800" b="0" spc="0" baseline="0" dirty="0">
                          <a:solidFill>
                            <a:schemeClr val="tx1"/>
                          </a:solidFill>
                          <a:latin typeface="나눔고딕" panose="020D0604000000000000" pitchFamily="50" charset="-127"/>
                          <a:ea typeface="나눔고딕" panose="020D0604000000000000" pitchFamily="50" charset="-127"/>
                        </a:rPr>
                        <a:t>: APP</a:t>
                      </a:r>
                      <a:r>
                        <a:rPr lang="ko-KR" altLang="en-US" sz="800" b="0" spc="0" baseline="0" dirty="0">
                          <a:solidFill>
                            <a:schemeClr val="tx1"/>
                          </a:solidFill>
                          <a:latin typeface="나눔고딕" panose="020D0604000000000000" pitchFamily="50" charset="-127"/>
                          <a:ea typeface="나눔고딕" panose="020D0604000000000000" pitchFamily="50" charset="-127"/>
                        </a:rPr>
                        <a:t>에서 연결될 링크</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클릭 시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웹 페이지 연결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최종 수정일 </a:t>
                      </a:r>
                      <a:r>
                        <a:rPr lang="en-US" altLang="ko-KR" sz="800" b="0" spc="0" baseline="0" dirty="0">
                          <a:solidFill>
                            <a:schemeClr val="tx1"/>
                          </a:solidFill>
                          <a:latin typeface="나눔고딕" panose="020D0604000000000000" pitchFamily="50" charset="-127"/>
                          <a:ea typeface="나눔고딕" panose="020D0604000000000000" pitchFamily="50" charset="-127"/>
                        </a:rPr>
                        <a:t>: YYYY-MM-DD</a:t>
                      </a:r>
                      <a:r>
                        <a:rPr lang="ko-KR" altLang="en-US"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 노출 </a:t>
                      </a:r>
                      <a:r>
                        <a:rPr lang="en-US" altLang="ko-KR" sz="800" b="0" spc="0" baseline="0" dirty="0">
                          <a:solidFill>
                            <a:schemeClr val="tx1"/>
                          </a:solidFill>
                          <a:latin typeface="나눔고딕" panose="020D0604000000000000" pitchFamily="50" charset="-127"/>
                          <a:ea typeface="나눔고딕" panose="020D0604000000000000" pitchFamily="50" charset="-127"/>
                        </a:rPr>
                        <a:t>: APP </a:t>
                      </a:r>
                      <a:r>
                        <a:rPr lang="ko-KR" altLang="en-US" sz="800" b="0" spc="0" baseline="0" dirty="0">
                          <a:solidFill>
                            <a:schemeClr val="tx1"/>
                          </a:solidFill>
                          <a:latin typeface="나눔고딕" panose="020D0604000000000000" pitchFamily="50" charset="-127"/>
                          <a:ea typeface="나눔고딕" panose="020D0604000000000000" pitchFamily="50" charset="-127"/>
                        </a:rPr>
                        <a:t>노출 여부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관리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수정페이지 이동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7289573"/>
                  </a:ext>
                </a:extLst>
              </a:tr>
            </a:tbl>
          </a:graphicData>
        </a:graphic>
      </p:graphicFrame>
      <p:grpSp>
        <p:nvGrpSpPr>
          <p:cNvPr id="17" name="그룹 16">
            <a:extLst>
              <a:ext uri="{FF2B5EF4-FFF2-40B4-BE49-F238E27FC236}">
                <a16:creationId xmlns:a16="http://schemas.microsoft.com/office/drawing/2014/main" id="{0F0484E5-9885-E99A-3BB5-12CEF66D07FA}"/>
              </a:ext>
            </a:extLst>
          </p:cNvPr>
          <p:cNvGrpSpPr/>
          <p:nvPr/>
        </p:nvGrpSpPr>
        <p:grpSpPr>
          <a:xfrm>
            <a:off x="8472708" y="2912342"/>
            <a:ext cx="326779" cy="3220493"/>
            <a:chOff x="5483744" y="2885729"/>
            <a:chExt cx="326779" cy="3220493"/>
          </a:xfrm>
        </p:grpSpPr>
        <p:grpSp>
          <p:nvGrpSpPr>
            <p:cNvPr id="18" name="그룹 17">
              <a:extLst>
                <a:ext uri="{FF2B5EF4-FFF2-40B4-BE49-F238E27FC236}">
                  <a16:creationId xmlns:a16="http://schemas.microsoft.com/office/drawing/2014/main" id="{94E6AC78-CF77-FB77-7C45-F2911B6631EB}"/>
                </a:ext>
              </a:extLst>
            </p:cNvPr>
            <p:cNvGrpSpPr/>
            <p:nvPr/>
          </p:nvGrpSpPr>
          <p:grpSpPr>
            <a:xfrm>
              <a:off x="5485521" y="3333302"/>
              <a:ext cx="323550" cy="143601"/>
              <a:chOff x="5772149" y="581317"/>
              <a:chExt cx="371475" cy="164873"/>
            </a:xfrm>
          </p:grpSpPr>
          <p:sp>
            <p:nvSpPr>
              <p:cNvPr id="43" name="사각형: 둥근 모서리 42">
                <a:extLst>
                  <a:ext uri="{FF2B5EF4-FFF2-40B4-BE49-F238E27FC236}">
                    <a16:creationId xmlns:a16="http://schemas.microsoft.com/office/drawing/2014/main" id="{5AD30BFE-60C4-825C-4265-2863EEC58360}"/>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a:extLst>
                  <a:ext uri="{FF2B5EF4-FFF2-40B4-BE49-F238E27FC236}">
                    <a16:creationId xmlns:a16="http://schemas.microsoft.com/office/drawing/2014/main" id="{6CDD58B6-2250-FDDA-48DD-1AE2EB9A30AC}"/>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D18D84E9-B0A8-83C2-7E08-DE1B79A68FFA}"/>
                </a:ext>
              </a:extLst>
            </p:cNvPr>
            <p:cNvGrpSpPr/>
            <p:nvPr/>
          </p:nvGrpSpPr>
          <p:grpSpPr>
            <a:xfrm>
              <a:off x="5485521" y="3779883"/>
              <a:ext cx="323550" cy="143601"/>
              <a:chOff x="5772149" y="581317"/>
              <a:chExt cx="371475" cy="164873"/>
            </a:xfrm>
          </p:grpSpPr>
          <p:sp>
            <p:nvSpPr>
              <p:cNvPr id="41" name="사각형: 둥근 모서리 40">
                <a:extLst>
                  <a:ext uri="{FF2B5EF4-FFF2-40B4-BE49-F238E27FC236}">
                    <a16:creationId xmlns:a16="http://schemas.microsoft.com/office/drawing/2014/main" id="{5D4DA004-52DE-B435-0198-4F65BA878F21}"/>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87D4ACE0-7029-C794-5F34-97548C29F97C}"/>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 name="그룹 19">
              <a:extLst>
                <a:ext uri="{FF2B5EF4-FFF2-40B4-BE49-F238E27FC236}">
                  <a16:creationId xmlns:a16="http://schemas.microsoft.com/office/drawing/2014/main" id="{0FB3270E-D4F4-0867-49B3-51B6A8F19FB5}"/>
                </a:ext>
              </a:extLst>
            </p:cNvPr>
            <p:cNvGrpSpPr/>
            <p:nvPr/>
          </p:nvGrpSpPr>
          <p:grpSpPr>
            <a:xfrm>
              <a:off x="5485521" y="4201210"/>
              <a:ext cx="323550" cy="143601"/>
              <a:chOff x="5772149" y="581317"/>
              <a:chExt cx="371475" cy="164873"/>
            </a:xfrm>
          </p:grpSpPr>
          <p:sp>
            <p:nvSpPr>
              <p:cNvPr id="39" name="사각형: 둥근 모서리 38">
                <a:extLst>
                  <a:ext uri="{FF2B5EF4-FFF2-40B4-BE49-F238E27FC236}">
                    <a16:creationId xmlns:a16="http://schemas.microsoft.com/office/drawing/2014/main" id="{A9108D12-9E79-70E7-5850-68D311A803FF}"/>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34908890-C54C-81C1-462D-6A1A4F9C1425}"/>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3" name="그룹 22">
              <a:extLst>
                <a:ext uri="{FF2B5EF4-FFF2-40B4-BE49-F238E27FC236}">
                  <a16:creationId xmlns:a16="http://schemas.microsoft.com/office/drawing/2014/main" id="{F32DD55D-D57E-351A-A2E7-502EDFADC12B}"/>
                </a:ext>
              </a:extLst>
            </p:cNvPr>
            <p:cNvGrpSpPr/>
            <p:nvPr/>
          </p:nvGrpSpPr>
          <p:grpSpPr>
            <a:xfrm>
              <a:off x="5485521" y="4651557"/>
              <a:ext cx="323550" cy="143601"/>
              <a:chOff x="7480300" y="3871138"/>
              <a:chExt cx="323550" cy="143601"/>
            </a:xfrm>
          </p:grpSpPr>
          <p:sp>
            <p:nvSpPr>
              <p:cNvPr id="37" name="사각형: 둥근 모서리 36">
                <a:extLst>
                  <a:ext uri="{FF2B5EF4-FFF2-40B4-BE49-F238E27FC236}">
                    <a16:creationId xmlns:a16="http://schemas.microsoft.com/office/drawing/2014/main" id="{22802AF7-FD45-9A13-1E0E-F2294BE265BE}"/>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6DF18989-FDD7-7914-981D-16A83B6FB41C}"/>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5" name="그룹 24">
              <a:extLst>
                <a:ext uri="{FF2B5EF4-FFF2-40B4-BE49-F238E27FC236}">
                  <a16:creationId xmlns:a16="http://schemas.microsoft.com/office/drawing/2014/main" id="{C2BDD5E6-1D0D-95D8-120B-DC9C0568D010}"/>
                </a:ext>
              </a:extLst>
            </p:cNvPr>
            <p:cNvGrpSpPr/>
            <p:nvPr/>
          </p:nvGrpSpPr>
          <p:grpSpPr>
            <a:xfrm>
              <a:off x="5486973" y="5088153"/>
              <a:ext cx="323550" cy="143601"/>
              <a:chOff x="5772149" y="581317"/>
              <a:chExt cx="371475" cy="164873"/>
            </a:xfrm>
          </p:grpSpPr>
          <p:sp>
            <p:nvSpPr>
              <p:cNvPr id="35" name="사각형: 둥근 모서리 34">
                <a:extLst>
                  <a:ext uri="{FF2B5EF4-FFF2-40B4-BE49-F238E27FC236}">
                    <a16:creationId xmlns:a16="http://schemas.microsoft.com/office/drawing/2014/main" id="{453F1498-483F-3B52-2287-3A96426FCE0E}"/>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타원 35">
                <a:extLst>
                  <a:ext uri="{FF2B5EF4-FFF2-40B4-BE49-F238E27FC236}">
                    <a16:creationId xmlns:a16="http://schemas.microsoft.com/office/drawing/2014/main" id="{7C99A711-9DCF-1919-10C1-8754F2FE9962}"/>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6" name="그룹 25">
              <a:extLst>
                <a:ext uri="{FF2B5EF4-FFF2-40B4-BE49-F238E27FC236}">
                  <a16:creationId xmlns:a16="http://schemas.microsoft.com/office/drawing/2014/main" id="{747A2AF1-2D27-68AB-2699-123BE7816CE4}"/>
                </a:ext>
              </a:extLst>
            </p:cNvPr>
            <p:cNvGrpSpPr/>
            <p:nvPr/>
          </p:nvGrpSpPr>
          <p:grpSpPr>
            <a:xfrm>
              <a:off x="5485521" y="5525057"/>
              <a:ext cx="323550" cy="143601"/>
              <a:chOff x="5772149" y="581317"/>
              <a:chExt cx="371475" cy="164873"/>
            </a:xfrm>
          </p:grpSpPr>
          <p:sp>
            <p:nvSpPr>
              <p:cNvPr id="33" name="사각형: 둥근 모서리 32">
                <a:extLst>
                  <a:ext uri="{FF2B5EF4-FFF2-40B4-BE49-F238E27FC236}">
                    <a16:creationId xmlns:a16="http://schemas.microsoft.com/office/drawing/2014/main" id="{63FC5BAD-73CC-424D-911A-63F255B65756}"/>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05E15B95-1A0B-BD41-3448-9DF42FA9DA88}"/>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7" name="그룹 26">
              <a:extLst>
                <a:ext uri="{FF2B5EF4-FFF2-40B4-BE49-F238E27FC236}">
                  <a16:creationId xmlns:a16="http://schemas.microsoft.com/office/drawing/2014/main" id="{546EF111-C0C0-88DB-59E8-A0B9274AD5ED}"/>
                </a:ext>
              </a:extLst>
            </p:cNvPr>
            <p:cNvGrpSpPr/>
            <p:nvPr/>
          </p:nvGrpSpPr>
          <p:grpSpPr>
            <a:xfrm>
              <a:off x="5485521" y="5962621"/>
              <a:ext cx="323550" cy="143601"/>
              <a:chOff x="5772149" y="581317"/>
              <a:chExt cx="371475" cy="164873"/>
            </a:xfrm>
          </p:grpSpPr>
          <p:sp>
            <p:nvSpPr>
              <p:cNvPr id="31" name="사각형: 둥근 모서리 30">
                <a:extLst>
                  <a:ext uri="{FF2B5EF4-FFF2-40B4-BE49-F238E27FC236}">
                    <a16:creationId xmlns:a16="http://schemas.microsoft.com/office/drawing/2014/main" id="{654B21EC-FDEB-26B9-A20E-2241B9E411C8}"/>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207E03A4-50EF-FC5C-98AC-FEA2AC4E7E0E}"/>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8" name="그룹 27">
              <a:extLst>
                <a:ext uri="{FF2B5EF4-FFF2-40B4-BE49-F238E27FC236}">
                  <a16:creationId xmlns:a16="http://schemas.microsoft.com/office/drawing/2014/main" id="{E6DAD8A1-DD63-09F5-1957-EAB66C585BED}"/>
                </a:ext>
              </a:extLst>
            </p:cNvPr>
            <p:cNvGrpSpPr/>
            <p:nvPr/>
          </p:nvGrpSpPr>
          <p:grpSpPr>
            <a:xfrm>
              <a:off x="5483744" y="2885729"/>
              <a:ext cx="323550" cy="143601"/>
              <a:chOff x="7480300" y="3871138"/>
              <a:chExt cx="323550" cy="143601"/>
            </a:xfrm>
          </p:grpSpPr>
          <p:sp>
            <p:nvSpPr>
              <p:cNvPr id="29" name="사각형: 둥근 모서리 28">
                <a:extLst>
                  <a:ext uri="{FF2B5EF4-FFF2-40B4-BE49-F238E27FC236}">
                    <a16:creationId xmlns:a16="http://schemas.microsoft.com/office/drawing/2014/main" id="{DDCD7577-0C87-2828-00D5-AC755DE59C89}"/>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35FFB352-6EFC-B6DE-9342-E77C95A0817A}"/>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46" name="그룹 45">
            <a:extLst>
              <a:ext uri="{FF2B5EF4-FFF2-40B4-BE49-F238E27FC236}">
                <a16:creationId xmlns:a16="http://schemas.microsoft.com/office/drawing/2014/main" id="{4CCEC536-2081-6C3D-F236-D7E7A5C70C3A}"/>
              </a:ext>
            </a:extLst>
          </p:cNvPr>
          <p:cNvGrpSpPr/>
          <p:nvPr/>
        </p:nvGrpSpPr>
        <p:grpSpPr>
          <a:xfrm>
            <a:off x="5505083" y="1410652"/>
            <a:ext cx="2583800" cy="652363"/>
            <a:chOff x="4095782" y="523450"/>
            <a:chExt cx="2583800" cy="652363"/>
          </a:xfrm>
        </p:grpSpPr>
        <p:sp>
          <p:nvSpPr>
            <p:cNvPr id="47" name="사각형: 둥근 모서리 46">
              <a:extLst>
                <a:ext uri="{FF2B5EF4-FFF2-40B4-BE49-F238E27FC236}">
                  <a16:creationId xmlns:a16="http://schemas.microsoft.com/office/drawing/2014/main" id="{2E20BC45-6B9A-47ED-292B-47AB874FE04D}"/>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직사각형 47">
              <a:extLst>
                <a:ext uri="{FF2B5EF4-FFF2-40B4-BE49-F238E27FC236}">
                  <a16:creationId xmlns:a16="http://schemas.microsoft.com/office/drawing/2014/main" id="{FD690697-3E20-BD9F-917C-F9CA6C1453ED}"/>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49" name="사각형: 둥근 모서리 48">
              <a:extLst>
                <a:ext uri="{FF2B5EF4-FFF2-40B4-BE49-F238E27FC236}">
                  <a16:creationId xmlns:a16="http://schemas.microsoft.com/office/drawing/2014/main" id="{96AF1EBA-FC61-400C-A5F0-C85343D01147}"/>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50" name="타원 49">
              <a:extLst>
                <a:ext uri="{FF2B5EF4-FFF2-40B4-BE49-F238E27FC236}">
                  <a16:creationId xmlns:a16="http://schemas.microsoft.com/office/drawing/2014/main" id="{EF127F42-9F49-43BC-3CFA-9B95E5E427E4}"/>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1-1</a:t>
              </a:r>
              <a:endParaRPr lang="ko-KR" altLang="en-US" sz="800" dirty="0">
                <a:latin typeface="Arial Black" panose="020B0A04020102020204" pitchFamily="34" charset="0"/>
              </a:endParaRPr>
            </a:p>
          </p:txBody>
        </p:sp>
      </p:grpSp>
      <p:sp>
        <p:nvSpPr>
          <p:cNvPr id="51" name="타원 50">
            <a:extLst>
              <a:ext uri="{FF2B5EF4-FFF2-40B4-BE49-F238E27FC236}">
                <a16:creationId xmlns:a16="http://schemas.microsoft.com/office/drawing/2014/main" id="{E2179DC4-7F38-C939-B67C-64EF6D9CC26A}"/>
              </a:ext>
            </a:extLst>
          </p:cNvPr>
          <p:cNvSpPr/>
          <p:nvPr/>
        </p:nvSpPr>
        <p:spPr>
          <a:xfrm>
            <a:off x="2357831" y="137024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2" name="왼쪽 중괄호 21">
            <a:extLst>
              <a:ext uri="{FF2B5EF4-FFF2-40B4-BE49-F238E27FC236}">
                <a16:creationId xmlns:a16="http://schemas.microsoft.com/office/drawing/2014/main" id="{B013650B-7240-06C5-4CB2-B3D7A1FD1678}"/>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52" name="타원 51">
            <a:extLst>
              <a:ext uri="{FF2B5EF4-FFF2-40B4-BE49-F238E27FC236}">
                <a16:creationId xmlns:a16="http://schemas.microsoft.com/office/drawing/2014/main" id="{ACA55AC3-5D88-2F2E-630E-D8EB7DFAF01A}"/>
              </a:ext>
            </a:extLst>
          </p:cNvPr>
          <p:cNvSpPr/>
          <p:nvPr/>
        </p:nvSpPr>
        <p:spPr>
          <a:xfrm>
            <a:off x="1528340" y="277762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53" name="타원 52">
            <a:extLst>
              <a:ext uri="{FF2B5EF4-FFF2-40B4-BE49-F238E27FC236}">
                <a16:creationId xmlns:a16="http://schemas.microsoft.com/office/drawing/2014/main" id="{EEACC363-3590-9BCA-DCE4-83DD98941EFD}"/>
              </a:ext>
            </a:extLst>
          </p:cNvPr>
          <p:cNvSpPr/>
          <p:nvPr/>
        </p:nvSpPr>
        <p:spPr>
          <a:xfrm>
            <a:off x="8720478" y="186041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graphicFrame>
        <p:nvGraphicFramePr>
          <p:cNvPr id="54" name="표 53">
            <a:extLst>
              <a:ext uri="{FF2B5EF4-FFF2-40B4-BE49-F238E27FC236}">
                <a16:creationId xmlns:a16="http://schemas.microsoft.com/office/drawing/2014/main" id="{5FEDD853-0EEA-67C4-AA98-2C2206678955}"/>
              </a:ext>
            </a:extLst>
          </p:cNvPr>
          <p:cNvGraphicFramePr>
            <a:graphicFrameLocks/>
          </p:cNvGraphicFramePr>
          <p:nvPr>
            <p:extLst>
              <p:ext uri="{D42A27DB-BD31-4B8C-83A1-F6EECF244321}">
                <p14:modId xmlns:p14="http://schemas.microsoft.com/office/powerpoint/2010/main" val="384986639"/>
              </p:ext>
            </p:extLst>
          </p:nvPr>
        </p:nvGraphicFramePr>
        <p:xfrm>
          <a:off x="2421852" y="1729401"/>
          <a:ext cx="504737" cy="593173"/>
        </p:xfrm>
        <a:graphic>
          <a:graphicData uri="http://schemas.openxmlformats.org/drawingml/2006/table">
            <a:tbl>
              <a:tblPr firstRow="1" bandRow="1">
                <a:tableStyleId>{5940675A-B579-460E-94D1-54222C63F5DA}</a:tableStyleId>
              </a:tblPr>
              <a:tblGrid>
                <a:gridCol w="504737">
                  <a:extLst>
                    <a:ext uri="{9D8B030D-6E8A-4147-A177-3AD203B41FA5}">
                      <a16:colId xmlns:a16="http://schemas.microsoft.com/office/drawing/2014/main" val="412119060"/>
                    </a:ext>
                  </a:extLst>
                </a:gridCol>
              </a:tblGrid>
              <a:tr h="144946">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149409">
                <a:tc>
                  <a:txBody>
                    <a:bodyPr/>
                    <a:lstStyle/>
                    <a:p>
                      <a:pPr algn="ctr" latinLnBrk="1"/>
                      <a:r>
                        <a:rPr lang="ko-KR" altLang="en-US" sz="600" dirty="0"/>
                        <a:t>등록번호</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149409">
                <a:tc>
                  <a:txBody>
                    <a:bodyPr/>
                    <a:lstStyle/>
                    <a:p>
                      <a:pPr algn="ctr" latinLnBrk="1"/>
                      <a:r>
                        <a:rPr lang="ko-KR" altLang="en-US" sz="600" dirty="0" err="1"/>
                        <a:t>센터명</a:t>
                      </a:r>
                      <a:endParaRPr lang="ko-KR" altLang="en-US" sz="600" dirty="0"/>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r h="149409">
                <a:tc>
                  <a:txBody>
                    <a:bodyPr/>
                    <a:lstStyle/>
                    <a:p>
                      <a:pPr algn="ctr" latinLnBrk="1"/>
                      <a:r>
                        <a:rPr lang="ko-KR" altLang="en-US" sz="600" dirty="0"/>
                        <a:t>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7800633"/>
                  </a:ext>
                </a:extLst>
              </a:tr>
            </a:tbl>
          </a:graphicData>
        </a:graphic>
      </p:graphicFrame>
    </p:spTree>
    <p:extLst>
      <p:ext uri="{BB962C8B-B14F-4D97-AF65-F5344CB8AC3E}">
        <p14:creationId xmlns:p14="http://schemas.microsoft.com/office/powerpoint/2010/main" val="20384600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45C44-1268-C58E-AAFA-4B0AB0C3F901}"/>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15582297-5D8E-BC47-BD40-B09F10522A34}"/>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8E81A914-85B9-BDDD-1032-F1141E9B86A7}"/>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69F25732-88CD-63E2-15D8-6C297FEB2D9B}"/>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64795D0E-1271-470C-CF97-A8CF8F6D26FB}"/>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AAF99BAE-5CB5-4287-DE75-B17ACFB267E5}"/>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A0BA901A-2521-358D-E049-CEB05AAC496C}"/>
              </a:ext>
            </a:extLst>
          </p:cNvPr>
          <p:cNvGraphicFramePr>
            <a:graphicFrameLocks noGrp="1"/>
          </p:cNvGraphicFramePr>
          <p:nvPr>
            <p:extLst>
              <p:ext uri="{D42A27DB-BD31-4B8C-83A1-F6EECF244321}">
                <p14:modId xmlns:p14="http://schemas.microsoft.com/office/powerpoint/2010/main" val="817411709"/>
              </p:ext>
            </p:extLst>
          </p:nvPr>
        </p:nvGraphicFramePr>
        <p:xfrm>
          <a:off x="10031438" y="757238"/>
          <a:ext cx="1997267" cy="3203302"/>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센터 신규</a:t>
                      </a:r>
                      <a:r>
                        <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7940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err="1">
                          <a:solidFill>
                            <a:schemeClr val="tx1"/>
                          </a:solidFill>
                          <a:latin typeface="나눔고딕" panose="020D0604000000000000" pitchFamily="50" charset="-127"/>
                          <a:ea typeface="나눔고딕" panose="020D0604000000000000" pitchFamily="50" charset="-127"/>
                        </a:rPr>
                        <a:t>센터명</a:t>
                      </a: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10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센터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센터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연결 링크</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연결될 링크 정보 기입</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32222430"/>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800" b="0" spc="0" baseline="0" dirty="0">
                          <a:solidFill>
                            <a:schemeClr val="tx1"/>
                          </a:solidFill>
                          <a:latin typeface="나눔고딕" panose="020D0604000000000000" pitchFamily="50" charset="-127"/>
                          <a:ea typeface="나눔고딕" panose="020D0604000000000000" pitchFamily="50" charset="-127"/>
                        </a:rPr>
                        <a:t>(Default)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APP </a:t>
                      </a:r>
                      <a:r>
                        <a:rPr lang="ko-KR" altLang="en-US" sz="8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취소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저장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800" b="0" spc="0" baseline="0" dirty="0">
                          <a:solidFill>
                            <a:schemeClr val="tx1"/>
                          </a:solidFill>
                          <a:latin typeface="나눔고딕" panose="020D0604000000000000" pitchFamily="50" charset="-127"/>
                          <a:ea typeface="나눔고딕" panose="020D0604000000000000" pitchFamily="50" charset="-127"/>
                        </a:rPr>
                        <a: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삭제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데이터 삭제</a:t>
                      </a:r>
                      <a:r>
                        <a:rPr lang="en-US" altLang="ko-KR" sz="800" b="0" spc="0" baseline="0" dirty="0">
                          <a:solidFill>
                            <a:schemeClr val="tx1"/>
                          </a:solidFill>
                          <a:latin typeface="나눔고딕" panose="020D0604000000000000" pitchFamily="50" charset="-127"/>
                          <a:ea typeface="나눔고딕" panose="020D0604000000000000" pitchFamily="50" charset="-127"/>
                        </a:rPr>
                        <a:t>. (5-1)</a:t>
                      </a:r>
                      <a:r>
                        <a:rPr lang="ko-KR" altLang="en-US" sz="800" b="0" spc="0" baseline="0" dirty="0" err="1">
                          <a:solidFill>
                            <a:schemeClr val="tx1"/>
                          </a:solidFill>
                          <a:latin typeface="나눔고딕" panose="020D0604000000000000" pitchFamily="50" charset="-127"/>
                          <a:ea typeface="나눔고딕" panose="020D0604000000000000" pitchFamily="50" charset="-127"/>
                        </a:rPr>
                        <a:t>컨펌</a:t>
                      </a:r>
                      <a:r>
                        <a:rPr lang="ko-KR" altLang="en-US" sz="8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C8A748D7-AEFC-8CF8-85AB-87109EC8A627}"/>
              </a:ext>
            </a:extLst>
          </p:cNvPr>
          <p:cNvSpPr txBox="1"/>
          <p:nvPr/>
        </p:nvSpPr>
        <p:spPr>
          <a:xfrm>
            <a:off x="1627234" y="1060675"/>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문화센터 등록 </a:t>
            </a:r>
          </a:p>
        </p:txBody>
      </p:sp>
      <p:graphicFrame>
        <p:nvGraphicFramePr>
          <p:cNvPr id="84" name="표 83">
            <a:extLst>
              <a:ext uri="{FF2B5EF4-FFF2-40B4-BE49-F238E27FC236}">
                <a16:creationId xmlns:a16="http://schemas.microsoft.com/office/drawing/2014/main" id="{9E62C576-AE64-A623-36F6-E732DAB13F95}"/>
              </a:ext>
            </a:extLst>
          </p:cNvPr>
          <p:cNvGraphicFramePr>
            <a:graphicFrameLocks noGrp="1"/>
          </p:cNvGraphicFramePr>
          <p:nvPr>
            <p:extLst>
              <p:ext uri="{D42A27DB-BD31-4B8C-83A1-F6EECF244321}">
                <p14:modId xmlns:p14="http://schemas.microsoft.com/office/powerpoint/2010/main" val="4275800671"/>
              </p:ext>
            </p:extLst>
          </p:nvPr>
        </p:nvGraphicFramePr>
        <p:xfrm>
          <a:off x="1836294" y="1607557"/>
          <a:ext cx="7734425" cy="1279992"/>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err="1">
                          <a:solidFill>
                            <a:schemeClr val="tx1"/>
                          </a:solidFill>
                        </a:rPr>
                        <a:t>센터명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링크</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530ECBE2-FFDA-43C9-5DDA-2A38F887ADA3}"/>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82636C53-EBD5-4314-BA36-07D1D053496C}"/>
              </a:ext>
            </a:extLst>
          </p:cNvPr>
          <p:cNvSpPr/>
          <p:nvPr/>
        </p:nvSpPr>
        <p:spPr>
          <a:xfrm>
            <a:off x="1733675" y="196550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3084BDC1-983A-0AC4-8580-230361449AB6}"/>
              </a:ext>
            </a:extLst>
          </p:cNvPr>
          <p:cNvSpPr/>
          <p:nvPr/>
        </p:nvSpPr>
        <p:spPr>
          <a:xfrm>
            <a:off x="1725693" y="230487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6FF6FC9E-4A61-2BE2-3487-FE1D3A021795}"/>
              </a:ext>
            </a:extLst>
          </p:cNvPr>
          <p:cNvSpPr/>
          <p:nvPr/>
        </p:nvSpPr>
        <p:spPr>
          <a:xfrm>
            <a:off x="2973219" y="1688773"/>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클릭해서 주소를 검색해주세요 </a:t>
            </a:r>
            <a:r>
              <a:rPr lang="en-US" altLang="ko-KR" sz="60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FC511C9E-E7DE-7C2B-7420-823EF48323E2}"/>
              </a:ext>
            </a:extLst>
          </p:cNvPr>
          <p:cNvGrpSpPr/>
          <p:nvPr/>
        </p:nvGrpSpPr>
        <p:grpSpPr>
          <a:xfrm>
            <a:off x="4806776" y="1693217"/>
            <a:ext cx="167122" cy="175522"/>
            <a:chOff x="-1190172" y="605806"/>
            <a:chExt cx="323151" cy="339394"/>
          </a:xfrm>
        </p:grpSpPr>
        <p:sp>
          <p:nvSpPr>
            <p:cNvPr id="18" name="사각형: 둥근 모서리 17">
              <a:extLst>
                <a:ext uri="{FF2B5EF4-FFF2-40B4-BE49-F238E27FC236}">
                  <a16:creationId xmlns:a16="http://schemas.microsoft.com/office/drawing/2014/main" id="{2D290AB7-940A-AF36-E282-C07505856836}"/>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8E32F992-4526-0F60-B5DA-BF7A5CB2BF9C}"/>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266DF9C2-18DE-8D87-0A75-46C7B696A838}"/>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93D49348-9679-1761-ABD9-9BA042565D0D}"/>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80" name="사각형: 둥근 모서리 79">
            <a:extLst>
              <a:ext uri="{FF2B5EF4-FFF2-40B4-BE49-F238E27FC236}">
                <a16:creationId xmlns:a16="http://schemas.microsoft.com/office/drawing/2014/main" id="{44859852-BBE5-1133-FC62-12FD957425F5}"/>
              </a:ext>
            </a:extLst>
          </p:cNvPr>
          <p:cNvSpPr/>
          <p:nvPr/>
        </p:nvSpPr>
        <p:spPr>
          <a:xfrm>
            <a:off x="5033071" y="3399663"/>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40F734D1-B62D-4F20-EB8A-D41E267E86AB}"/>
              </a:ext>
            </a:extLst>
          </p:cNvPr>
          <p:cNvSpPr/>
          <p:nvPr/>
        </p:nvSpPr>
        <p:spPr>
          <a:xfrm>
            <a:off x="5610597" y="3399663"/>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sp>
        <p:nvSpPr>
          <p:cNvPr id="82" name="타원 81">
            <a:extLst>
              <a:ext uri="{FF2B5EF4-FFF2-40B4-BE49-F238E27FC236}">
                <a16:creationId xmlns:a16="http://schemas.microsoft.com/office/drawing/2014/main" id="{2430D90C-FBBA-CA51-F2CE-78025C65CD4C}"/>
              </a:ext>
            </a:extLst>
          </p:cNvPr>
          <p:cNvSpPr/>
          <p:nvPr/>
        </p:nvSpPr>
        <p:spPr>
          <a:xfrm>
            <a:off x="1720014" y="263950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028BC1DC-253A-DB64-09CF-7914E8692909}"/>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01649D38-1FCA-70AC-6972-226A9B061FC6}"/>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01646010-91BB-7CC0-E04A-9A687DDFEFB5}"/>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DEAE3334-C0E0-A755-DAFC-9F1C60DAA0C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2968C7B1-FB42-18A1-9313-D34FC7BBDE55}"/>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14674170-470C-52BB-7AB3-CDA293D8AC84}"/>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1C987406-D8B5-FB3D-91FF-C8812F0ACAC4}"/>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E02A0EDC-300A-28D4-1187-ACF554C4D82F}"/>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36121959-0322-01A8-8432-F0926FAA6064}"/>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95D6F85A-FAD1-E4B6-6116-5E96055220FD}"/>
              </a:ext>
            </a:extLst>
          </p:cNvPr>
          <p:cNvGrpSpPr/>
          <p:nvPr/>
        </p:nvGrpSpPr>
        <p:grpSpPr>
          <a:xfrm>
            <a:off x="2978159" y="2634252"/>
            <a:ext cx="1259512" cy="190629"/>
            <a:chOff x="7873343" y="3238371"/>
            <a:chExt cx="1259512" cy="190629"/>
          </a:xfrm>
        </p:grpSpPr>
        <p:grpSp>
          <p:nvGrpSpPr>
            <p:cNvPr id="98" name="그룹 97">
              <a:extLst>
                <a:ext uri="{FF2B5EF4-FFF2-40B4-BE49-F238E27FC236}">
                  <a16:creationId xmlns:a16="http://schemas.microsoft.com/office/drawing/2014/main" id="{8EC3D179-D468-D0EF-93B2-DEC111CBA5A1}"/>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9637526-E073-9786-D370-ED9C16F9AFEB}"/>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AFAB4969-5F32-4E17-782B-E24E0481F498}"/>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74139294-7684-E7C7-0280-B4EDA2A90E68}"/>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66856575-BD94-FDEA-4501-7668B542C075}"/>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E8265250-4729-0842-6BE5-9F8F3E577143}"/>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BD6AE8FB-23C3-63D9-FF82-78B9EEA5E8A4}"/>
              </a:ext>
            </a:extLst>
          </p:cNvPr>
          <p:cNvSpPr/>
          <p:nvPr/>
        </p:nvSpPr>
        <p:spPr>
          <a:xfrm>
            <a:off x="2973219" y="2328800"/>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ko-KR" altLang="en-US" sz="600" dirty="0">
                <a:solidFill>
                  <a:schemeClr val="bg1">
                    <a:lumMod val="50000"/>
                  </a:schemeClr>
                </a:solidFill>
                <a:latin typeface="+mj-lt"/>
              </a:rPr>
              <a:t> 연결될 링크를 입력해주세요</a:t>
            </a:r>
            <a:r>
              <a:rPr lang="en-US" altLang="ko-KR" sz="600" dirty="0">
                <a:solidFill>
                  <a:schemeClr val="bg1">
                    <a:lumMod val="50000"/>
                  </a:schemeClr>
                </a:solidFill>
                <a:latin typeface="+mj-lt"/>
              </a:rPr>
              <a:t>. </a:t>
            </a:r>
            <a:endParaRPr lang="ko-KR" altLang="en-US" sz="600" dirty="0">
              <a:solidFill>
                <a:schemeClr val="bg1">
                  <a:lumMod val="50000"/>
                </a:schemeClr>
              </a:solidFill>
              <a:latin typeface="+mj-lt"/>
            </a:endParaRPr>
          </a:p>
        </p:txBody>
      </p:sp>
      <p:sp>
        <p:nvSpPr>
          <p:cNvPr id="115" name="타원 114">
            <a:extLst>
              <a:ext uri="{FF2B5EF4-FFF2-40B4-BE49-F238E27FC236}">
                <a16:creationId xmlns:a16="http://schemas.microsoft.com/office/drawing/2014/main" id="{469849E2-6616-FA67-4F4B-33B4C16E8E69}"/>
              </a:ext>
            </a:extLst>
          </p:cNvPr>
          <p:cNvSpPr/>
          <p:nvPr/>
        </p:nvSpPr>
        <p:spPr>
          <a:xfrm>
            <a:off x="4894838" y="32143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A5260ADD-2742-B4FD-425A-74A7B5944C31}"/>
              </a:ext>
            </a:extLst>
          </p:cNvPr>
          <p:cNvSpPr/>
          <p:nvPr/>
        </p:nvSpPr>
        <p:spPr>
          <a:xfrm>
            <a:off x="5011812" y="3340531"/>
            <a:ext cx="1160388"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6F640C29-890E-9264-AAF4-F0A6D8364979}"/>
              </a:ext>
            </a:extLst>
          </p:cNvPr>
          <p:cNvSpPr/>
          <p:nvPr/>
        </p:nvSpPr>
        <p:spPr>
          <a:xfrm>
            <a:off x="2984458" y="2010269"/>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센터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spTree>
    <p:extLst>
      <p:ext uri="{BB962C8B-B14F-4D97-AF65-F5344CB8AC3E}">
        <p14:creationId xmlns:p14="http://schemas.microsoft.com/office/powerpoint/2010/main" val="3541699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10D05-480B-E352-D7EC-70618E448918}"/>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E56B8AF0-4E9C-3FB3-941D-8AF49F28C55E}"/>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5B2E825E-D425-F008-5643-88EF5E352EEC}"/>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3A9FB926-A53D-0FA0-AEEB-3666A7B43BF9}"/>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DC2CF740-F48A-F413-B2D7-D654EC091B4E}"/>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E89DE49B-08ED-8704-2DFC-F4A66CA2B3D6}"/>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56AA5D81-1604-29EA-C766-200A681016F3}"/>
              </a:ext>
            </a:extLst>
          </p:cNvPr>
          <p:cNvGraphicFramePr>
            <a:graphicFrameLocks noGrp="1"/>
          </p:cNvGraphicFramePr>
          <p:nvPr>
            <p:extLst>
              <p:ext uri="{D42A27DB-BD31-4B8C-83A1-F6EECF244321}">
                <p14:modId xmlns:p14="http://schemas.microsoft.com/office/powerpoint/2010/main" val="11756607"/>
              </p:ext>
            </p:extLst>
          </p:nvPr>
        </p:nvGraphicFramePr>
        <p:xfrm>
          <a:off x="10031438" y="757238"/>
          <a:ext cx="1997267" cy="3174483"/>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신규</a:t>
                      </a:r>
                      <a:r>
                        <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10272">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err="1">
                          <a:solidFill>
                            <a:schemeClr val="tx1"/>
                          </a:solidFill>
                          <a:latin typeface="나눔고딕" panose="020D0604000000000000" pitchFamily="50" charset="-127"/>
                          <a:ea typeface="나눔고딕" panose="020D0604000000000000" pitchFamily="50" charset="-127"/>
                        </a:rPr>
                        <a:t>센터명</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센터명</a:t>
                      </a:r>
                      <a:r>
                        <a:rPr lang="ko-KR" altLang="en-US" sz="800" b="0" spc="0" baseline="0" dirty="0">
                          <a:solidFill>
                            <a:schemeClr val="tx1"/>
                          </a:solidFill>
                          <a:latin typeface="나눔고딕" panose="020D0604000000000000" pitchFamily="50" charset="-127"/>
                          <a:ea typeface="나눔고딕" panose="020D0604000000000000" pitchFamily="50" charset="-127"/>
                        </a:rPr>
                        <a:t> 기입 칸</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err="1">
                          <a:solidFill>
                            <a:schemeClr val="tx1"/>
                          </a:solidFill>
                          <a:latin typeface="나눔고딕" panose="020D0604000000000000" pitchFamily="50" charset="-127"/>
                          <a:ea typeface="나눔고딕" panose="020D0604000000000000" pitchFamily="50" charset="-127"/>
                        </a:rPr>
                        <a:t>링크명</a:t>
                      </a: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10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링크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링크 정보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800" b="0" spc="0" baseline="0" dirty="0">
                          <a:solidFill>
                            <a:schemeClr val="tx1"/>
                          </a:solidFill>
                          <a:latin typeface="나눔고딕" panose="020D0604000000000000" pitchFamily="50" charset="-127"/>
                          <a:ea typeface="나눔고딕" panose="020D0604000000000000" pitchFamily="50" charset="-127"/>
                        </a:rPr>
                        <a:t>(Default)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APP </a:t>
                      </a:r>
                      <a:r>
                        <a:rPr lang="ko-KR" altLang="en-US" sz="8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800" b="0" spc="0" baseline="0" dirty="0">
                          <a:solidFill>
                            <a:schemeClr val="tx1"/>
                          </a:solidFill>
                          <a:latin typeface="나눔고딕" panose="020D0604000000000000" pitchFamily="50" charset="-127"/>
                          <a:ea typeface="나눔고딕" panose="020D0604000000000000" pitchFamily="50" charset="-127"/>
                        </a:rPr>
                        <a:t>취소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저장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800" b="0" spc="0" baseline="0" dirty="0">
                          <a:solidFill>
                            <a:schemeClr val="tx1"/>
                          </a:solidFill>
                          <a:latin typeface="나눔고딕" panose="020D0604000000000000" pitchFamily="50" charset="-127"/>
                          <a:ea typeface="나눔고딕" panose="020D0604000000000000" pitchFamily="50" charset="-127"/>
                        </a:rPr>
                        <a:t>.</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삭제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데이터 삭제</a:t>
                      </a:r>
                      <a:r>
                        <a:rPr lang="en-US" altLang="ko-KR" sz="800" b="0" spc="0" baseline="0" dirty="0">
                          <a:solidFill>
                            <a:schemeClr val="tx1"/>
                          </a:solidFill>
                          <a:latin typeface="나눔고딕" panose="020D0604000000000000" pitchFamily="50" charset="-127"/>
                          <a:ea typeface="나눔고딕" panose="020D0604000000000000" pitchFamily="50" charset="-127"/>
                        </a:rPr>
                        <a:t>. (5-1)</a:t>
                      </a:r>
                      <a:r>
                        <a:rPr lang="ko-KR" altLang="en-US" sz="800" b="0" spc="0" baseline="0" dirty="0" err="1">
                          <a:solidFill>
                            <a:schemeClr val="tx1"/>
                          </a:solidFill>
                          <a:latin typeface="나눔고딕" panose="020D0604000000000000" pitchFamily="50" charset="-127"/>
                          <a:ea typeface="나눔고딕" panose="020D0604000000000000" pitchFamily="50" charset="-127"/>
                        </a:rPr>
                        <a:t>컨펌</a:t>
                      </a:r>
                      <a:r>
                        <a:rPr lang="ko-KR" altLang="en-US" sz="8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0D5D7115-CBA0-4299-29F0-D2C5F9A0E4E4}"/>
              </a:ext>
            </a:extLst>
          </p:cNvPr>
          <p:cNvSpPr txBox="1"/>
          <p:nvPr/>
        </p:nvSpPr>
        <p:spPr>
          <a:xfrm>
            <a:off x="1627234" y="1060675"/>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문화센터 수정 </a:t>
            </a:r>
          </a:p>
        </p:txBody>
      </p:sp>
      <p:graphicFrame>
        <p:nvGraphicFramePr>
          <p:cNvPr id="84" name="표 83">
            <a:extLst>
              <a:ext uri="{FF2B5EF4-FFF2-40B4-BE49-F238E27FC236}">
                <a16:creationId xmlns:a16="http://schemas.microsoft.com/office/drawing/2014/main" id="{34FB3714-88A0-8DE3-B0B4-30FB2AC87292}"/>
              </a:ext>
            </a:extLst>
          </p:cNvPr>
          <p:cNvGraphicFramePr>
            <a:graphicFrameLocks noGrp="1"/>
          </p:cNvGraphicFramePr>
          <p:nvPr/>
        </p:nvGraphicFramePr>
        <p:xfrm>
          <a:off x="1836294" y="1607557"/>
          <a:ext cx="7734425" cy="1279992"/>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err="1">
                          <a:solidFill>
                            <a:schemeClr val="tx1"/>
                          </a:solidFill>
                        </a:rPr>
                        <a:t>센터명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링크</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F260D12F-C549-BB41-2BE8-2B47965A0455}"/>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8312122D-B183-9A71-229D-2AA772226E39}"/>
              </a:ext>
            </a:extLst>
          </p:cNvPr>
          <p:cNvSpPr/>
          <p:nvPr/>
        </p:nvSpPr>
        <p:spPr>
          <a:xfrm>
            <a:off x="1733675" y="196550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912F5072-4D9C-497E-8539-B9C3C42968E4}"/>
              </a:ext>
            </a:extLst>
          </p:cNvPr>
          <p:cNvSpPr/>
          <p:nvPr/>
        </p:nvSpPr>
        <p:spPr>
          <a:xfrm>
            <a:off x="1725693" y="230487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EB463001-0568-6487-F9E7-36F1E33F3CAE}"/>
              </a:ext>
            </a:extLst>
          </p:cNvPr>
          <p:cNvSpPr/>
          <p:nvPr/>
        </p:nvSpPr>
        <p:spPr>
          <a:xfrm>
            <a:off x="2973219" y="1688773"/>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err="1">
                <a:solidFill>
                  <a:schemeClr val="tx1"/>
                </a:solidFill>
              </a:rPr>
              <a:t>내덕</a:t>
            </a:r>
            <a:r>
              <a:rPr lang="en-US" altLang="ko-KR" sz="600" dirty="0">
                <a:solidFill>
                  <a:schemeClr val="tx1"/>
                </a:solidFill>
              </a:rPr>
              <a:t>1</a:t>
            </a:r>
            <a:r>
              <a:rPr lang="ko-KR" altLang="en-US" sz="600" dirty="0">
                <a:solidFill>
                  <a:schemeClr val="tx1"/>
                </a:solidFill>
              </a:rPr>
              <a:t>동 행정복지센터</a:t>
            </a:r>
          </a:p>
        </p:txBody>
      </p:sp>
      <p:grpSp>
        <p:nvGrpSpPr>
          <p:cNvPr id="17" name="그룹 16">
            <a:extLst>
              <a:ext uri="{FF2B5EF4-FFF2-40B4-BE49-F238E27FC236}">
                <a16:creationId xmlns:a16="http://schemas.microsoft.com/office/drawing/2014/main" id="{D2B2E9CF-0A20-1E47-2F4F-F5B4C270405D}"/>
              </a:ext>
            </a:extLst>
          </p:cNvPr>
          <p:cNvGrpSpPr/>
          <p:nvPr/>
        </p:nvGrpSpPr>
        <p:grpSpPr>
          <a:xfrm>
            <a:off x="4806776" y="1693217"/>
            <a:ext cx="167122" cy="175522"/>
            <a:chOff x="-1190172" y="605806"/>
            <a:chExt cx="323151" cy="339394"/>
          </a:xfrm>
        </p:grpSpPr>
        <p:sp>
          <p:nvSpPr>
            <p:cNvPr id="18" name="사각형: 둥근 모서리 17">
              <a:extLst>
                <a:ext uri="{FF2B5EF4-FFF2-40B4-BE49-F238E27FC236}">
                  <a16:creationId xmlns:a16="http://schemas.microsoft.com/office/drawing/2014/main" id="{3709FC37-C593-B8B1-ACBC-8D945975AC3E}"/>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06315A7B-7E7C-95AF-D4C7-BADA8801F6C8}"/>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72F98310-2974-64FB-FBA8-4E3883E37E27}"/>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F07B57D2-3222-A3BC-9DFE-23BDEDCE803D}"/>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80" name="사각형: 둥근 모서리 79">
            <a:extLst>
              <a:ext uri="{FF2B5EF4-FFF2-40B4-BE49-F238E27FC236}">
                <a16:creationId xmlns:a16="http://schemas.microsoft.com/office/drawing/2014/main" id="{0DDAE04C-9AD2-6E50-4C57-B889C2863EE3}"/>
              </a:ext>
            </a:extLst>
          </p:cNvPr>
          <p:cNvSpPr/>
          <p:nvPr/>
        </p:nvSpPr>
        <p:spPr>
          <a:xfrm>
            <a:off x="5033071" y="3399663"/>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7F4B0294-1029-476C-A5B3-79B7FFDB7D55}"/>
              </a:ext>
            </a:extLst>
          </p:cNvPr>
          <p:cNvSpPr/>
          <p:nvPr/>
        </p:nvSpPr>
        <p:spPr>
          <a:xfrm>
            <a:off x="5610597" y="3399663"/>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sp>
        <p:nvSpPr>
          <p:cNvPr id="82" name="타원 81">
            <a:extLst>
              <a:ext uri="{FF2B5EF4-FFF2-40B4-BE49-F238E27FC236}">
                <a16:creationId xmlns:a16="http://schemas.microsoft.com/office/drawing/2014/main" id="{BB073052-28D0-CA97-349D-3CA3482A9CC4}"/>
              </a:ext>
            </a:extLst>
          </p:cNvPr>
          <p:cNvSpPr/>
          <p:nvPr/>
        </p:nvSpPr>
        <p:spPr>
          <a:xfrm>
            <a:off x="1720014" y="263950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65556329-5CA3-DB8F-979D-F50D0FBF95E2}"/>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A4DA419C-74EB-7720-A1B8-4E84A42A1ED8}"/>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0719830F-BD67-2B52-614C-4068CA38AEE1}"/>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A8588EB0-443D-BF5E-F9C0-CA37F83C0E94}"/>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D908FA41-7054-DBF4-C166-60DFDA6AB283}"/>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EA272368-8F64-52D6-C1F5-73434E61A805}"/>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95C67F33-7681-27FE-C996-10231E4067A4}"/>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E589AEB2-E7B9-811B-FA3D-B6E4E984F553}"/>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9270DD71-7278-B37D-5CBA-E83E9395B160}"/>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0E1D6A9C-F511-A324-A797-CAC0E4BB1975}"/>
              </a:ext>
            </a:extLst>
          </p:cNvPr>
          <p:cNvGrpSpPr/>
          <p:nvPr/>
        </p:nvGrpSpPr>
        <p:grpSpPr>
          <a:xfrm>
            <a:off x="2978159" y="2634252"/>
            <a:ext cx="1259512" cy="190629"/>
            <a:chOff x="7873343" y="3238371"/>
            <a:chExt cx="1259512" cy="190629"/>
          </a:xfrm>
        </p:grpSpPr>
        <p:grpSp>
          <p:nvGrpSpPr>
            <p:cNvPr id="98" name="그룹 97">
              <a:extLst>
                <a:ext uri="{FF2B5EF4-FFF2-40B4-BE49-F238E27FC236}">
                  <a16:creationId xmlns:a16="http://schemas.microsoft.com/office/drawing/2014/main" id="{5FD62D7F-9486-F97B-6345-DD82C23247A1}"/>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BB98888D-CB50-F9B6-F4FE-FEE48DDBF0F5}"/>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BFD41174-8FA2-E306-5681-53F3A79DE19B}"/>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E833D0B5-7EAC-CF40-3CC9-9584DB13A3C0}"/>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44E6AC32-5A68-17F9-4463-67633015496A}"/>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21E24809-532A-8052-381E-A7D310238A7B}"/>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D35121AA-6293-EA29-5778-985C56332634}"/>
              </a:ext>
            </a:extLst>
          </p:cNvPr>
          <p:cNvSpPr/>
          <p:nvPr/>
        </p:nvSpPr>
        <p:spPr>
          <a:xfrm>
            <a:off x="2973219" y="2328800"/>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marL="0" marR="0" lvl="0" indent="0" defTabSz="914400" rtl="0" eaLnBrk="1" fontAlgn="auto" latinLnBrk="1" hangingPunct="1">
              <a:lnSpc>
                <a:spcPct val="100000"/>
              </a:lnSpc>
              <a:spcBef>
                <a:spcPts val="0"/>
              </a:spcBef>
              <a:spcAft>
                <a:spcPts val="0"/>
              </a:spcAft>
              <a:buClrTx/>
              <a:buSzTx/>
              <a:buFontTx/>
              <a:buNone/>
              <a:tabLst/>
              <a:defRPr/>
            </a:pPr>
            <a:r>
              <a:rPr lang="en-US" altLang="ko-KR" sz="600" dirty="0">
                <a:solidFill>
                  <a:schemeClr val="tx1"/>
                </a:solidFill>
              </a:rPr>
              <a:t>https://www.cheongju.go.kr/naedeok1dong</a:t>
            </a:r>
            <a:endParaRPr lang="ko-KR" altLang="en-US" sz="500" dirty="0">
              <a:solidFill>
                <a:schemeClr val="tx1"/>
              </a:solidFill>
            </a:endParaRPr>
          </a:p>
        </p:txBody>
      </p:sp>
      <p:sp>
        <p:nvSpPr>
          <p:cNvPr id="115" name="타원 114">
            <a:extLst>
              <a:ext uri="{FF2B5EF4-FFF2-40B4-BE49-F238E27FC236}">
                <a16:creationId xmlns:a16="http://schemas.microsoft.com/office/drawing/2014/main" id="{D56CA065-82AA-4080-3105-7796900EB19A}"/>
              </a:ext>
            </a:extLst>
          </p:cNvPr>
          <p:cNvSpPr/>
          <p:nvPr/>
        </p:nvSpPr>
        <p:spPr>
          <a:xfrm>
            <a:off x="4894838" y="32143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A7F92E0C-395B-0E17-749A-8E83B0E67F62}"/>
              </a:ext>
            </a:extLst>
          </p:cNvPr>
          <p:cNvSpPr/>
          <p:nvPr/>
        </p:nvSpPr>
        <p:spPr>
          <a:xfrm>
            <a:off x="5011812" y="3340531"/>
            <a:ext cx="1746176"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A3962956-A055-A4AC-4B3B-16916C0050BE}"/>
              </a:ext>
            </a:extLst>
          </p:cNvPr>
          <p:cNvSpPr/>
          <p:nvPr/>
        </p:nvSpPr>
        <p:spPr>
          <a:xfrm>
            <a:off x="2984458" y="2010269"/>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청주시 상당구 </a:t>
            </a:r>
            <a:r>
              <a:rPr lang="ko-KR" altLang="en-US" sz="600" dirty="0" err="1">
                <a:solidFill>
                  <a:schemeClr val="bg1">
                    <a:lumMod val="50000"/>
                  </a:schemeClr>
                </a:solidFill>
                <a:latin typeface="+mn-ea"/>
              </a:rPr>
              <a:t>내덕</a:t>
            </a:r>
            <a:r>
              <a:rPr lang="ko-KR" altLang="en-US" sz="600" dirty="0">
                <a:solidFill>
                  <a:schemeClr val="bg1">
                    <a:lumMod val="50000"/>
                  </a:schemeClr>
                </a:solidFill>
                <a:latin typeface="+mn-ea"/>
              </a:rPr>
              <a:t> </a:t>
            </a:r>
            <a:r>
              <a:rPr lang="en-US" altLang="ko-KR" sz="600" dirty="0">
                <a:solidFill>
                  <a:schemeClr val="bg1">
                    <a:lumMod val="50000"/>
                  </a:schemeClr>
                </a:solidFill>
                <a:latin typeface="+mn-ea"/>
              </a:rPr>
              <a:t>1</a:t>
            </a:r>
            <a:r>
              <a:rPr lang="ko-KR" altLang="en-US" sz="600" dirty="0">
                <a:solidFill>
                  <a:schemeClr val="bg1">
                    <a:lumMod val="50000"/>
                  </a:schemeClr>
                </a:solidFill>
                <a:latin typeface="+mn-ea"/>
              </a:rPr>
              <a:t>동 </a:t>
            </a:r>
            <a:r>
              <a:rPr lang="en-US" altLang="ko-KR" sz="600" dirty="0">
                <a:solidFill>
                  <a:schemeClr val="bg1">
                    <a:lumMod val="50000"/>
                  </a:schemeClr>
                </a:solidFill>
                <a:latin typeface="+mn-ea"/>
              </a:rPr>
              <a:t>123.</a:t>
            </a:r>
            <a:endParaRPr lang="ko-KR" altLang="en-US" sz="600" dirty="0">
              <a:solidFill>
                <a:schemeClr val="bg1">
                  <a:lumMod val="50000"/>
                </a:schemeClr>
              </a:solidFill>
              <a:latin typeface="+mn-ea"/>
            </a:endParaRPr>
          </a:p>
        </p:txBody>
      </p:sp>
      <p:sp>
        <p:nvSpPr>
          <p:cNvPr id="27" name="사각형: 둥근 모서리 26">
            <a:extLst>
              <a:ext uri="{FF2B5EF4-FFF2-40B4-BE49-F238E27FC236}">
                <a16:creationId xmlns:a16="http://schemas.microsoft.com/office/drawing/2014/main" id="{4BE613CA-A4B7-E5E2-AC41-5AC26F2F13F1}"/>
              </a:ext>
            </a:extLst>
          </p:cNvPr>
          <p:cNvSpPr/>
          <p:nvPr/>
        </p:nvSpPr>
        <p:spPr>
          <a:xfrm>
            <a:off x="6190806" y="3395558"/>
            <a:ext cx="485403" cy="251237"/>
          </a:xfrm>
          <a:prstGeom prst="roundRect">
            <a:avLst/>
          </a:prstGeom>
          <a:solidFill>
            <a:srgbClr val="C00000"/>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삭제</a:t>
            </a:r>
          </a:p>
        </p:txBody>
      </p:sp>
      <p:grpSp>
        <p:nvGrpSpPr>
          <p:cNvPr id="28" name="그룹 27">
            <a:extLst>
              <a:ext uri="{FF2B5EF4-FFF2-40B4-BE49-F238E27FC236}">
                <a16:creationId xmlns:a16="http://schemas.microsoft.com/office/drawing/2014/main" id="{B6652984-43F1-54F9-8565-05436591FB9C}"/>
              </a:ext>
            </a:extLst>
          </p:cNvPr>
          <p:cNvGrpSpPr/>
          <p:nvPr/>
        </p:nvGrpSpPr>
        <p:grpSpPr>
          <a:xfrm>
            <a:off x="6388758" y="3901829"/>
            <a:ext cx="2583800" cy="652363"/>
            <a:chOff x="4095782" y="523450"/>
            <a:chExt cx="2583800" cy="652363"/>
          </a:xfrm>
        </p:grpSpPr>
        <p:sp>
          <p:nvSpPr>
            <p:cNvPr id="29" name="사각형: 둥근 모서리 28">
              <a:extLst>
                <a:ext uri="{FF2B5EF4-FFF2-40B4-BE49-F238E27FC236}">
                  <a16:creationId xmlns:a16="http://schemas.microsoft.com/office/drawing/2014/main" id="{A5AFFD96-5F71-E6E6-EB04-435D029EDF8B}"/>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47B5F206-936D-8281-5C63-6C0AD6F35224}"/>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31" name="사각형: 둥근 모서리 30">
              <a:extLst>
                <a:ext uri="{FF2B5EF4-FFF2-40B4-BE49-F238E27FC236}">
                  <a16:creationId xmlns:a16="http://schemas.microsoft.com/office/drawing/2014/main" id="{679C19D2-77A3-C1E1-7A92-5348CB196F13}"/>
                </a:ext>
              </a:extLst>
            </p:cNvPr>
            <p:cNvSpPr/>
            <p:nvPr/>
          </p:nvSpPr>
          <p:spPr>
            <a:xfrm>
              <a:off x="5520443" y="942502"/>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32" name="타원 31">
              <a:extLst>
                <a:ext uri="{FF2B5EF4-FFF2-40B4-BE49-F238E27FC236}">
                  <a16:creationId xmlns:a16="http://schemas.microsoft.com/office/drawing/2014/main" id="{0388CC56-0514-45C8-C2DA-DD8E280EBB89}"/>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5-1</a:t>
              </a:r>
              <a:endParaRPr lang="ko-KR" altLang="en-US" sz="800" dirty="0">
                <a:latin typeface="Arial Black" panose="020B0A04020102020204" pitchFamily="34" charset="0"/>
              </a:endParaRPr>
            </a:p>
          </p:txBody>
        </p:sp>
      </p:grpSp>
      <p:sp>
        <p:nvSpPr>
          <p:cNvPr id="33" name="사각형: 둥근 모서리 32">
            <a:extLst>
              <a:ext uri="{FF2B5EF4-FFF2-40B4-BE49-F238E27FC236}">
                <a16:creationId xmlns:a16="http://schemas.microsoft.com/office/drawing/2014/main" id="{6A1F3C4B-F7E9-0552-A872-B519F73B216D}"/>
              </a:ext>
            </a:extLst>
          </p:cNvPr>
          <p:cNvSpPr/>
          <p:nvPr/>
        </p:nvSpPr>
        <p:spPr>
          <a:xfrm>
            <a:off x="8392988" y="4320881"/>
            <a:ext cx="537713" cy="180750"/>
          </a:xfrm>
          <a:prstGeom prst="roundRect">
            <a:avLst>
              <a:gd name="adj" fmla="val 13775"/>
            </a:avLst>
          </a:prstGeom>
          <a:solidFill>
            <a:schemeClr val="bg1">
              <a:lumMod val="9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tx1"/>
                </a:solidFill>
              </a:rPr>
              <a:t>취소</a:t>
            </a:r>
          </a:p>
        </p:txBody>
      </p:sp>
    </p:spTree>
    <p:extLst>
      <p:ext uri="{BB962C8B-B14F-4D97-AF65-F5344CB8AC3E}">
        <p14:creationId xmlns:p14="http://schemas.microsoft.com/office/powerpoint/2010/main" val="19542629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DC215-712C-A2A4-7926-631C9307D264}"/>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4C204FDA-C0A4-E8B6-6BD1-C77DFDA78E9F}"/>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060BB34C-FFA5-C86E-F263-FC7465A3ABF3}"/>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75B316F4-DA25-D2D2-4152-76AA223DDF2E}"/>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A303C155-B990-659A-8D5A-4D12187880A3}"/>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1D62D6E2-8C9D-07BC-F425-D6C7D4A23006}"/>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31E278E6-5C91-6651-77AD-9DA5A10E94D5}"/>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43B64AD1-ADBC-08B2-62D3-E815082FA85D}"/>
              </a:ext>
            </a:extLst>
          </p:cNvPr>
          <p:cNvGraphicFramePr>
            <a:graphicFrameLocks noGrp="1"/>
          </p:cNvGraphicFramePr>
          <p:nvPr>
            <p:extLst>
              <p:ext uri="{D42A27DB-BD31-4B8C-83A1-F6EECF244321}">
                <p14:modId xmlns:p14="http://schemas.microsoft.com/office/powerpoint/2010/main" val="997022994"/>
              </p:ext>
            </p:extLst>
          </p:nvPr>
        </p:nvGraphicFramePr>
        <p:xfrm>
          <a:off x="1877224" y="2302658"/>
          <a:ext cx="7726816" cy="3950504"/>
        </p:xfrm>
        <a:graphic>
          <a:graphicData uri="http://schemas.openxmlformats.org/drawingml/2006/table">
            <a:tbl>
              <a:tblPr firstRow="1" bandRow="1">
                <a:tableStyleId>{F2DE63D5-997A-4646-A377-4702673A728D}</a:tableStyleId>
              </a:tblPr>
              <a:tblGrid>
                <a:gridCol w="865166">
                  <a:extLst>
                    <a:ext uri="{9D8B030D-6E8A-4147-A177-3AD203B41FA5}">
                      <a16:colId xmlns:a16="http://schemas.microsoft.com/office/drawing/2014/main" val="70353123"/>
                    </a:ext>
                  </a:extLst>
                </a:gridCol>
                <a:gridCol w="1324134">
                  <a:extLst>
                    <a:ext uri="{9D8B030D-6E8A-4147-A177-3AD203B41FA5}">
                      <a16:colId xmlns:a16="http://schemas.microsoft.com/office/drawing/2014/main" val="4036531476"/>
                    </a:ext>
                  </a:extLst>
                </a:gridCol>
                <a:gridCol w="2823694">
                  <a:extLst>
                    <a:ext uri="{9D8B030D-6E8A-4147-A177-3AD203B41FA5}">
                      <a16:colId xmlns:a16="http://schemas.microsoft.com/office/drawing/2014/main" val="3520776532"/>
                    </a:ext>
                  </a:extLst>
                </a:gridCol>
                <a:gridCol w="1480266">
                  <a:extLst>
                    <a:ext uri="{9D8B030D-6E8A-4147-A177-3AD203B41FA5}">
                      <a16:colId xmlns:a16="http://schemas.microsoft.com/office/drawing/2014/main" val="3753115841"/>
                    </a:ext>
                  </a:extLst>
                </a:gridCol>
                <a:gridCol w="1233556">
                  <a:extLst>
                    <a:ext uri="{9D8B030D-6E8A-4147-A177-3AD203B41FA5}">
                      <a16:colId xmlns:a16="http://schemas.microsoft.com/office/drawing/2014/main" val="4107981296"/>
                    </a:ext>
                  </a:extLst>
                </a:gridCol>
              </a:tblGrid>
              <a:tr h="438880">
                <a:tc>
                  <a:txBody>
                    <a:bodyPr/>
                    <a:lstStyle/>
                    <a:p>
                      <a:pPr algn="ctr" latinLnBrk="1"/>
                      <a:r>
                        <a:rPr lang="ko-KR" altLang="en-US" sz="800" dirty="0">
                          <a:solidFill>
                            <a:schemeClr val="tx1"/>
                          </a:solidFill>
                        </a:rPr>
                        <a:t>순번</a:t>
                      </a:r>
                    </a:p>
                  </a:txBody>
                  <a:tcPr marL="0" marR="0" anchor="ctr">
                    <a:noFill/>
                  </a:tcPr>
                </a:tc>
                <a:tc>
                  <a:txBody>
                    <a:bodyPr/>
                    <a:lstStyle/>
                    <a:p>
                      <a:pPr algn="ctr" latinLnBrk="1"/>
                      <a:r>
                        <a:rPr lang="ko-KR" altLang="en-US" sz="800" dirty="0">
                          <a:solidFill>
                            <a:schemeClr val="tx1"/>
                          </a:solidFill>
                        </a:rPr>
                        <a:t>제목</a:t>
                      </a:r>
                    </a:p>
                  </a:txBody>
                  <a:tcPr marL="0" marR="0" anchor="ctr">
                    <a:noFill/>
                  </a:tcPr>
                </a:tc>
                <a:tc>
                  <a:txBody>
                    <a:bodyPr/>
                    <a:lstStyle/>
                    <a:p>
                      <a:pPr algn="ctr" latinLnBrk="1"/>
                      <a:r>
                        <a:rPr lang="ko-KR" altLang="en-US" sz="800" dirty="0">
                          <a:solidFill>
                            <a:schemeClr val="tx1"/>
                          </a:solidFill>
                        </a:rPr>
                        <a:t>내용</a:t>
                      </a:r>
                    </a:p>
                  </a:txBody>
                  <a:tcPr marL="0" marR="0" anchor="ctr">
                    <a:noFill/>
                  </a:tcPr>
                </a:tc>
                <a:tc>
                  <a:txBody>
                    <a:bodyPr/>
                    <a:lstStyle/>
                    <a:p>
                      <a:pPr algn="ctr" latinLnBrk="1"/>
                      <a:r>
                        <a:rPr lang="ko-KR" altLang="en-US" sz="800" dirty="0">
                          <a:solidFill>
                            <a:schemeClr val="tx1"/>
                          </a:solidFill>
                        </a:rPr>
                        <a:t>발송일</a:t>
                      </a:r>
                    </a:p>
                  </a:txBody>
                  <a:tcPr marL="0" marR="0" anchor="ctr">
                    <a:noFill/>
                  </a:tcPr>
                </a:tc>
                <a:tc>
                  <a:txBody>
                    <a:bodyPr/>
                    <a:lstStyle/>
                    <a:p>
                      <a:pPr algn="ctr" latinLnBrk="1"/>
                      <a:r>
                        <a:rPr lang="ko-KR" altLang="en-US" sz="800" dirty="0">
                          <a:solidFill>
                            <a:schemeClr val="tx1"/>
                          </a:solidFill>
                        </a:rPr>
                        <a:t>결과</a:t>
                      </a:r>
                    </a:p>
                  </a:txBody>
                  <a:tcPr marL="0" marR="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23</a:t>
                      </a:r>
                      <a:endParaRPr lang="ko-KR" altLang="en-US" sz="700" dirty="0">
                        <a:solidFill>
                          <a:schemeClr val="tx1"/>
                        </a:solidFill>
                      </a:endParaRPr>
                    </a:p>
                  </a:txBody>
                  <a:tcPr marL="0" marR="0" anchor="ctr"/>
                </a:tc>
                <a:tc>
                  <a:txBody>
                    <a:bodyPr/>
                    <a:lstStyle/>
                    <a:p>
                      <a:pPr algn="ctr"/>
                      <a:r>
                        <a:rPr lang="ko-KR" altLang="en-US" sz="700" dirty="0"/>
                        <a:t>점심</a:t>
                      </a:r>
                      <a:r>
                        <a:rPr lang="en-US" altLang="ko-KR" sz="700" dirty="0"/>
                        <a:t>!</a:t>
                      </a:r>
                      <a:endParaRPr lang="ko-KR" altLang="en-US" sz="700" dirty="0"/>
                    </a:p>
                  </a:txBody>
                  <a:tcPr anchor="ctr"/>
                </a:tc>
                <a:tc>
                  <a:txBody>
                    <a:bodyPr/>
                    <a:lstStyle/>
                    <a:p>
                      <a:pPr algn="ctr" latinLnBrk="1"/>
                      <a:r>
                        <a:rPr lang="ko-KR" altLang="en-US" sz="800" dirty="0"/>
                        <a:t>오늘 점심은 된장찌개 어때요</a:t>
                      </a:r>
                      <a:r>
                        <a:rPr lang="en-US" altLang="ko-KR" sz="800" dirty="0"/>
                        <a:t>? </a:t>
                      </a:r>
                      <a:r>
                        <a:rPr lang="ko-KR" altLang="en-US" sz="800" dirty="0"/>
                        <a:t>따뜻하게 </a:t>
                      </a:r>
                      <a:r>
                        <a:rPr lang="ko-KR" altLang="en-US" sz="800" dirty="0" err="1"/>
                        <a:t>챙겨드세요</a:t>
                      </a:r>
                      <a:r>
                        <a:rPr lang="ko-KR" altLang="en-US" sz="800" dirty="0"/>
                        <a:t> </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성공</a:t>
                      </a:r>
                    </a:p>
                  </a:txBody>
                  <a:tcPr marL="0" marR="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22</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그거 아시나요</a:t>
                      </a:r>
                    </a:p>
                  </a:txBody>
                  <a:tcPr marL="0" marR="0" anchor="ctr"/>
                </a:tc>
                <a:tc>
                  <a:txBody>
                    <a:bodyPr/>
                    <a:lstStyle/>
                    <a:p>
                      <a:pPr algn="ctr" latinLnBrk="1"/>
                      <a:r>
                        <a:rPr lang="ko-KR" altLang="en-US" sz="800" dirty="0"/>
                        <a:t>오늘은 미세먼지가 많아요</a:t>
                      </a:r>
                      <a:r>
                        <a:rPr lang="en-US" altLang="ko-KR" sz="800" dirty="0"/>
                        <a:t>. </a:t>
                      </a:r>
                      <a:r>
                        <a:rPr lang="ko-KR" altLang="en-US" sz="800" dirty="0"/>
                        <a:t>마스크 꼭 챙기세요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21</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algn="ctr" latinLnBrk="1"/>
                      <a:r>
                        <a:rPr lang="ko-KR" altLang="en-US" sz="800" dirty="0"/>
                        <a:t>가볍게 산책 나가보는 건 어때요</a:t>
                      </a:r>
                      <a:r>
                        <a:rPr lang="en-US" altLang="ko-KR" sz="800" dirty="0"/>
                        <a:t>? </a:t>
                      </a:r>
                      <a:r>
                        <a:rPr lang="ko-KR" altLang="en-US" sz="800" dirty="0"/>
                        <a:t>스트레칭도 좋아요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오늘도 반가워요</a:t>
                      </a:r>
                      <a:r>
                        <a:rPr lang="en-US" altLang="ko-KR" sz="800" dirty="0"/>
                        <a:t>! </a:t>
                      </a:r>
                      <a:r>
                        <a:rPr lang="ko-KR" altLang="en-US" sz="800" dirty="0"/>
                        <a:t>행복한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a:t>
                      </a:r>
                      <a:endParaRPr lang="ko-KR" altLang="en-US" sz="700" dirty="0">
                        <a:solidFill>
                          <a:schemeClr val="tx1"/>
                        </a:solidFill>
                      </a:endParaRPr>
                    </a:p>
                  </a:txBody>
                  <a:tcPr marL="0" marR="0" anchor="ctr"/>
                </a:tc>
                <a:tc>
                  <a:txBody>
                    <a:bodyPr/>
                    <a:lstStyle/>
                    <a:p>
                      <a:pPr algn="ctr" latinLnBrk="1"/>
                      <a:r>
                        <a:rPr lang="ko-KR" altLang="en-US" sz="700" dirty="0" err="1">
                          <a:solidFill>
                            <a:schemeClr val="tx1"/>
                          </a:solidFill>
                        </a:rPr>
                        <a:t>든든하이</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좋은 아침입니다</a:t>
                      </a:r>
                      <a:r>
                        <a:rPr lang="en-US" altLang="ko-KR" sz="800" dirty="0"/>
                        <a:t>. </a:t>
                      </a:r>
                      <a:r>
                        <a:rPr lang="ko-KR" altLang="en-US" sz="800" dirty="0"/>
                        <a:t>활기찬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18</a:t>
                      </a:r>
                      <a:endParaRPr lang="ko-KR" altLang="en-US" sz="700" dirty="0">
                        <a:solidFill>
                          <a:schemeClr val="tx1"/>
                        </a:solidFill>
                      </a:endParaRPr>
                    </a:p>
                  </a:txBody>
                  <a:tcPr marL="0" marR="0" anchor="ctr"/>
                </a:tc>
                <a:tc>
                  <a:txBody>
                    <a:bodyPr/>
                    <a:lstStyle/>
                    <a:p>
                      <a:pPr algn="ctr"/>
                      <a:r>
                        <a:rPr lang="ko-KR" altLang="en-US" sz="700" dirty="0"/>
                        <a:t>있잖아요</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오늘 같이 경로당 </a:t>
                      </a:r>
                      <a:r>
                        <a:rPr kumimoji="0" lang="ko-KR" altLang="en-US" sz="8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가실래요</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성공</a:t>
                      </a:r>
                    </a:p>
                  </a:txBody>
                  <a:tcPr marL="0" marR="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가볍게 팔 돌리고</a:t>
                      </a:r>
                      <a:r>
                        <a:rPr lang="en-US" altLang="ko-KR" sz="800" dirty="0"/>
                        <a:t>, </a:t>
                      </a:r>
                      <a:r>
                        <a:rPr lang="ko-KR" altLang="en-US" sz="800" dirty="0"/>
                        <a:t>어깨도 펴보세요</a:t>
                      </a:r>
                      <a:r>
                        <a:rPr lang="en-US" altLang="ko-KR" sz="800" dirty="0"/>
                        <a:t>! </a:t>
                      </a:r>
                      <a:r>
                        <a:rPr lang="ko-KR" altLang="en-US" sz="800" dirty="0"/>
                        <a:t>뻐근함이 </a:t>
                      </a:r>
                      <a:r>
                        <a:rPr lang="ko-KR" altLang="en-US" sz="800" dirty="0" err="1"/>
                        <a:t>풀려요</a:t>
                      </a:r>
                      <a:r>
                        <a:rPr lang="ko-KR" altLang="en-US" sz="800" dirty="0"/>
                        <a:t>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비 소식 있어요</a:t>
                      </a:r>
                      <a:r>
                        <a:rPr lang="en-US" altLang="ko-KR" sz="800" dirty="0"/>
                        <a:t>. </a:t>
                      </a:r>
                      <a:r>
                        <a:rPr lang="ko-KR" altLang="en-US" sz="800" dirty="0"/>
                        <a:t>외출하실 땐 우산 꼭 챙기세요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4EF9FCDD-868D-4FD5-55DD-9ABE275348A3}"/>
              </a:ext>
            </a:extLst>
          </p:cNvPr>
          <p:cNvSpPr txBox="1"/>
          <p:nvPr/>
        </p:nvSpPr>
        <p:spPr>
          <a:xfrm>
            <a:off x="1640018" y="1080043"/>
            <a:ext cx="1540806"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알림 발송 관리 </a:t>
            </a:r>
          </a:p>
        </p:txBody>
      </p:sp>
      <p:sp>
        <p:nvSpPr>
          <p:cNvPr id="76" name="사각형: 둥근 모서리 75">
            <a:hlinkClick r:id="" action="ppaction://noaction"/>
            <a:extLst>
              <a:ext uri="{FF2B5EF4-FFF2-40B4-BE49-F238E27FC236}">
                <a16:creationId xmlns:a16="http://schemas.microsoft.com/office/drawing/2014/main" id="{2FF9A09F-95D0-D7A5-FD1D-560ECF51DB00}"/>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발송</a:t>
            </a:r>
          </a:p>
        </p:txBody>
      </p:sp>
      <p:sp>
        <p:nvSpPr>
          <p:cNvPr id="87" name="TextBox 86">
            <a:extLst>
              <a:ext uri="{FF2B5EF4-FFF2-40B4-BE49-F238E27FC236}">
                <a16:creationId xmlns:a16="http://schemas.microsoft.com/office/drawing/2014/main" id="{C305FF07-78E5-5C8B-6126-9103CD275E6A}"/>
              </a:ext>
            </a:extLst>
          </p:cNvPr>
          <p:cNvSpPr txBox="1"/>
          <p:nvPr/>
        </p:nvSpPr>
        <p:spPr>
          <a:xfrm>
            <a:off x="1761990" y="1530094"/>
            <a:ext cx="1127999" cy="230832"/>
          </a:xfrm>
          <a:prstGeom prst="rect">
            <a:avLst/>
          </a:prstGeom>
          <a:noFill/>
        </p:spPr>
        <p:txBody>
          <a:bodyPr wrap="square" rtlCol="0">
            <a:spAutoFit/>
          </a:bodyPr>
          <a:lstStyle/>
          <a:p>
            <a:r>
              <a:rPr lang="ko-KR" altLang="en-US" sz="900" dirty="0"/>
              <a:t>알림 검색</a:t>
            </a:r>
          </a:p>
        </p:txBody>
      </p:sp>
      <p:grpSp>
        <p:nvGrpSpPr>
          <p:cNvPr id="21" name="그룹 20">
            <a:extLst>
              <a:ext uri="{FF2B5EF4-FFF2-40B4-BE49-F238E27FC236}">
                <a16:creationId xmlns:a16="http://schemas.microsoft.com/office/drawing/2014/main" id="{4904ABE2-F2DB-1B5B-CEAF-04CC8E9821BE}"/>
              </a:ext>
            </a:extLst>
          </p:cNvPr>
          <p:cNvGrpSpPr/>
          <p:nvPr/>
        </p:nvGrpSpPr>
        <p:grpSpPr>
          <a:xfrm>
            <a:off x="3065323" y="1555527"/>
            <a:ext cx="2415835" cy="179966"/>
            <a:chOff x="3010239" y="1555758"/>
            <a:chExt cx="2415835" cy="179966"/>
          </a:xfrm>
        </p:grpSpPr>
        <p:sp>
          <p:nvSpPr>
            <p:cNvPr id="108" name="사각형: 둥근 모서리 107">
              <a:extLst>
                <a:ext uri="{FF2B5EF4-FFF2-40B4-BE49-F238E27FC236}">
                  <a16:creationId xmlns:a16="http://schemas.microsoft.com/office/drawing/2014/main" id="{0BF50313-B10C-9FF4-747E-09F1DDF07BB0}"/>
                </a:ext>
              </a:extLst>
            </p:cNvPr>
            <p:cNvSpPr/>
            <p:nvPr/>
          </p:nvSpPr>
          <p:spPr>
            <a:xfrm>
              <a:off x="3010239" y="1555758"/>
              <a:ext cx="2415835"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B81B62F3-DA62-00E9-CC27-8B6C8530F20D}"/>
                </a:ext>
              </a:extLst>
            </p:cNvPr>
            <p:cNvGrpSpPr/>
            <p:nvPr/>
          </p:nvGrpSpPr>
          <p:grpSpPr>
            <a:xfrm>
              <a:off x="5258952" y="1557794"/>
              <a:ext cx="167122" cy="175522"/>
              <a:chOff x="-1190172" y="605806"/>
              <a:chExt cx="323151" cy="339394"/>
            </a:xfrm>
          </p:grpSpPr>
          <p:sp>
            <p:nvSpPr>
              <p:cNvPr id="146" name="사각형: 둥근 모서리 145">
                <a:extLst>
                  <a:ext uri="{FF2B5EF4-FFF2-40B4-BE49-F238E27FC236}">
                    <a16:creationId xmlns:a16="http://schemas.microsoft.com/office/drawing/2014/main" id="{A3233E68-91BF-34A0-3636-CA5E7A4C16A1}"/>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56DB870C-1FA0-98DE-4EFE-746EACF3A2E8}"/>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28C4A3BE-3F08-0669-259D-213F82046553}"/>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20FE1D78-FEA3-6386-FDB8-0B5194EBFC63}"/>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pic>
        <p:nvPicPr>
          <p:cNvPr id="199" name="그림 198">
            <a:extLst>
              <a:ext uri="{FF2B5EF4-FFF2-40B4-BE49-F238E27FC236}">
                <a16:creationId xmlns:a16="http://schemas.microsoft.com/office/drawing/2014/main" id="{3BEAC942-131B-EF9D-3B95-1FDA4C05CDCC}"/>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3FC2C1B0-F5A3-905E-27F1-A5C6C473148C}"/>
              </a:ext>
            </a:extLst>
          </p:cNvPr>
          <p:cNvSpPr txBox="1"/>
          <p:nvPr/>
        </p:nvSpPr>
        <p:spPr>
          <a:xfrm>
            <a:off x="1738136" y="2011509"/>
            <a:ext cx="1327187" cy="230832"/>
          </a:xfrm>
          <a:prstGeom prst="rect">
            <a:avLst/>
          </a:prstGeom>
          <a:noFill/>
        </p:spPr>
        <p:txBody>
          <a:bodyPr wrap="square" rtlCol="0">
            <a:spAutoFit/>
          </a:bodyPr>
          <a:lstStyle/>
          <a:p>
            <a:r>
              <a:rPr lang="ko-KR" altLang="en-US" sz="900" dirty="0"/>
              <a:t>알림</a:t>
            </a:r>
            <a:r>
              <a:rPr lang="en-US" altLang="ko-KR" sz="900" dirty="0"/>
              <a:t>(23)</a:t>
            </a:r>
            <a:endParaRPr lang="ko-KR" altLang="en-US" sz="900" dirty="0"/>
          </a:p>
        </p:txBody>
      </p:sp>
      <p:pic>
        <p:nvPicPr>
          <p:cNvPr id="236" name="그림 235">
            <a:extLst>
              <a:ext uri="{FF2B5EF4-FFF2-40B4-BE49-F238E27FC236}">
                <a16:creationId xmlns:a16="http://schemas.microsoft.com/office/drawing/2014/main" id="{FAA6DAF7-4972-F912-71BB-B7350F6E9504}"/>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7BB6C171-B2AE-2294-3BEB-3D078DBD18DB}"/>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3AF13D86-5EC8-12CE-482B-3EBB8B3B2A34}"/>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DDDEB667-32EC-166F-65A5-7CBA39AB85B6}"/>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ABF465E7-EDC4-01F0-6EB5-D95A7EBEA4EA}"/>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37AE2FAA-565E-AE92-A451-003704E4D4BD}"/>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DE9D6705-69DB-FCFF-DEF4-320E4AC983AE}"/>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8B2E4622-1060-6A19-6320-35470BF72DC3}"/>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14614809-9638-00BB-7AF8-60066A9BEB9D}"/>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90E3222F-BE20-7BFC-DCAD-63B3D6B5FDD7}"/>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F062FA01-D211-8498-34EF-5516BB07CE22}"/>
              </a:ext>
            </a:extLst>
          </p:cNvPr>
          <p:cNvGraphicFramePr>
            <a:graphicFrameLocks noGrp="1"/>
          </p:cNvGraphicFramePr>
          <p:nvPr>
            <p:extLst>
              <p:ext uri="{D42A27DB-BD31-4B8C-83A1-F6EECF244321}">
                <p14:modId xmlns:p14="http://schemas.microsoft.com/office/powerpoint/2010/main" val="62067863"/>
              </p:ext>
            </p:extLst>
          </p:nvPr>
        </p:nvGraphicFramePr>
        <p:xfrm>
          <a:off x="10020525" y="754151"/>
          <a:ext cx="1997267" cy="2807028"/>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알림 발송 내역 관리 목록 </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881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발송 알림  검색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분류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성공</a:t>
                      </a: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실패 분류 선택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800" b="0" spc="0" baseline="0" dirty="0">
                          <a:solidFill>
                            <a:schemeClr val="tx1"/>
                          </a:solidFill>
                          <a:latin typeface="나눔고딕" panose="020D0604000000000000" pitchFamily="50" charset="-127"/>
                          <a:ea typeface="나눔고딕" panose="020D0604000000000000" pitchFamily="50" charset="-127"/>
                        </a:rPr>
                        <a:t>2</a:t>
                      </a:r>
                      <a:r>
                        <a:rPr lang="ko-KR" altLang="en-US" sz="800" b="0" spc="0" baseline="0" dirty="0">
                          <a:solidFill>
                            <a:schemeClr val="tx1"/>
                          </a:solidFill>
                          <a:latin typeface="나눔고딕" panose="020D0604000000000000" pitchFamily="50" charset="-127"/>
                          <a:ea typeface="나눔고딕" panose="020D0604000000000000" pitchFamily="50" charset="-127"/>
                        </a:rPr>
                        <a:t>자 이상 필수</a:t>
                      </a:r>
                      <a:r>
                        <a:rPr lang="en-US" altLang="ko-KR" sz="800" b="0" spc="0" baseline="0" dirty="0">
                          <a:solidFill>
                            <a:schemeClr val="tx1"/>
                          </a:solidFill>
                          <a:latin typeface="나눔고딕" panose="020D0604000000000000" pitchFamily="50" charset="-127"/>
                          <a:ea typeface="나눔고딕" panose="020D0604000000000000" pitchFamily="50" charset="-127"/>
                        </a:rPr>
                        <a:t>(1-1)</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검색 시 연관검색</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380526">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발송 일자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특정 일자에 발송된 알림 확인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7289573"/>
                  </a:ext>
                </a:extLst>
              </a:tr>
              <a:tr h="42028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신규 발송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신규 발송 </a:t>
                      </a:r>
                      <a:r>
                        <a:rPr lang="ko-KR" altLang="en-US" sz="800" b="0" spc="0" baseline="0" dirty="0" err="1">
                          <a:solidFill>
                            <a:schemeClr val="tx1"/>
                          </a:solidFill>
                          <a:latin typeface="나눔고딕" panose="020D0604000000000000" pitchFamily="50" charset="-127"/>
                          <a:ea typeface="나눔고딕" panose="020D0604000000000000" pitchFamily="50" charset="-127"/>
                        </a:rPr>
                        <a:t>모달</a:t>
                      </a:r>
                      <a:r>
                        <a:rPr lang="ko-KR" altLang="en-US" sz="8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8202638"/>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b="1" spc="0" baseline="0" dirty="0">
                          <a:solidFill>
                            <a:schemeClr val="tx1"/>
                          </a:solidFill>
                          <a:latin typeface="나눔고딕" panose="020D0604000000000000" pitchFamily="50" charset="-127"/>
                          <a:ea typeface="나눔고딕" panose="020D0604000000000000" pitchFamily="50" charset="-127"/>
                        </a:rPr>
                        <a:t>알림 내용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순번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발송 순번</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제목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알림의 제목</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내용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알림의 내용</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발송일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알림의 발송 일자</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결과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알림 처리 결과</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알림은 </a:t>
                      </a:r>
                      <a:r>
                        <a:rPr lang="en-US" altLang="ko-KR" sz="800" b="0" spc="0" baseline="0" dirty="0">
                          <a:solidFill>
                            <a:schemeClr val="tx1"/>
                          </a:solidFill>
                          <a:latin typeface="나눔고딕" panose="020D0604000000000000" pitchFamily="50" charset="-127"/>
                          <a:ea typeface="나눔고딕" panose="020D0604000000000000" pitchFamily="50" charset="-127"/>
                        </a:rPr>
                        <a:t>APP </a:t>
                      </a:r>
                      <a:r>
                        <a:rPr lang="ko-KR" altLang="en-US" sz="800" b="0" spc="0" baseline="0" dirty="0">
                          <a:solidFill>
                            <a:schemeClr val="tx1"/>
                          </a:solidFill>
                          <a:latin typeface="나눔고딕" panose="020D0604000000000000" pitchFamily="50" charset="-127"/>
                          <a:ea typeface="나눔고딕" panose="020D0604000000000000" pitchFamily="50" charset="-127"/>
                        </a:rPr>
                        <a:t>메인으로 연결됨</a:t>
                      </a:r>
                      <a:r>
                        <a:rPr lang="en-US" altLang="ko-KR" sz="800" b="0" spc="0" baseline="0" dirty="0">
                          <a:solidFill>
                            <a:schemeClr val="tx1"/>
                          </a:solidFill>
                          <a:latin typeface="나눔고딕" panose="020D0604000000000000" pitchFamily="50" charset="-127"/>
                          <a:ea typeface="나눔고딕" panose="020D0604000000000000" pitchFamily="50" charset="-127"/>
                        </a:rPr>
                        <a:t>.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71940963"/>
                  </a:ext>
                </a:extLst>
              </a:tr>
            </a:tbl>
          </a:graphicData>
        </a:graphic>
      </p:graphicFrame>
      <p:grpSp>
        <p:nvGrpSpPr>
          <p:cNvPr id="46" name="그룹 45">
            <a:extLst>
              <a:ext uri="{FF2B5EF4-FFF2-40B4-BE49-F238E27FC236}">
                <a16:creationId xmlns:a16="http://schemas.microsoft.com/office/drawing/2014/main" id="{D44F8CC6-4BBF-E6EC-C633-64A937DF3FCD}"/>
              </a:ext>
            </a:extLst>
          </p:cNvPr>
          <p:cNvGrpSpPr/>
          <p:nvPr/>
        </p:nvGrpSpPr>
        <p:grpSpPr>
          <a:xfrm>
            <a:off x="3065323" y="698634"/>
            <a:ext cx="2583800" cy="652363"/>
            <a:chOff x="4095782" y="523450"/>
            <a:chExt cx="2583800" cy="652363"/>
          </a:xfrm>
        </p:grpSpPr>
        <p:sp>
          <p:nvSpPr>
            <p:cNvPr id="47" name="사각형: 둥근 모서리 46">
              <a:extLst>
                <a:ext uri="{FF2B5EF4-FFF2-40B4-BE49-F238E27FC236}">
                  <a16:creationId xmlns:a16="http://schemas.microsoft.com/office/drawing/2014/main" id="{4ABFA1F9-DDF2-6028-A36C-C03E0CF01BB3}"/>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직사각형 47">
              <a:extLst>
                <a:ext uri="{FF2B5EF4-FFF2-40B4-BE49-F238E27FC236}">
                  <a16:creationId xmlns:a16="http://schemas.microsoft.com/office/drawing/2014/main" id="{18A79B8D-FD77-F296-0F96-A11819BD2415}"/>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49" name="사각형: 둥근 모서리 48">
              <a:extLst>
                <a:ext uri="{FF2B5EF4-FFF2-40B4-BE49-F238E27FC236}">
                  <a16:creationId xmlns:a16="http://schemas.microsoft.com/office/drawing/2014/main" id="{1FD45B06-C524-1CBE-A085-A330047FBC03}"/>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50" name="타원 49">
              <a:extLst>
                <a:ext uri="{FF2B5EF4-FFF2-40B4-BE49-F238E27FC236}">
                  <a16:creationId xmlns:a16="http://schemas.microsoft.com/office/drawing/2014/main" id="{4256D7F3-4BA5-0EEA-4A41-6E6F6D845B68}"/>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1-1</a:t>
              </a:r>
              <a:endParaRPr lang="ko-KR" altLang="en-US" sz="800" dirty="0">
                <a:latin typeface="Arial Black" panose="020B0A04020102020204" pitchFamily="34" charset="0"/>
              </a:endParaRPr>
            </a:p>
          </p:txBody>
        </p:sp>
      </p:grpSp>
      <p:sp>
        <p:nvSpPr>
          <p:cNvPr id="22" name="왼쪽 중괄호 21">
            <a:extLst>
              <a:ext uri="{FF2B5EF4-FFF2-40B4-BE49-F238E27FC236}">
                <a16:creationId xmlns:a16="http://schemas.microsoft.com/office/drawing/2014/main" id="{D725FB3F-1C38-2CDB-92B3-1811F7C39E89}"/>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52" name="타원 51">
            <a:extLst>
              <a:ext uri="{FF2B5EF4-FFF2-40B4-BE49-F238E27FC236}">
                <a16:creationId xmlns:a16="http://schemas.microsoft.com/office/drawing/2014/main" id="{3F8B33F0-2BB2-094A-D0EB-89627D763EA5}"/>
              </a:ext>
            </a:extLst>
          </p:cNvPr>
          <p:cNvSpPr/>
          <p:nvPr/>
        </p:nvSpPr>
        <p:spPr>
          <a:xfrm>
            <a:off x="1528340" y="277762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53" name="타원 52">
            <a:extLst>
              <a:ext uri="{FF2B5EF4-FFF2-40B4-BE49-F238E27FC236}">
                <a16:creationId xmlns:a16="http://schemas.microsoft.com/office/drawing/2014/main" id="{AF58450C-FD26-EC3B-A5FD-E38B619E2569}"/>
              </a:ext>
            </a:extLst>
          </p:cNvPr>
          <p:cNvSpPr/>
          <p:nvPr/>
        </p:nvSpPr>
        <p:spPr>
          <a:xfrm>
            <a:off x="8720478" y="186041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4" name="TextBox 3">
            <a:extLst>
              <a:ext uri="{FF2B5EF4-FFF2-40B4-BE49-F238E27FC236}">
                <a16:creationId xmlns:a16="http://schemas.microsoft.com/office/drawing/2014/main" id="{0D94A64F-9CF0-65F1-F206-70B9AA6CEB29}"/>
              </a:ext>
            </a:extLst>
          </p:cNvPr>
          <p:cNvSpPr txBox="1"/>
          <p:nvPr/>
        </p:nvSpPr>
        <p:spPr>
          <a:xfrm>
            <a:off x="5673492" y="1516652"/>
            <a:ext cx="1127999" cy="230832"/>
          </a:xfrm>
          <a:prstGeom prst="rect">
            <a:avLst/>
          </a:prstGeom>
          <a:noFill/>
        </p:spPr>
        <p:txBody>
          <a:bodyPr wrap="square" rtlCol="0">
            <a:spAutoFit/>
          </a:bodyPr>
          <a:lstStyle/>
          <a:p>
            <a:r>
              <a:rPr lang="ko-KR" altLang="en-US" sz="900" dirty="0"/>
              <a:t>발송 일자</a:t>
            </a:r>
          </a:p>
        </p:txBody>
      </p:sp>
      <p:sp>
        <p:nvSpPr>
          <p:cNvPr id="9" name="TextBox 8">
            <a:extLst>
              <a:ext uri="{FF2B5EF4-FFF2-40B4-BE49-F238E27FC236}">
                <a16:creationId xmlns:a16="http://schemas.microsoft.com/office/drawing/2014/main" id="{94B497E9-DC66-4CA9-F8D2-87AF05EF0D0A}"/>
              </a:ext>
            </a:extLst>
          </p:cNvPr>
          <p:cNvSpPr txBox="1"/>
          <p:nvPr/>
        </p:nvSpPr>
        <p:spPr>
          <a:xfrm>
            <a:off x="7036126" y="1500098"/>
            <a:ext cx="222651" cy="230832"/>
          </a:xfrm>
          <a:prstGeom prst="rect">
            <a:avLst/>
          </a:prstGeom>
          <a:noFill/>
        </p:spPr>
        <p:txBody>
          <a:bodyPr wrap="square" rtlCol="0">
            <a:spAutoFit/>
          </a:bodyPr>
          <a:lstStyle/>
          <a:p>
            <a:r>
              <a:rPr lang="en-US" altLang="ko-KR" sz="900"/>
              <a:t>~</a:t>
            </a:r>
            <a:endParaRPr lang="ko-KR" altLang="en-US" sz="900"/>
          </a:p>
        </p:txBody>
      </p:sp>
      <p:grpSp>
        <p:nvGrpSpPr>
          <p:cNvPr id="45" name="그룹 44">
            <a:extLst>
              <a:ext uri="{FF2B5EF4-FFF2-40B4-BE49-F238E27FC236}">
                <a16:creationId xmlns:a16="http://schemas.microsoft.com/office/drawing/2014/main" id="{EC1CC8AD-5C71-ED3C-67E8-1E3E8232CDEC}"/>
              </a:ext>
            </a:extLst>
          </p:cNvPr>
          <p:cNvGrpSpPr/>
          <p:nvPr/>
        </p:nvGrpSpPr>
        <p:grpSpPr>
          <a:xfrm>
            <a:off x="6304684" y="1532916"/>
            <a:ext cx="740873" cy="184666"/>
            <a:chOff x="5388128" y="1545668"/>
            <a:chExt cx="740873" cy="184666"/>
          </a:xfrm>
        </p:grpSpPr>
        <p:sp>
          <p:nvSpPr>
            <p:cNvPr id="57" name="TextBox 56">
              <a:extLst>
                <a:ext uri="{FF2B5EF4-FFF2-40B4-BE49-F238E27FC236}">
                  <a16:creationId xmlns:a16="http://schemas.microsoft.com/office/drawing/2014/main" id="{4D273650-0ACF-500C-B041-828D06446EFA}"/>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58" name="그림 57">
              <a:extLst>
                <a:ext uri="{FF2B5EF4-FFF2-40B4-BE49-F238E27FC236}">
                  <a16:creationId xmlns:a16="http://schemas.microsoft.com/office/drawing/2014/main" id="{11775A20-31A8-5A8B-61C6-3CE3AA84A5A2}"/>
                </a:ext>
              </a:extLst>
            </p:cNvPr>
            <p:cNvPicPr>
              <a:picLocks noChangeAspect="1"/>
            </p:cNvPicPr>
            <p:nvPr/>
          </p:nvPicPr>
          <p:blipFill>
            <a:blip r:embed="rId3"/>
            <a:stretch>
              <a:fillRect/>
            </a:stretch>
          </p:blipFill>
          <p:spPr>
            <a:xfrm>
              <a:off x="5974767" y="1577476"/>
              <a:ext cx="119335" cy="133655"/>
            </a:xfrm>
            <a:prstGeom prst="rect">
              <a:avLst/>
            </a:prstGeom>
          </p:spPr>
        </p:pic>
      </p:grpSp>
      <p:grpSp>
        <p:nvGrpSpPr>
          <p:cNvPr id="59" name="그룹 58">
            <a:extLst>
              <a:ext uri="{FF2B5EF4-FFF2-40B4-BE49-F238E27FC236}">
                <a16:creationId xmlns:a16="http://schemas.microsoft.com/office/drawing/2014/main" id="{C38AAEE0-6A9C-9232-325A-6C4DD557A234}"/>
              </a:ext>
            </a:extLst>
          </p:cNvPr>
          <p:cNvGrpSpPr/>
          <p:nvPr/>
        </p:nvGrpSpPr>
        <p:grpSpPr>
          <a:xfrm>
            <a:off x="7278492" y="1532120"/>
            <a:ext cx="740873" cy="184666"/>
            <a:chOff x="6361936" y="1544872"/>
            <a:chExt cx="740873" cy="184666"/>
          </a:xfrm>
        </p:grpSpPr>
        <p:sp>
          <p:nvSpPr>
            <p:cNvPr id="60" name="TextBox 59">
              <a:extLst>
                <a:ext uri="{FF2B5EF4-FFF2-40B4-BE49-F238E27FC236}">
                  <a16:creationId xmlns:a16="http://schemas.microsoft.com/office/drawing/2014/main" id="{91772E60-3813-BC50-4EEC-EF24EAB62FB0}"/>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1" name="그림 60">
              <a:extLst>
                <a:ext uri="{FF2B5EF4-FFF2-40B4-BE49-F238E27FC236}">
                  <a16:creationId xmlns:a16="http://schemas.microsoft.com/office/drawing/2014/main" id="{CC7C0B58-8FB9-E551-9A87-F22E4B55E862}"/>
                </a:ext>
              </a:extLst>
            </p:cNvPr>
            <p:cNvPicPr>
              <a:picLocks noChangeAspect="1"/>
            </p:cNvPicPr>
            <p:nvPr/>
          </p:nvPicPr>
          <p:blipFill>
            <a:blip r:embed="rId3"/>
            <a:stretch>
              <a:fillRect/>
            </a:stretch>
          </p:blipFill>
          <p:spPr>
            <a:xfrm>
              <a:off x="6947898" y="1573567"/>
              <a:ext cx="119335" cy="133655"/>
            </a:xfrm>
            <a:prstGeom prst="rect">
              <a:avLst/>
            </a:prstGeom>
          </p:spPr>
        </p:pic>
      </p:grpSp>
      <p:sp>
        <p:nvSpPr>
          <p:cNvPr id="62" name="타원 61">
            <a:extLst>
              <a:ext uri="{FF2B5EF4-FFF2-40B4-BE49-F238E27FC236}">
                <a16:creationId xmlns:a16="http://schemas.microsoft.com/office/drawing/2014/main" id="{C3E9DF05-442B-C120-1164-C0361251B1B0}"/>
              </a:ext>
            </a:extLst>
          </p:cNvPr>
          <p:cNvSpPr/>
          <p:nvPr/>
        </p:nvSpPr>
        <p:spPr>
          <a:xfrm>
            <a:off x="5665171" y="13735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63" name="타원 62">
            <a:extLst>
              <a:ext uri="{FF2B5EF4-FFF2-40B4-BE49-F238E27FC236}">
                <a16:creationId xmlns:a16="http://schemas.microsoft.com/office/drawing/2014/main" id="{947EC39D-A0AD-3A88-22B2-6275074AE2CB}"/>
              </a:ext>
            </a:extLst>
          </p:cNvPr>
          <p:cNvSpPr/>
          <p:nvPr/>
        </p:nvSpPr>
        <p:spPr>
          <a:xfrm>
            <a:off x="1703138" y="1395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64" name="그룹 63">
            <a:extLst>
              <a:ext uri="{FF2B5EF4-FFF2-40B4-BE49-F238E27FC236}">
                <a16:creationId xmlns:a16="http://schemas.microsoft.com/office/drawing/2014/main" id="{DC749E02-4429-7423-2A7B-CB433D5A5F44}"/>
              </a:ext>
            </a:extLst>
          </p:cNvPr>
          <p:cNvGrpSpPr/>
          <p:nvPr/>
        </p:nvGrpSpPr>
        <p:grpSpPr>
          <a:xfrm>
            <a:off x="2393183" y="1546358"/>
            <a:ext cx="572666" cy="184666"/>
            <a:chOff x="2555866" y="4880762"/>
            <a:chExt cx="794951" cy="198145"/>
          </a:xfrm>
        </p:grpSpPr>
        <p:sp>
          <p:nvSpPr>
            <p:cNvPr id="65" name="TextBox 64">
              <a:extLst>
                <a:ext uri="{FF2B5EF4-FFF2-40B4-BE49-F238E27FC236}">
                  <a16:creationId xmlns:a16="http://schemas.microsoft.com/office/drawing/2014/main" id="{8F9D53D2-10BA-2BBA-A29A-FF48F1DBF087}"/>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6" name="그림 65">
              <a:extLst>
                <a:ext uri="{FF2B5EF4-FFF2-40B4-BE49-F238E27FC236}">
                  <a16:creationId xmlns:a16="http://schemas.microsoft.com/office/drawing/2014/main" id="{84A268B2-AF12-B57A-7C4D-825C26256746}"/>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215437" y="4915845"/>
              <a:ext cx="109107" cy="129889"/>
            </a:xfrm>
            <a:prstGeom prst="rect">
              <a:avLst/>
            </a:prstGeom>
          </p:spPr>
        </p:pic>
      </p:grpSp>
      <p:graphicFrame>
        <p:nvGraphicFramePr>
          <p:cNvPr id="67" name="표 66">
            <a:extLst>
              <a:ext uri="{FF2B5EF4-FFF2-40B4-BE49-F238E27FC236}">
                <a16:creationId xmlns:a16="http://schemas.microsoft.com/office/drawing/2014/main" id="{A3FAA47A-43DA-226B-CA4C-F09847BE965D}"/>
              </a:ext>
            </a:extLst>
          </p:cNvPr>
          <p:cNvGraphicFramePr>
            <a:graphicFrameLocks/>
          </p:cNvGraphicFramePr>
          <p:nvPr>
            <p:extLst>
              <p:ext uri="{D42A27DB-BD31-4B8C-83A1-F6EECF244321}">
                <p14:modId xmlns:p14="http://schemas.microsoft.com/office/powerpoint/2010/main" val="3920056907"/>
              </p:ext>
            </p:extLst>
          </p:nvPr>
        </p:nvGraphicFramePr>
        <p:xfrm>
          <a:off x="2391689" y="1747620"/>
          <a:ext cx="571524" cy="628314"/>
        </p:xfrm>
        <a:graphic>
          <a:graphicData uri="http://schemas.openxmlformats.org/drawingml/2006/table">
            <a:tbl>
              <a:tblPr firstRow="1" bandRow="1">
                <a:tableStyleId>{5940675A-B579-460E-94D1-54222C63F5DA}</a:tableStyleId>
              </a:tblPr>
              <a:tblGrid>
                <a:gridCol w="571524">
                  <a:extLst>
                    <a:ext uri="{9D8B030D-6E8A-4147-A177-3AD203B41FA5}">
                      <a16:colId xmlns:a16="http://schemas.microsoft.com/office/drawing/2014/main" val="412119060"/>
                    </a:ext>
                  </a:extLst>
                </a:gridCol>
              </a:tblGrid>
              <a:tr h="209438">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성공</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실패</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25315241"/>
                  </a:ext>
                </a:extLst>
              </a:tr>
            </a:tbl>
          </a:graphicData>
        </a:graphic>
      </p:graphicFrame>
    </p:spTree>
    <p:extLst>
      <p:ext uri="{BB962C8B-B14F-4D97-AF65-F5344CB8AC3E}">
        <p14:creationId xmlns:p14="http://schemas.microsoft.com/office/powerpoint/2010/main" val="24255199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AAC04-C889-D3B2-6885-45180291174E}"/>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65AB6505-0544-49E1-32C0-8E5CB3396587}"/>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17047835-29AD-D708-8D14-D24835F24DC1}"/>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AEF3FACA-D3DF-3D5F-47FD-04B8B3583154}"/>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BA121645-1D5B-D898-2EAA-9555246D0B15}"/>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5F0005F7-6E5F-D2D2-218F-1FF4034ABAC0}"/>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863382BC-E624-F602-2807-95A04C1739A2}"/>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582EC79F-799A-D906-477B-FAD000307F87}"/>
              </a:ext>
            </a:extLst>
          </p:cNvPr>
          <p:cNvGraphicFramePr>
            <a:graphicFrameLocks noGrp="1"/>
          </p:cNvGraphicFramePr>
          <p:nvPr/>
        </p:nvGraphicFramePr>
        <p:xfrm>
          <a:off x="1877224" y="2302658"/>
          <a:ext cx="7726816" cy="3950504"/>
        </p:xfrm>
        <a:graphic>
          <a:graphicData uri="http://schemas.openxmlformats.org/drawingml/2006/table">
            <a:tbl>
              <a:tblPr firstRow="1" bandRow="1">
                <a:tableStyleId>{F2DE63D5-997A-4646-A377-4702673A728D}</a:tableStyleId>
              </a:tblPr>
              <a:tblGrid>
                <a:gridCol w="865166">
                  <a:extLst>
                    <a:ext uri="{9D8B030D-6E8A-4147-A177-3AD203B41FA5}">
                      <a16:colId xmlns:a16="http://schemas.microsoft.com/office/drawing/2014/main" val="70353123"/>
                    </a:ext>
                  </a:extLst>
                </a:gridCol>
                <a:gridCol w="1324134">
                  <a:extLst>
                    <a:ext uri="{9D8B030D-6E8A-4147-A177-3AD203B41FA5}">
                      <a16:colId xmlns:a16="http://schemas.microsoft.com/office/drawing/2014/main" val="4036531476"/>
                    </a:ext>
                  </a:extLst>
                </a:gridCol>
                <a:gridCol w="2823694">
                  <a:extLst>
                    <a:ext uri="{9D8B030D-6E8A-4147-A177-3AD203B41FA5}">
                      <a16:colId xmlns:a16="http://schemas.microsoft.com/office/drawing/2014/main" val="3520776532"/>
                    </a:ext>
                  </a:extLst>
                </a:gridCol>
                <a:gridCol w="1480266">
                  <a:extLst>
                    <a:ext uri="{9D8B030D-6E8A-4147-A177-3AD203B41FA5}">
                      <a16:colId xmlns:a16="http://schemas.microsoft.com/office/drawing/2014/main" val="3753115841"/>
                    </a:ext>
                  </a:extLst>
                </a:gridCol>
                <a:gridCol w="1233556">
                  <a:extLst>
                    <a:ext uri="{9D8B030D-6E8A-4147-A177-3AD203B41FA5}">
                      <a16:colId xmlns:a16="http://schemas.microsoft.com/office/drawing/2014/main" val="4107981296"/>
                    </a:ext>
                  </a:extLst>
                </a:gridCol>
              </a:tblGrid>
              <a:tr h="438880">
                <a:tc>
                  <a:txBody>
                    <a:bodyPr/>
                    <a:lstStyle/>
                    <a:p>
                      <a:pPr algn="ctr" latinLnBrk="1"/>
                      <a:r>
                        <a:rPr lang="ko-KR" altLang="en-US" sz="800" dirty="0">
                          <a:solidFill>
                            <a:schemeClr val="tx1"/>
                          </a:solidFill>
                        </a:rPr>
                        <a:t>순번</a:t>
                      </a:r>
                    </a:p>
                  </a:txBody>
                  <a:tcPr marL="0" marR="0" anchor="ctr">
                    <a:noFill/>
                  </a:tcPr>
                </a:tc>
                <a:tc>
                  <a:txBody>
                    <a:bodyPr/>
                    <a:lstStyle/>
                    <a:p>
                      <a:pPr algn="ctr" latinLnBrk="1"/>
                      <a:r>
                        <a:rPr lang="ko-KR" altLang="en-US" sz="800" dirty="0">
                          <a:solidFill>
                            <a:schemeClr val="tx1"/>
                          </a:solidFill>
                        </a:rPr>
                        <a:t>제목</a:t>
                      </a:r>
                    </a:p>
                  </a:txBody>
                  <a:tcPr marL="0" marR="0" anchor="ctr">
                    <a:noFill/>
                  </a:tcPr>
                </a:tc>
                <a:tc>
                  <a:txBody>
                    <a:bodyPr/>
                    <a:lstStyle/>
                    <a:p>
                      <a:pPr algn="ctr" latinLnBrk="1"/>
                      <a:r>
                        <a:rPr lang="ko-KR" altLang="en-US" sz="800" dirty="0">
                          <a:solidFill>
                            <a:schemeClr val="tx1"/>
                          </a:solidFill>
                        </a:rPr>
                        <a:t>내용</a:t>
                      </a:r>
                    </a:p>
                  </a:txBody>
                  <a:tcPr marL="0" marR="0" anchor="ctr">
                    <a:noFill/>
                  </a:tcPr>
                </a:tc>
                <a:tc>
                  <a:txBody>
                    <a:bodyPr/>
                    <a:lstStyle/>
                    <a:p>
                      <a:pPr algn="ctr" latinLnBrk="1"/>
                      <a:r>
                        <a:rPr lang="ko-KR" altLang="en-US" sz="800" dirty="0">
                          <a:solidFill>
                            <a:schemeClr val="tx1"/>
                          </a:solidFill>
                        </a:rPr>
                        <a:t>발송일</a:t>
                      </a:r>
                    </a:p>
                  </a:txBody>
                  <a:tcPr marL="0" marR="0" anchor="ctr">
                    <a:noFill/>
                  </a:tcPr>
                </a:tc>
                <a:tc>
                  <a:txBody>
                    <a:bodyPr/>
                    <a:lstStyle/>
                    <a:p>
                      <a:pPr algn="ctr" latinLnBrk="1"/>
                      <a:r>
                        <a:rPr lang="ko-KR" altLang="en-US" sz="800" dirty="0">
                          <a:solidFill>
                            <a:schemeClr val="tx1"/>
                          </a:solidFill>
                        </a:rPr>
                        <a:t>결과</a:t>
                      </a:r>
                    </a:p>
                  </a:txBody>
                  <a:tcPr marL="0" marR="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23</a:t>
                      </a:r>
                      <a:endParaRPr lang="ko-KR" altLang="en-US" sz="700" dirty="0">
                        <a:solidFill>
                          <a:schemeClr val="tx1"/>
                        </a:solidFill>
                      </a:endParaRPr>
                    </a:p>
                  </a:txBody>
                  <a:tcPr marL="0" marR="0" anchor="ctr"/>
                </a:tc>
                <a:tc>
                  <a:txBody>
                    <a:bodyPr/>
                    <a:lstStyle/>
                    <a:p>
                      <a:pPr algn="ctr"/>
                      <a:r>
                        <a:rPr lang="ko-KR" altLang="en-US" sz="700" dirty="0"/>
                        <a:t>점심</a:t>
                      </a:r>
                      <a:r>
                        <a:rPr lang="en-US" altLang="ko-KR" sz="700" dirty="0"/>
                        <a:t>!</a:t>
                      </a:r>
                      <a:endParaRPr lang="ko-KR" altLang="en-US" sz="700" dirty="0"/>
                    </a:p>
                  </a:txBody>
                  <a:tcPr anchor="ctr"/>
                </a:tc>
                <a:tc>
                  <a:txBody>
                    <a:bodyPr/>
                    <a:lstStyle/>
                    <a:p>
                      <a:pPr algn="ctr" latinLnBrk="1"/>
                      <a:r>
                        <a:rPr lang="ko-KR" altLang="en-US" sz="800" dirty="0"/>
                        <a:t>오늘 점심은 된장찌개 어때요</a:t>
                      </a:r>
                      <a:r>
                        <a:rPr lang="en-US" altLang="ko-KR" sz="800" dirty="0"/>
                        <a:t>? </a:t>
                      </a:r>
                      <a:r>
                        <a:rPr lang="ko-KR" altLang="en-US" sz="800" dirty="0"/>
                        <a:t>따뜻하게 </a:t>
                      </a:r>
                      <a:r>
                        <a:rPr lang="ko-KR" altLang="en-US" sz="800" dirty="0" err="1"/>
                        <a:t>챙겨드세요</a:t>
                      </a:r>
                      <a:r>
                        <a:rPr lang="ko-KR" altLang="en-US" sz="800" dirty="0"/>
                        <a:t> </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성공</a:t>
                      </a:r>
                    </a:p>
                  </a:txBody>
                  <a:tcPr marL="0" marR="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22</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그거 아시나요</a:t>
                      </a:r>
                    </a:p>
                  </a:txBody>
                  <a:tcPr marL="0" marR="0" anchor="ctr"/>
                </a:tc>
                <a:tc>
                  <a:txBody>
                    <a:bodyPr/>
                    <a:lstStyle/>
                    <a:p>
                      <a:pPr algn="ctr" latinLnBrk="1"/>
                      <a:r>
                        <a:rPr lang="ko-KR" altLang="en-US" sz="800" dirty="0"/>
                        <a:t>오늘은 미세먼지가 많아요</a:t>
                      </a:r>
                      <a:r>
                        <a:rPr lang="en-US" altLang="ko-KR" sz="800" dirty="0"/>
                        <a:t>. </a:t>
                      </a:r>
                      <a:r>
                        <a:rPr lang="ko-KR" altLang="en-US" sz="800" dirty="0"/>
                        <a:t>마스크 꼭 챙기세요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21</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algn="ctr" latinLnBrk="1"/>
                      <a:r>
                        <a:rPr lang="ko-KR" altLang="en-US" sz="800" dirty="0"/>
                        <a:t>가볍게 산책 나가보는 건 어때요</a:t>
                      </a:r>
                      <a:r>
                        <a:rPr lang="en-US" altLang="ko-KR" sz="800" dirty="0"/>
                        <a:t>? </a:t>
                      </a:r>
                      <a:r>
                        <a:rPr lang="ko-KR" altLang="en-US" sz="800" dirty="0"/>
                        <a:t>스트레칭도 좋아요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오늘도 반가워요</a:t>
                      </a:r>
                      <a:r>
                        <a:rPr lang="en-US" altLang="ko-KR" sz="800" dirty="0"/>
                        <a:t>! </a:t>
                      </a:r>
                      <a:r>
                        <a:rPr lang="ko-KR" altLang="en-US" sz="800" dirty="0"/>
                        <a:t>행복한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a:t>
                      </a:r>
                      <a:endParaRPr lang="ko-KR" altLang="en-US" sz="700" dirty="0">
                        <a:solidFill>
                          <a:schemeClr val="tx1"/>
                        </a:solidFill>
                      </a:endParaRPr>
                    </a:p>
                  </a:txBody>
                  <a:tcPr marL="0" marR="0" anchor="ctr"/>
                </a:tc>
                <a:tc>
                  <a:txBody>
                    <a:bodyPr/>
                    <a:lstStyle/>
                    <a:p>
                      <a:pPr algn="ctr" latinLnBrk="1"/>
                      <a:r>
                        <a:rPr lang="ko-KR" altLang="en-US" sz="700" dirty="0" err="1">
                          <a:solidFill>
                            <a:schemeClr val="tx1"/>
                          </a:solidFill>
                        </a:rPr>
                        <a:t>든든하이</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좋은 아침입니다</a:t>
                      </a:r>
                      <a:r>
                        <a:rPr lang="en-US" altLang="ko-KR" sz="800" dirty="0"/>
                        <a:t>. </a:t>
                      </a:r>
                      <a:r>
                        <a:rPr lang="ko-KR" altLang="en-US" sz="800" dirty="0"/>
                        <a:t>활기찬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18</a:t>
                      </a:r>
                      <a:endParaRPr lang="ko-KR" altLang="en-US" sz="700" dirty="0">
                        <a:solidFill>
                          <a:schemeClr val="tx1"/>
                        </a:solidFill>
                      </a:endParaRPr>
                    </a:p>
                  </a:txBody>
                  <a:tcPr marL="0" marR="0" anchor="ctr"/>
                </a:tc>
                <a:tc>
                  <a:txBody>
                    <a:bodyPr/>
                    <a:lstStyle/>
                    <a:p>
                      <a:pPr algn="ctr"/>
                      <a:r>
                        <a:rPr lang="ko-KR" altLang="en-US" sz="700" dirty="0"/>
                        <a:t>있잖아요</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오늘 같이 경로당 </a:t>
                      </a:r>
                      <a:r>
                        <a:rPr kumimoji="0" lang="ko-KR" altLang="en-US" sz="8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가실래요</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성공</a:t>
                      </a:r>
                    </a:p>
                  </a:txBody>
                  <a:tcPr marL="0" marR="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가볍게 팔 돌리고</a:t>
                      </a:r>
                      <a:r>
                        <a:rPr lang="en-US" altLang="ko-KR" sz="800" dirty="0"/>
                        <a:t>, </a:t>
                      </a:r>
                      <a:r>
                        <a:rPr lang="ko-KR" altLang="en-US" sz="800" dirty="0"/>
                        <a:t>어깨도 펴보세요</a:t>
                      </a:r>
                      <a:r>
                        <a:rPr lang="en-US" altLang="ko-KR" sz="800" dirty="0"/>
                        <a:t>! </a:t>
                      </a:r>
                      <a:r>
                        <a:rPr lang="ko-KR" altLang="en-US" sz="800" dirty="0"/>
                        <a:t>뻐근함이 </a:t>
                      </a:r>
                      <a:r>
                        <a:rPr lang="ko-KR" altLang="en-US" sz="800" dirty="0" err="1"/>
                        <a:t>풀려요</a:t>
                      </a:r>
                      <a:r>
                        <a:rPr lang="ko-KR" altLang="en-US" sz="800" dirty="0"/>
                        <a:t>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비 소식 있어요</a:t>
                      </a:r>
                      <a:r>
                        <a:rPr lang="en-US" altLang="ko-KR" sz="800" dirty="0"/>
                        <a:t>. </a:t>
                      </a:r>
                      <a:r>
                        <a:rPr lang="ko-KR" altLang="en-US" sz="800" dirty="0"/>
                        <a:t>외출하실 땐 우산 꼭 챙기세요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6E10C508-3311-AB6D-C26A-C0461CFE3E51}"/>
              </a:ext>
            </a:extLst>
          </p:cNvPr>
          <p:cNvSpPr txBox="1"/>
          <p:nvPr/>
        </p:nvSpPr>
        <p:spPr>
          <a:xfrm>
            <a:off x="1640018" y="1080043"/>
            <a:ext cx="1540806"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알림 발송 관리 </a:t>
            </a:r>
          </a:p>
        </p:txBody>
      </p:sp>
      <p:sp>
        <p:nvSpPr>
          <p:cNvPr id="76" name="사각형: 둥근 모서리 75">
            <a:hlinkClick r:id="" action="ppaction://noaction"/>
            <a:extLst>
              <a:ext uri="{FF2B5EF4-FFF2-40B4-BE49-F238E27FC236}">
                <a16:creationId xmlns:a16="http://schemas.microsoft.com/office/drawing/2014/main" id="{48A44DF5-66D7-F7AA-FAAB-0ACC895C5288}"/>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발송</a:t>
            </a:r>
          </a:p>
        </p:txBody>
      </p:sp>
      <p:sp>
        <p:nvSpPr>
          <p:cNvPr id="87" name="TextBox 86">
            <a:extLst>
              <a:ext uri="{FF2B5EF4-FFF2-40B4-BE49-F238E27FC236}">
                <a16:creationId xmlns:a16="http://schemas.microsoft.com/office/drawing/2014/main" id="{51C2E5BE-0026-C4CF-AF43-89D9F64F31D9}"/>
              </a:ext>
            </a:extLst>
          </p:cNvPr>
          <p:cNvSpPr txBox="1"/>
          <p:nvPr/>
        </p:nvSpPr>
        <p:spPr>
          <a:xfrm>
            <a:off x="1761990" y="1530094"/>
            <a:ext cx="1127999" cy="230832"/>
          </a:xfrm>
          <a:prstGeom prst="rect">
            <a:avLst/>
          </a:prstGeom>
          <a:noFill/>
        </p:spPr>
        <p:txBody>
          <a:bodyPr wrap="square" rtlCol="0">
            <a:spAutoFit/>
          </a:bodyPr>
          <a:lstStyle/>
          <a:p>
            <a:r>
              <a:rPr lang="ko-KR" altLang="en-US" sz="900" dirty="0"/>
              <a:t>알림 검색</a:t>
            </a:r>
          </a:p>
        </p:txBody>
      </p:sp>
      <p:grpSp>
        <p:nvGrpSpPr>
          <p:cNvPr id="21" name="그룹 20">
            <a:extLst>
              <a:ext uri="{FF2B5EF4-FFF2-40B4-BE49-F238E27FC236}">
                <a16:creationId xmlns:a16="http://schemas.microsoft.com/office/drawing/2014/main" id="{F54ED667-CF2E-5FAE-41F1-06D6282B89FC}"/>
              </a:ext>
            </a:extLst>
          </p:cNvPr>
          <p:cNvGrpSpPr/>
          <p:nvPr/>
        </p:nvGrpSpPr>
        <p:grpSpPr>
          <a:xfrm>
            <a:off x="3065323" y="1555527"/>
            <a:ext cx="2415835" cy="179966"/>
            <a:chOff x="3010239" y="1555758"/>
            <a:chExt cx="2415835" cy="179966"/>
          </a:xfrm>
        </p:grpSpPr>
        <p:sp>
          <p:nvSpPr>
            <p:cNvPr id="108" name="사각형: 둥근 모서리 107">
              <a:extLst>
                <a:ext uri="{FF2B5EF4-FFF2-40B4-BE49-F238E27FC236}">
                  <a16:creationId xmlns:a16="http://schemas.microsoft.com/office/drawing/2014/main" id="{F3FC8304-850C-61DA-627B-2CE8E09E4FAA}"/>
                </a:ext>
              </a:extLst>
            </p:cNvPr>
            <p:cNvSpPr/>
            <p:nvPr/>
          </p:nvSpPr>
          <p:spPr>
            <a:xfrm>
              <a:off x="3010239" y="1555758"/>
              <a:ext cx="2415835"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19F662A6-14C2-E22D-0B2F-61E95B30DAF7}"/>
                </a:ext>
              </a:extLst>
            </p:cNvPr>
            <p:cNvGrpSpPr/>
            <p:nvPr/>
          </p:nvGrpSpPr>
          <p:grpSpPr>
            <a:xfrm>
              <a:off x="5258952" y="1557794"/>
              <a:ext cx="167122" cy="175522"/>
              <a:chOff x="-1190172" y="605806"/>
              <a:chExt cx="323151" cy="339394"/>
            </a:xfrm>
          </p:grpSpPr>
          <p:sp>
            <p:nvSpPr>
              <p:cNvPr id="146" name="사각형: 둥근 모서리 145">
                <a:extLst>
                  <a:ext uri="{FF2B5EF4-FFF2-40B4-BE49-F238E27FC236}">
                    <a16:creationId xmlns:a16="http://schemas.microsoft.com/office/drawing/2014/main" id="{65B6C1AE-90A5-5F40-6D11-D87A4B26C268}"/>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98B96085-2956-73C1-EAEE-EC34A4F58E2F}"/>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231188AE-6943-268F-B139-C5F52E9B68BD}"/>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F751628D-4AAF-B757-A61C-5B7B0E0E8104}"/>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pic>
        <p:nvPicPr>
          <p:cNvPr id="199" name="그림 198">
            <a:extLst>
              <a:ext uri="{FF2B5EF4-FFF2-40B4-BE49-F238E27FC236}">
                <a16:creationId xmlns:a16="http://schemas.microsoft.com/office/drawing/2014/main" id="{CE5EC55B-F2C1-1E89-9CD4-97F3EA94E531}"/>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C0428FCD-4195-4766-97D4-7486B67E18A6}"/>
              </a:ext>
            </a:extLst>
          </p:cNvPr>
          <p:cNvSpPr txBox="1"/>
          <p:nvPr/>
        </p:nvSpPr>
        <p:spPr>
          <a:xfrm>
            <a:off x="1738136" y="2011509"/>
            <a:ext cx="1327187" cy="230832"/>
          </a:xfrm>
          <a:prstGeom prst="rect">
            <a:avLst/>
          </a:prstGeom>
          <a:noFill/>
        </p:spPr>
        <p:txBody>
          <a:bodyPr wrap="square" rtlCol="0">
            <a:spAutoFit/>
          </a:bodyPr>
          <a:lstStyle/>
          <a:p>
            <a:r>
              <a:rPr lang="ko-KR" altLang="en-US" sz="900" dirty="0"/>
              <a:t>알림</a:t>
            </a:r>
            <a:r>
              <a:rPr lang="en-US" altLang="ko-KR" sz="900" dirty="0"/>
              <a:t>(23)</a:t>
            </a:r>
            <a:endParaRPr lang="ko-KR" altLang="en-US" sz="900" dirty="0"/>
          </a:p>
        </p:txBody>
      </p:sp>
      <p:pic>
        <p:nvPicPr>
          <p:cNvPr id="236" name="그림 235">
            <a:extLst>
              <a:ext uri="{FF2B5EF4-FFF2-40B4-BE49-F238E27FC236}">
                <a16:creationId xmlns:a16="http://schemas.microsoft.com/office/drawing/2014/main" id="{7BBFD955-8260-7EC7-D314-C0EDCDCF6FDA}"/>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88062506-43E2-77FE-7D1C-5CD164878570}"/>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78B8A5F4-E39B-E67E-D16B-E8BBFC35CD0D}"/>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4AD1B006-F3FE-422B-940D-575D7B9EEBAD}"/>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3E3AC2ED-3DC5-0E69-B20F-6A6020912B3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F37F3C34-6389-CF2D-033F-40C211F3FE58}"/>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676B938A-80E1-7BE3-2691-C50A6C613B4E}"/>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CFFDDB5A-2842-E181-759D-2D14674195BD}"/>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70374E7B-D72C-B0E3-ECF6-7E8AC80681D7}"/>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1F80FA4D-1BDB-4EA5-AFAB-C4A7DAEA1C6F}"/>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F7C9C1AD-6D08-7E6C-0F48-B8425B251A9B}"/>
              </a:ext>
            </a:extLst>
          </p:cNvPr>
          <p:cNvGraphicFramePr>
            <a:graphicFrameLocks noGrp="1"/>
          </p:cNvGraphicFramePr>
          <p:nvPr>
            <p:extLst>
              <p:ext uri="{D42A27DB-BD31-4B8C-83A1-F6EECF244321}">
                <p14:modId xmlns:p14="http://schemas.microsoft.com/office/powerpoint/2010/main" val="2165004799"/>
              </p:ext>
            </p:extLst>
          </p:nvPr>
        </p:nvGraphicFramePr>
        <p:xfrm>
          <a:off x="10020525" y="754151"/>
          <a:ext cx="1997267" cy="97968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알림 발송 </a:t>
                      </a:r>
                      <a:r>
                        <a:rPr kumimoji="0" lang="ko-KR" altLang="en-US" sz="1000" b="1"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모달</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881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발송 알림  </a:t>
                      </a:r>
                      <a:r>
                        <a:rPr lang="ko-KR" altLang="en-US" sz="1000" b="1" spc="0" baseline="0" dirty="0" err="1">
                          <a:solidFill>
                            <a:schemeClr val="tx1"/>
                          </a:solidFill>
                          <a:latin typeface="나눔고딕" panose="020D0604000000000000" pitchFamily="50" charset="-127"/>
                          <a:ea typeface="나눔고딕" panose="020D0604000000000000" pitchFamily="50" charset="-127"/>
                        </a:rPr>
                        <a:t>모달</a:t>
                      </a:r>
                      <a:r>
                        <a:rPr lang="ko-KR" altLang="en-US" sz="1000" b="1" spc="0" baseline="0" dirty="0">
                          <a:solidFill>
                            <a:schemeClr val="tx1"/>
                          </a:solidFill>
                          <a:latin typeface="나눔고딕" panose="020D0604000000000000" pitchFamily="50" charset="-127"/>
                          <a:ea typeface="나눔고딕" panose="020D0604000000000000" pitchFamily="50" charset="-127"/>
                        </a:rPr>
                        <a:t>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알림 제목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알림의 제목</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알림 내용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알림의 내용</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닫기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팝업 닫기</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발송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알림 전송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sp>
        <p:nvSpPr>
          <p:cNvPr id="4" name="TextBox 3">
            <a:extLst>
              <a:ext uri="{FF2B5EF4-FFF2-40B4-BE49-F238E27FC236}">
                <a16:creationId xmlns:a16="http://schemas.microsoft.com/office/drawing/2014/main" id="{32F2A0F4-701E-1C19-8ECD-DCB035DBCA6C}"/>
              </a:ext>
            </a:extLst>
          </p:cNvPr>
          <p:cNvSpPr txBox="1"/>
          <p:nvPr/>
        </p:nvSpPr>
        <p:spPr>
          <a:xfrm>
            <a:off x="5673492" y="1516652"/>
            <a:ext cx="1127999" cy="230832"/>
          </a:xfrm>
          <a:prstGeom prst="rect">
            <a:avLst/>
          </a:prstGeom>
          <a:noFill/>
        </p:spPr>
        <p:txBody>
          <a:bodyPr wrap="square" rtlCol="0">
            <a:spAutoFit/>
          </a:bodyPr>
          <a:lstStyle/>
          <a:p>
            <a:r>
              <a:rPr lang="ko-KR" altLang="en-US" sz="900" dirty="0"/>
              <a:t>발송 일자</a:t>
            </a:r>
          </a:p>
        </p:txBody>
      </p:sp>
      <p:sp>
        <p:nvSpPr>
          <p:cNvPr id="9" name="TextBox 8">
            <a:extLst>
              <a:ext uri="{FF2B5EF4-FFF2-40B4-BE49-F238E27FC236}">
                <a16:creationId xmlns:a16="http://schemas.microsoft.com/office/drawing/2014/main" id="{4972861C-0454-BEB5-964A-988A42E1C937}"/>
              </a:ext>
            </a:extLst>
          </p:cNvPr>
          <p:cNvSpPr txBox="1"/>
          <p:nvPr/>
        </p:nvSpPr>
        <p:spPr>
          <a:xfrm>
            <a:off x="7036126" y="1500098"/>
            <a:ext cx="222651" cy="230832"/>
          </a:xfrm>
          <a:prstGeom prst="rect">
            <a:avLst/>
          </a:prstGeom>
          <a:noFill/>
        </p:spPr>
        <p:txBody>
          <a:bodyPr wrap="square" rtlCol="0">
            <a:spAutoFit/>
          </a:bodyPr>
          <a:lstStyle/>
          <a:p>
            <a:r>
              <a:rPr lang="en-US" altLang="ko-KR" sz="900"/>
              <a:t>~</a:t>
            </a:r>
            <a:endParaRPr lang="ko-KR" altLang="en-US" sz="900"/>
          </a:p>
        </p:txBody>
      </p:sp>
      <p:grpSp>
        <p:nvGrpSpPr>
          <p:cNvPr id="45" name="그룹 44">
            <a:extLst>
              <a:ext uri="{FF2B5EF4-FFF2-40B4-BE49-F238E27FC236}">
                <a16:creationId xmlns:a16="http://schemas.microsoft.com/office/drawing/2014/main" id="{92B80E4A-1664-7553-C1B8-EBAC8C350CAB}"/>
              </a:ext>
            </a:extLst>
          </p:cNvPr>
          <p:cNvGrpSpPr/>
          <p:nvPr/>
        </p:nvGrpSpPr>
        <p:grpSpPr>
          <a:xfrm>
            <a:off x="6304684" y="1532916"/>
            <a:ext cx="740873" cy="184666"/>
            <a:chOff x="5388128" y="1545668"/>
            <a:chExt cx="740873" cy="184666"/>
          </a:xfrm>
        </p:grpSpPr>
        <p:sp>
          <p:nvSpPr>
            <p:cNvPr id="57" name="TextBox 56">
              <a:extLst>
                <a:ext uri="{FF2B5EF4-FFF2-40B4-BE49-F238E27FC236}">
                  <a16:creationId xmlns:a16="http://schemas.microsoft.com/office/drawing/2014/main" id="{36687992-1F15-A889-2F67-657B05BAFA96}"/>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58" name="그림 57">
              <a:extLst>
                <a:ext uri="{FF2B5EF4-FFF2-40B4-BE49-F238E27FC236}">
                  <a16:creationId xmlns:a16="http://schemas.microsoft.com/office/drawing/2014/main" id="{ACBA206A-9995-6135-01A3-4EDE0F3175E6}"/>
                </a:ext>
              </a:extLst>
            </p:cNvPr>
            <p:cNvPicPr>
              <a:picLocks noChangeAspect="1"/>
            </p:cNvPicPr>
            <p:nvPr/>
          </p:nvPicPr>
          <p:blipFill>
            <a:blip r:embed="rId3"/>
            <a:stretch>
              <a:fillRect/>
            </a:stretch>
          </p:blipFill>
          <p:spPr>
            <a:xfrm>
              <a:off x="5974767" y="1577476"/>
              <a:ext cx="119335" cy="133655"/>
            </a:xfrm>
            <a:prstGeom prst="rect">
              <a:avLst/>
            </a:prstGeom>
          </p:spPr>
        </p:pic>
      </p:grpSp>
      <p:grpSp>
        <p:nvGrpSpPr>
          <p:cNvPr id="59" name="그룹 58">
            <a:extLst>
              <a:ext uri="{FF2B5EF4-FFF2-40B4-BE49-F238E27FC236}">
                <a16:creationId xmlns:a16="http://schemas.microsoft.com/office/drawing/2014/main" id="{3C5E73F7-2728-3B3B-A910-E8A08838DF5A}"/>
              </a:ext>
            </a:extLst>
          </p:cNvPr>
          <p:cNvGrpSpPr/>
          <p:nvPr/>
        </p:nvGrpSpPr>
        <p:grpSpPr>
          <a:xfrm>
            <a:off x="7278492" y="1532120"/>
            <a:ext cx="740873" cy="184666"/>
            <a:chOff x="6361936" y="1544872"/>
            <a:chExt cx="740873" cy="184666"/>
          </a:xfrm>
        </p:grpSpPr>
        <p:sp>
          <p:nvSpPr>
            <p:cNvPr id="60" name="TextBox 59">
              <a:extLst>
                <a:ext uri="{FF2B5EF4-FFF2-40B4-BE49-F238E27FC236}">
                  <a16:creationId xmlns:a16="http://schemas.microsoft.com/office/drawing/2014/main" id="{148DEED5-D2C0-BEF8-0C79-8797C9F48EE8}"/>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1" name="그림 60">
              <a:extLst>
                <a:ext uri="{FF2B5EF4-FFF2-40B4-BE49-F238E27FC236}">
                  <a16:creationId xmlns:a16="http://schemas.microsoft.com/office/drawing/2014/main" id="{F8DFC88A-33EE-4392-A8CF-ADA6C3BD7521}"/>
                </a:ext>
              </a:extLst>
            </p:cNvPr>
            <p:cNvPicPr>
              <a:picLocks noChangeAspect="1"/>
            </p:cNvPicPr>
            <p:nvPr/>
          </p:nvPicPr>
          <p:blipFill>
            <a:blip r:embed="rId3"/>
            <a:stretch>
              <a:fillRect/>
            </a:stretch>
          </p:blipFill>
          <p:spPr>
            <a:xfrm>
              <a:off x="6947898" y="1573567"/>
              <a:ext cx="119335" cy="133655"/>
            </a:xfrm>
            <a:prstGeom prst="rect">
              <a:avLst/>
            </a:prstGeom>
          </p:spPr>
        </p:pic>
      </p:grpSp>
      <p:grpSp>
        <p:nvGrpSpPr>
          <p:cNvPr id="64" name="그룹 63">
            <a:extLst>
              <a:ext uri="{FF2B5EF4-FFF2-40B4-BE49-F238E27FC236}">
                <a16:creationId xmlns:a16="http://schemas.microsoft.com/office/drawing/2014/main" id="{32FCCBFB-4305-957C-34BF-98D258437696}"/>
              </a:ext>
            </a:extLst>
          </p:cNvPr>
          <p:cNvGrpSpPr/>
          <p:nvPr/>
        </p:nvGrpSpPr>
        <p:grpSpPr>
          <a:xfrm>
            <a:off x="2393183" y="1546358"/>
            <a:ext cx="572666" cy="184666"/>
            <a:chOff x="2555866" y="4880762"/>
            <a:chExt cx="794951" cy="198145"/>
          </a:xfrm>
        </p:grpSpPr>
        <p:sp>
          <p:nvSpPr>
            <p:cNvPr id="65" name="TextBox 64">
              <a:extLst>
                <a:ext uri="{FF2B5EF4-FFF2-40B4-BE49-F238E27FC236}">
                  <a16:creationId xmlns:a16="http://schemas.microsoft.com/office/drawing/2014/main" id="{DEF29959-5B57-D622-C4D3-5A9FA8046405}"/>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6" name="그림 65">
              <a:extLst>
                <a:ext uri="{FF2B5EF4-FFF2-40B4-BE49-F238E27FC236}">
                  <a16:creationId xmlns:a16="http://schemas.microsoft.com/office/drawing/2014/main" id="{7A520DBF-99B1-2AE8-AA5E-860CF60424B8}"/>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17" name="직사각형 16">
            <a:extLst>
              <a:ext uri="{FF2B5EF4-FFF2-40B4-BE49-F238E27FC236}">
                <a16:creationId xmlns:a16="http://schemas.microsoft.com/office/drawing/2014/main" id="{22123B89-785C-E891-F2E2-1694B23598F6}"/>
              </a:ext>
            </a:extLst>
          </p:cNvPr>
          <p:cNvSpPr/>
          <p:nvPr/>
        </p:nvSpPr>
        <p:spPr>
          <a:xfrm>
            <a:off x="163295" y="584801"/>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8" name="그룹 17">
            <a:extLst>
              <a:ext uri="{FF2B5EF4-FFF2-40B4-BE49-F238E27FC236}">
                <a16:creationId xmlns:a16="http://schemas.microsoft.com/office/drawing/2014/main" id="{12FF8A9F-F53D-E2A4-570A-656C063AEAFF}"/>
              </a:ext>
            </a:extLst>
          </p:cNvPr>
          <p:cNvGrpSpPr/>
          <p:nvPr/>
        </p:nvGrpSpPr>
        <p:grpSpPr>
          <a:xfrm>
            <a:off x="3652725" y="2642081"/>
            <a:ext cx="3997268" cy="1687087"/>
            <a:chOff x="3640463" y="2613165"/>
            <a:chExt cx="3997268" cy="1401657"/>
          </a:xfrm>
        </p:grpSpPr>
        <p:sp>
          <p:nvSpPr>
            <p:cNvPr id="19" name="사각형: 둥근 모서리 18">
              <a:extLst>
                <a:ext uri="{FF2B5EF4-FFF2-40B4-BE49-F238E27FC236}">
                  <a16:creationId xmlns:a16="http://schemas.microsoft.com/office/drawing/2014/main" id="{4C78B49D-F3AE-BAC4-428A-67CDE8BFD878}"/>
                </a:ext>
              </a:extLst>
            </p:cNvPr>
            <p:cNvSpPr/>
            <p:nvPr/>
          </p:nvSpPr>
          <p:spPr>
            <a:xfrm>
              <a:off x="3640463" y="2613165"/>
              <a:ext cx="3997268" cy="1401657"/>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0" name="TextBox 19">
              <a:extLst>
                <a:ext uri="{FF2B5EF4-FFF2-40B4-BE49-F238E27FC236}">
                  <a16:creationId xmlns:a16="http://schemas.microsoft.com/office/drawing/2014/main" id="{B079B895-5726-38CD-DDB6-997E1B7944E9}"/>
                </a:ext>
              </a:extLst>
            </p:cNvPr>
            <p:cNvSpPr txBox="1"/>
            <p:nvPr/>
          </p:nvSpPr>
          <p:spPr>
            <a:xfrm>
              <a:off x="3716404" y="2685951"/>
              <a:ext cx="1558255" cy="191779"/>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알림 발송</a:t>
              </a:r>
            </a:p>
          </p:txBody>
        </p:sp>
      </p:grpSp>
      <p:grpSp>
        <p:nvGrpSpPr>
          <p:cNvPr id="23" name="그룹 22">
            <a:extLst>
              <a:ext uri="{FF2B5EF4-FFF2-40B4-BE49-F238E27FC236}">
                <a16:creationId xmlns:a16="http://schemas.microsoft.com/office/drawing/2014/main" id="{2F9A8FB8-ABF0-B356-2095-6C85E7FF22C9}"/>
              </a:ext>
            </a:extLst>
          </p:cNvPr>
          <p:cNvGrpSpPr/>
          <p:nvPr/>
        </p:nvGrpSpPr>
        <p:grpSpPr>
          <a:xfrm>
            <a:off x="4485608" y="3047396"/>
            <a:ext cx="2865464" cy="171209"/>
            <a:chOff x="4707336" y="2163724"/>
            <a:chExt cx="2865464" cy="171209"/>
          </a:xfrm>
        </p:grpSpPr>
        <p:sp>
          <p:nvSpPr>
            <p:cNvPr id="25" name="사각형: 둥근 모서리 24">
              <a:extLst>
                <a:ext uri="{FF2B5EF4-FFF2-40B4-BE49-F238E27FC236}">
                  <a16:creationId xmlns:a16="http://schemas.microsoft.com/office/drawing/2014/main" id="{AC054AB9-0852-1760-F660-BFE26CA7700D}"/>
                </a:ext>
              </a:extLst>
            </p:cNvPr>
            <p:cNvSpPr/>
            <p:nvPr/>
          </p:nvSpPr>
          <p:spPr>
            <a:xfrm>
              <a:off x="4707336" y="2165656"/>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알림 제목을 입력해주세요</a:t>
              </a:r>
            </a:p>
          </p:txBody>
        </p:sp>
        <p:sp>
          <p:nvSpPr>
            <p:cNvPr id="26" name="TextBox 25">
              <a:extLst>
                <a:ext uri="{FF2B5EF4-FFF2-40B4-BE49-F238E27FC236}">
                  <a16:creationId xmlns:a16="http://schemas.microsoft.com/office/drawing/2014/main" id="{6A8E11A1-CBC6-BC57-BC79-C8CD2CE37EE1}"/>
                </a:ext>
              </a:extLst>
            </p:cNvPr>
            <p:cNvSpPr txBox="1"/>
            <p:nvPr/>
          </p:nvSpPr>
          <p:spPr>
            <a:xfrm>
              <a:off x="7076975" y="216372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0/10 </a:t>
              </a:r>
              <a:r>
                <a:rPr lang="ko-KR" altLang="en-US" sz="500" dirty="0">
                  <a:solidFill>
                    <a:schemeClr val="bg1">
                      <a:lumMod val="50000"/>
                    </a:schemeClr>
                  </a:solidFill>
                </a:rPr>
                <a:t>자</a:t>
              </a:r>
            </a:p>
          </p:txBody>
        </p:sp>
      </p:grpSp>
      <p:grpSp>
        <p:nvGrpSpPr>
          <p:cNvPr id="27" name="그룹 26">
            <a:extLst>
              <a:ext uri="{FF2B5EF4-FFF2-40B4-BE49-F238E27FC236}">
                <a16:creationId xmlns:a16="http://schemas.microsoft.com/office/drawing/2014/main" id="{A7912173-6177-1F9C-28D3-E4E88FCBAE69}"/>
              </a:ext>
            </a:extLst>
          </p:cNvPr>
          <p:cNvGrpSpPr/>
          <p:nvPr/>
        </p:nvGrpSpPr>
        <p:grpSpPr>
          <a:xfrm>
            <a:off x="5286921" y="4035237"/>
            <a:ext cx="769035" cy="187679"/>
            <a:chOff x="5216720" y="3677787"/>
            <a:chExt cx="769035" cy="187679"/>
          </a:xfrm>
        </p:grpSpPr>
        <p:sp>
          <p:nvSpPr>
            <p:cNvPr id="28" name="사각형: 둥근 모서리 27">
              <a:extLst>
                <a:ext uri="{FF2B5EF4-FFF2-40B4-BE49-F238E27FC236}">
                  <a16:creationId xmlns:a16="http://schemas.microsoft.com/office/drawing/2014/main" id="{F975EB92-B626-BF33-90C8-67278CF0DDD3}"/>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29" name="사각형: 둥근 모서리 28">
              <a:extLst>
                <a:ext uri="{FF2B5EF4-FFF2-40B4-BE49-F238E27FC236}">
                  <a16:creationId xmlns:a16="http://schemas.microsoft.com/office/drawing/2014/main" id="{83F61076-B7CD-C57B-D357-8BDC543487A3}"/>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발송</a:t>
              </a:r>
            </a:p>
          </p:txBody>
        </p:sp>
      </p:grpSp>
      <p:graphicFrame>
        <p:nvGraphicFramePr>
          <p:cNvPr id="30" name="표 29">
            <a:extLst>
              <a:ext uri="{FF2B5EF4-FFF2-40B4-BE49-F238E27FC236}">
                <a16:creationId xmlns:a16="http://schemas.microsoft.com/office/drawing/2014/main" id="{CC3C1C39-C472-87D6-7C67-91FBECA5B21E}"/>
              </a:ext>
            </a:extLst>
          </p:cNvPr>
          <p:cNvGraphicFramePr>
            <a:graphicFrameLocks noGrp="1"/>
          </p:cNvGraphicFramePr>
          <p:nvPr>
            <p:extLst>
              <p:ext uri="{D42A27DB-BD31-4B8C-83A1-F6EECF244321}">
                <p14:modId xmlns:p14="http://schemas.microsoft.com/office/powerpoint/2010/main" val="1945386088"/>
              </p:ext>
            </p:extLst>
          </p:nvPr>
        </p:nvGraphicFramePr>
        <p:xfrm>
          <a:off x="3790384" y="2997367"/>
          <a:ext cx="3492620" cy="800743"/>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알림 제목 </a:t>
                      </a:r>
                      <a:r>
                        <a:rPr lang="en-US" altLang="ko-KR" sz="700" kern="1200" dirty="0">
                          <a:solidFill>
                            <a:srgbClr val="FF0000"/>
                          </a:solidFill>
                          <a:latin typeface="+mn-lt"/>
                          <a:ea typeface="+mn-ea"/>
                          <a:cs typeface="+mn-cs"/>
                        </a:rPr>
                        <a:t>*</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522670">
                <a:tc>
                  <a:txBody>
                    <a:bodyPr/>
                    <a:lstStyle/>
                    <a:p>
                      <a:pPr algn="ctr" latinLnBrk="1"/>
                      <a:r>
                        <a:rPr lang="ko-KR" altLang="en-US" sz="700" dirty="0" err="1">
                          <a:solidFill>
                            <a:schemeClr val="tx1"/>
                          </a:solidFill>
                          <a:latin typeface="+mj-lt"/>
                        </a:rPr>
                        <a:t>알림내용</a:t>
                      </a:r>
                      <a:r>
                        <a:rPr lang="ko-KR" altLang="en-US" sz="700" dirty="0">
                          <a:solidFill>
                            <a:schemeClr val="tx1"/>
                          </a:solidFill>
                          <a:latin typeface="+mj-lt"/>
                        </a:rPr>
                        <a:t>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bl>
          </a:graphicData>
        </a:graphic>
      </p:graphicFrame>
      <p:sp>
        <p:nvSpPr>
          <p:cNvPr id="31" name="타원 30">
            <a:extLst>
              <a:ext uri="{FF2B5EF4-FFF2-40B4-BE49-F238E27FC236}">
                <a16:creationId xmlns:a16="http://schemas.microsoft.com/office/drawing/2014/main" id="{EAF34F30-7449-4B5A-C864-48FDD3226AF0}"/>
              </a:ext>
            </a:extLst>
          </p:cNvPr>
          <p:cNvSpPr/>
          <p:nvPr/>
        </p:nvSpPr>
        <p:spPr>
          <a:xfrm>
            <a:off x="3566510" y="2533944"/>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a:t>
            </a:r>
            <a:endParaRPr lang="ko-KR" altLang="en-US" sz="800" dirty="0">
              <a:latin typeface="Arial Black" panose="020B0A04020102020204" pitchFamily="34" charset="0"/>
            </a:endParaRPr>
          </a:p>
        </p:txBody>
      </p:sp>
      <p:sp>
        <p:nvSpPr>
          <p:cNvPr id="32" name="사각형: 둥근 모서리 31">
            <a:extLst>
              <a:ext uri="{FF2B5EF4-FFF2-40B4-BE49-F238E27FC236}">
                <a16:creationId xmlns:a16="http://schemas.microsoft.com/office/drawing/2014/main" id="{FC5C19D1-1185-F081-589A-D159D692CAFB}"/>
              </a:ext>
            </a:extLst>
          </p:cNvPr>
          <p:cNvSpPr/>
          <p:nvPr/>
        </p:nvSpPr>
        <p:spPr>
          <a:xfrm>
            <a:off x="4485608" y="3332275"/>
            <a:ext cx="2715018" cy="406868"/>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t"/>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무슨 내용을 </a:t>
            </a:r>
            <a:r>
              <a:rPr lang="ko-KR" altLang="en-US" sz="600" dirty="0" err="1">
                <a:solidFill>
                  <a:schemeClr val="bg1">
                    <a:lumMod val="50000"/>
                  </a:schemeClr>
                </a:solidFill>
                <a:latin typeface="+mj-lt"/>
              </a:rPr>
              <a:t>보내볼까요</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sp>
        <p:nvSpPr>
          <p:cNvPr id="33" name="TextBox 32">
            <a:extLst>
              <a:ext uri="{FF2B5EF4-FFF2-40B4-BE49-F238E27FC236}">
                <a16:creationId xmlns:a16="http://schemas.microsoft.com/office/drawing/2014/main" id="{A23E9DD6-EF37-8380-2FAA-877D7116FC3A}"/>
              </a:ext>
            </a:extLst>
          </p:cNvPr>
          <p:cNvSpPr txBox="1"/>
          <p:nvPr/>
        </p:nvSpPr>
        <p:spPr>
          <a:xfrm>
            <a:off x="6849807" y="3569866"/>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0/20 </a:t>
            </a:r>
            <a:r>
              <a:rPr lang="ko-KR" altLang="en-US" sz="500" dirty="0">
                <a:solidFill>
                  <a:schemeClr val="bg1">
                    <a:lumMod val="50000"/>
                  </a:schemeClr>
                </a:solidFill>
              </a:rPr>
              <a:t>자</a:t>
            </a:r>
          </a:p>
        </p:txBody>
      </p:sp>
      <p:sp>
        <p:nvSpPr>
          <p:cNvPr id="34" name="직사각형 33">
            <a:extLst>
              <a:ext uri="{FF2B5EF4-FFF2-40B4-BE49-F238E27FC236}">
                <a16:creationId xmlns:a16="http://schemas.microsoft.com/office/drawing/2014/main" id="{C0402B58-9DF4-B304-5E0A-0B39EA3992C7}"/>
              </a:ext>
            </a:extLst>
          </p:cNvPr>
          <p:cNvSpPr/>
          <p:nvPr/>
        </p:nvSpPr>
        <p:spPr>
          <a:xfrm>
            <a:off x="8773255" y="1929991"/>
            <a:ext cx="962979"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5" name="연결선: 꺾임 34">
            <a:extLst>
              <a:ext uri="{FF2B5EF4-FFF2-40B4-BE49-F238E27FC236}">
                <a16:creationId xmlns:a16="http://schemas.microsoft.com/office/drawing/2014/main" id="{0910D885-2ECE-DCA5-CCEB-51447470DD2B}"/>
              </a:ext>
            </a:extLst>
          </p:cNvPr>
          <p:cNvCxnSpPr>
            <a:cxnSpLocks/>
            <a:stCxn id="34" idx="1"/>
          </p:cNvCxnSpPr>
          <p:nvPr/>
        </p:nvCxnSpPr>
        <p:spPr>
          <a:xfrm rot="10800000" flipV="1">
            <a:off x="5771833" y="2048651"/>
            <a:ext cx="3001422" cy="684058"/>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7089228"/>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FF0000"/>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26376</TotalTime>
  <Words>5539</Words>
  <Application>Microsoft Office PowerPoint</Application>
  <PresentationFormat>와이드스크린</PresentationFormat>
  <Paragraphs>1881</Paragraphs>
  <Slides>49</Slides>
  <Notes>6</Notes>
  <HiddenSlides>0</HiddenSlides>
  <MMClips>0</MMClips>
  <ScaleCrop>false</ScaleCrop>
  <HeadingPairs>
    <vt:vector size="6" baseType="variant">
      <vt:variant>
        <vt:lpstr>사용한 글꼴</vt:lpstr>
      </vt:variant>
      <vt:variant>
        <vt:i4>8</vt:i4>
      </vt:variant>
      <vt:variant>
        <vt:lpstr>테마</vt:lpstr>
      </vt:variant>
      <vt:variant>
        <vt:i4>2</vt:i4>
      </vt:variant>
      <vt:variant>
        <vt:lpstr>슬라이드 제목</vt:lpstr>
      </vt:variant>
      <vt:variant>
        <vt:i4>49</vt:i4>
      </vt:variant>
    </vt:vector>
  </HeadingPairs>
  <TitlesOfParts>
    <vt:vector size="59" baseType="lpstr">
      <vt:lpstr>Arial Black</vt:lpstr>
      <vt:lpstr>돋움</vt:lpstr>
      <vt:lpstr>나눔고딕</vt:lpstr>
      <vt:lpstr>HY헤드라인M</vt:lpstr>
      <vt:lpstr>나눔명조</vt:lpstr>
      <vt:lpstr>맑은 고딕</vt:lpstr>
      <vt:lpstr>굴림</vt:lpstr>
      <vt:lpstr>Arial</vt:lpstr>
      <vt:lpstr>Office 테마</vt:lpstr>
      <vt:lpstr>디자인 사용자 지정</vt:lpstr>
      <vt:lpstr>든든하이! 스토리보드 v0.2 </vt:lpstr>
      <vt:lpstr>History</vt:lpstr>
      <vt:lpstr>PowerPoint 프레젠테이션</vt:lpstr>
      <vt:lpstr>01. 회원가입, 로그인</vt:lpstr>
      <vt:lpstr> </vt:lpstr>
      <vt:lpstr> </vt:lpstr>
      <vt:lpstr> </vt:lpstr>
      <vt:lpstr> </vt:lpstr>
      <vt:lpstr> </vt:lpstr>
      <vt:lpstr> </vt:lpstr>
      <vt:lpstr> </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03. 내 정보</vt:lpstr>
      <vt:lpstr>PowerPoint 프레젠테이션</vt:lpstr>
      <vt:lpstr>PowerPoint 프레젠테이션</vt:lpstr>
      <vt:lpstr>PowerPoint 프레젠테이션</vt:lpstr>
      <vt:lpstr>PowerPoint 프레젠테이션</vt:lpstr>
      <vt:lpstr>PowerPoint 프레젠테이션</vt:lpstr>
      <vt:lpstr>PowerPoint 프레젠테이션</vt:lpstr>
      <vt:lpstr>04. 관리 사이트(WEB)</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스마트관광 APP 화면 설계서</dc:title>
  <dc:creator>pixels-meeting</dc:creator>
  <cp:lastModifiedBy>박소은</cp:lastModifiedBy>
  <cp:revision>1502</cp:revision>
  <dcterms:created xsi:type="dcterms:W3CDTF">2022-08-18T05:53:56Z</dcterms:created>
  <dcterms:modified xsi:type="dcterms:W3CDTF">2025-04-10T00:53:56Z</dcterms:modified>
</cp:coreProperties>
</file>