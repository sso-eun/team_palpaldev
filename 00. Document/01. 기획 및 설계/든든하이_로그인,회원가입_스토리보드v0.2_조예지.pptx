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13"/>
  </p:notesMasterIdLst>
  <p:handoutMasterIdLst>
    <p:handoutMasterId r:id="rId14"/>
  </p:handoutMasterIdLst>
  <p:sldIdLst>
    <p:sldId id="902" r:id="rId3"/>
    <p:sldId id="265" r:id="rId4"/>
    <p:sldId id="613" r:id="rId5"/>
    <p:sldId id="855" r:id="rId6"/>
    <p:sldId id="997" r:id="rId7"/>
    <p:sldId id="1004" r:id="rId8"/>
    <p:sldId id="999" r:id="rId9"/>
    <p:sldId id="1000" r:id="rId10"/>
    <p:sldId id="1001" r:id="rId11"/>
    <p:sldId id="1003" r:id="rId12"/>
  </p:sldIdLst>
  <p:sldSz cx="12192000" cy="6858000"/>
  <p:notesSz cx="6858000" cy="9144000"/>
  <p:embeddedFontLst>
    <p:embeddedFont>
      <p:font typeface="나눔명조" panose="020B0600000101010101" charset="-127"/>
      <p:regular r:id="rId15"/>
      <p:bold r:id="rId16"/>
    </p:embeddedFont>
    <p:embeddedFont>
      <p:font typeface="Arial Black" panose="020B0A04020102020204" pitchFamily="34" charset="0"/>
      <p:bold r:id="rId17"/>
    </p:embeddedFont>
    <p:embeddedFont>
      <p:font typeface="HY헤드라인M" panose="02030600000101010101" pitchFamily="18" charset="-127"/>
      <p:regular r:id="rId18"/>
    </p:embeddedFont>
    <p:embeddedFont>
      <p:font typeface="나눔고딕" panose="020D0604000000000000" pitchFamily="50" charset="-127"/>
      <p:regular r:id="rId19"/>
      <p:bold r:id="rId20"/>
    </p:embeddedFont>
    <p:embeddedFont>
      <p:font typeface="맑은 고딕" panose="020B0503020000020004" pitchFamily="50" charset="-127"/>
      <p:regular r:id="rId21"/>
      <p:bold r:id="rId22"/>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E5CC33FD-8DC1-4E66-BD73-AFFF2FE65632}">
          <p14:sldIdLst>
            <p14:sldId id="902"/>
            <p14:sldId id="265"/>
          </p14:sldIdLst>
        </p14:section>
        <p14:section name="회원가입, 로그인" id="{83CC3379-4424-4732-B7A0-D6E2D4FCB320}">
          <p14:sldIdLst>
            <p14:sldId id="613"/>
            <p14:sldId id="855"/>
            <p14:sldId id="997"/>
            <p14:sldId id="1004"/>
            <p14:sldId id="999"/>
            <p14:sldId id="1000"/>
            <p14:sldId id="1001"/>
            <p14:sldId id="100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xels-103" initials="p" lastIdx="4" clrIdx="0">
    <p:extLst>
      <p:ext uri="{19B8F6BF-5375-455C-9EA6-DF929625EA0E}">
        <p15:presenceInfo xmlns:p15="http://schemas.microsoft.com/office/powerpoint/2012/main" userId="pixels-10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6EFD"/>
    <a:srgbClr val="2A3F54"/>
    <a:srgbClr val="2BBBAD"/>
    <a:srgbClr val="FFFFFF"/>
    <a:srgbClr val="F9FBFC"/>
    <a:srgbClr val="F5FAD4"/>
    <a:srgbClr val="DEEBF7"/>
    <a:srgbClr val="DAE3F3"/>
    <a:srgbClr val="FFC1C1"/>
    <a:srgbClr val="DFC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C3F6A2-2C65-4ADA-B904-C1714C4A4875}" v="24" dt="2025-04-03T06:03:27.23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밝은 스타일 2 - 강조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8" autoAdjust="0"/>
    <p:restoredTop sz="97473" autoAdjust="0"/>
  </p:normalViewPr>
  <p:slideViewPr>
    <p:cSldViewPr snapToGrid="0">
      <p:cViewPr varScale="1">
        <p:scale>
          <a:sx n="66" d="100"/>
          <a:sy n="66" d="100"/>
        </p:scale>
        <p:origin x="306" y="48"/>
      </p:cViewPr>
      <p:guideLst/>
    </p:cSldViewPr>
  </p:slideViewPr>
  <p:outlineViewPr>
    <p:cViewPr>
      <p:scale>
        <a:sx n="33" d="100"/>
        <a:sy n="33" d="100"/>
      </p:scale>
      <p:origin x="0" y="-27936"/>
    </p:cViewPr>
  </p:outlineViewPr>
  <p:notesTextViewPr>
    <p:cViewPr>
      <p:scale>
        <a:sx n="1" d="1"/>
        <a:sy n="1" d="1"/>
      </p:scale>
      <p:origin x="0" y="0"/>
    </p:cViewPr>
  </p:notesTextViewPr>
  <p:sorterViewPr>
    <p:cViewPr>
      <p:scale>
        <a:sx n="100" d="100"/>
        <a:sy n="100" d="100"/>
      </p:scale>
      <p:origin x="0" y="-2424"/>
    </p:cViewPr>
  </p:sorterViewPr>
  <p:notesViewPr>
    <p:cSldViewPr snapToGrid="0">
      <p:cViewPr varScale="1">
        <p:scale>
          <a:sx n="66" d="100"/>
          <a:sy n="66" d="100"/>
        </p:scale>
        <p:origin x="2028" y="6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font" Target="fonts/font7.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font" Target="fonts/font1.fntdata"/><Relationship Id="rId23" Type="http://schemas.openxmlformats.org/officeDocument/2006/relationships/commentAuthors" Target="commentAuthors.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78E16CB-E131-8D1C-7660-55715EB7E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BFAD0D6E-90D1-7CAD-9211-734EFDCEE7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EE9F8D-4C14-4B26-80A7-14DC4769A9FA}" type="datetimeFigureOut">
              <a:rPr lang="ko-KR" altLang="en-US" smtClean="0"/>
              <a:t>2025-04-09</a:t>
            </a:fld>
            <a:endParaRPr lang="ko-KR" altLang="en-US"/>
          </a:p>
        </p:txBody>
      </p:sp>
      <p:sp>
        <p:nvSpPr>
          <p:cNvPr id="4" name="바닥글 개체 틀 3">
            <a:extLst>
              <a:ext uri="{FF2B5EF4-FFF2-40B4-BE49-F238E27FC236}">
                <a16:creationId xmlns:a16="http://schemas.microsoft.com/office/drawing/2014/main" id="{0B3791F2-20B0-6584-97C8-297FC3729B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5CD674D-AF32-B6C4-1208-F170DE0B83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9D0FA0-A0BD-40C7-8CF5-E729DBEFED33}" type="slidenum">
              <a:rPr lang="ko-KR" altLang="en-US" smtClean="0"/>
              <a:t>‹#›</a:t>
            </a:fld>
            <a:endParaRPr lang="ko-KR" altLang="en-US"/>
          </a:p>
        </p:txBody>
      </p:sp>
    </p:spTree>
    <p:extLst>
      <p:ext uri="{BB962C8B-B14F-4D97-AF65-F5344CB8AC3E}">
        <p14:creationId xmlns:p14="http://schemas.microsoft.com/office/powerpoint/2010/main" val="3558772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5D99F-4282-47D6-A6B2-4A01DC01464E}" type="datetimeFigureOut">
              <a:rPr lang="ko-KR" altLang="en-US" smtClean="0"/>
              <a:t>2025-04-09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9B02D-59F5-41C5-8C9A-5161D0B9086D}" type="slidenum">
              <a:rPr lang="ko-KR" altLang="en-US" smtClean="0"/>
              <a:t>‹#›</a:t>
            </a:fld>
            <a:endParaRPr lang="ko-KR" altLang="en-US"/>
          </a:p>
        </p:txBody>
      </p:sp>
    </p:spTree>
    <p:extLst>
      <p:ext uri="{BB962C8B-B14F-4D97-AF65-F5344CB8AC3E}">
        <p14:creationId xmlns:p14="http://schemas.microsoft.com/office/powerpoint/2010/main" val="11002574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7</a:t>
            </a:fld>
            <a:endParaRPr lang="ko-KR" altLang="en-US"/>
          </a:p>
        </p:txBody>
      </p:sp>
    </p:spTree>
    <p:extLst>
      <p:ext uri="{BB962C8B-B14F-4D97-AF65-F5344CB8AC3E}">
        <p14:creationId xmlns:p14="http://schemas.microsoft.com/office/powerpoint/2010/main" val="8890268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8</a:t>
            </a:fld>
            <a:endParaRPr lang="ko-KR" altLang="en-US"/>
          </a:p>
        </p:txBody>
      </p:sp>
    </p:spTree>
    <p:extLst>
      <p:ext uri="{BB962C8B-B14F-4D97-AF65-F5344CB8AC3E}">
        <p14:creationId xmlns:p14="http://schemas.microsoft.com/office/powerpoint/2010/main" val="901592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9</a:t>
            </a:fld>
            <a:endParaRPr lang="ko-KR" altLang="en-US"/>
          </a:p>
        </p:txBody>
      </p:sp>
    </p:spTree>
    <p:extLst>
      <p:ext uri="{BB962C8B-B14F-4D97-AF65-F5344CB8AC3E}">
        <p14:creationId xmlns:p14="http://schemas.microsoft.com/office/powerpoint/2010/main" val="3148814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10</a:t>
            </a:fld>
            <a:endParaRPr lang="ko-KR" altLang="en-US"/>
          </a:p>
        </p:txBody>
      </p:sp>
    </p:spTree>
    <p:extLst>
      <p:ext uri="{BB962C8B-B14F-4D97-AF65-F5344CB8AC3E}">
        <p14:creationId xmlns:p14="http://schemas.microsoft.com/office/powerpoint/2010/main" val="1618368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 공개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0070C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Public</a:t>
            </a:r>
            <a:endParaRPr b="1" i="0">
              <a:latin typeface="맑은 고딕" panose="020B0503020000020004" pitchFamily="50" charset="-127"/>
              <a:ea typeface="맑은 고딕" panose="020B0503020000020004" pitchFamily="50" charset="-127"/>
            </a:endParaRP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780EAAA1-5C92-E0E6-05B3-5278D7E7E8F2}"/>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371180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1144401182"/>
              </p:ext>
            </p:extLst>
          </p:nvPr>
        </p:nvGraphicFramePr>
        <p:xfrm>
          <a:off x="2852952" y="5781234"/>
          <a:ext cx="7201242" cy="259080"/>
        </p:xfrm>
        <a:graphic>
          <a:graphicData uri="http://schemas.openxmlformats.org/drawingml/2006/table">
            <a:tbl>
              <a:tblPr firstRow="1" bandRow="1">
                <a:tableStyleId>{5C22544A-7EE6-4342-B048-85BDC9FD1C3A}</a:tableStyleId>
              </a:tblPr>
              <a:tblGrid>
                <a:gridCol w="988402">
                  <a:extLst>
                    <a:ext uri="{9D8B030D-6E8A-4147-A177-3AD203B41FA5}">
                      <a16:colId xmlns:a16="http://schemas.microsoft.com/office/drawing/2014/main" val="20000"/>
                    </a:ext>
                  </a:extLst>
                </a:gridCol>
                <a:gridCol w="1242568">
                  <a:extLst>
                    <a:ext uri="{9D8B030D-6E8A-4147-A177-3AD203B41FA5}">
                      <a16:colId xmlns:a16="http://schemas.microsoft.com/office/drawing/2014/main" val="20001"/>
                    </a:ext>
                  </a:extLst>
                </a:gridCol>
                <a:gridCol w="1242568">
                  <a:extLst>
                    <a:ext uri="{9D8B030D-6E8A-4147-A177-3AD203B41FA5}">
                      <a16:colId xmlns:a16="http://schemas.microsoft.com/office/drawing/2014/main" val="748956557"/>
                    </a:ext>
                  </a:extLst>
                </a:gridCol>
                <a:gridCol w="541035">
                  <a:extLst>
                    <a:ext uri="{9D8B030D-6E8A-4147-A177-3AD203B41FA5}">
                      <a16:colId xmlns:a16="http://schemas.microsoft.com/office/drawing/2014/main" val="2052663771"/>
                    </a:ext>
                  </a:extLst>
                </a:gridCol>
                <a:gridCol w="1400175">
                  <a:extLst>
                    <a:ext uri="{9D8B030D-6E8A-4147-A177-3AD203B41FA5}">
                      <a16:colId xmlns:a16="http://schemas.microsoft.com/office/drawing/2014/main" val="1774092345"/>
                    </a:ext>
                  </a:extLst>
                </a:gridCol>
                <a:gridCol w="1786494">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900" b="0">
                          <a:solidFill>
                            <a:schemeClr val="tx1"/>
                          </a:solidFill>
                          <a:latin typeface="+mn-ea"/>
                          <a:ea typeface="+mn-ea"/>
                        </a:rPr>
                        <a:t>설계</a:t>
                      </a:r>
                      <a:r>
                        <a:rPr lang="en-US" altLang="ko-KR" sz="900" b="0">
                          <a:solidFill>
                            <a:schemeClr val="tx1"/>
                          </a:solidFill>
                          <a:latin typeface="+mn-ea"/>
                          <a:ea typeface="+mn-ea"/>
                        </a:rPr>
                        <a:t>.</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3638722" y="5818371"/>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5552755" y="5814959"/>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309686" y="5818371"/>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a:t>작성자 명</a:t>
            </a:r>
            <a:endParaRPr lang="ko-KR" altLang="en-US" dirty="0"/>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내부 공유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ED7D3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Internal</a:t>
            </a:r>
          </a:p>
        </p:txBody>
      </p:sp>
    </p:spTree>
    <p:extLst>
      <p:ext uri="{BB962C8B-B14F-4D97-AF65-F5344CB8AC3E}">
        <p14:creationId xmlns:p14="http://schemas.microsoft.com/office/powerpoint/2010/main" val="209718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특급 비밀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C000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Confidential</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61209D0-DEFD-73F3-C402-9D533FC3F51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66314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비밀</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75927" y="3249263"/>
            <a:ext cx="1302868" cy="359473"/>
          </a:xfrm>
          <a:prstGeom prst="rect">
            <a:avLst/>
          </a:prstGeom>
          <a:solidFill>
            <a:schemeClr val="tx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Restricted</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C755075-4879-B884-28FB-0E6316068365}"/>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40290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530C8F-BBEB-CFF2-D373-A1EEB7A9E08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942056C-AE6F-A8CE-3443-F644C5364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A0B45E9-ED9F-3F13-5A80-BD892C97DB80}"/>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EEC7111-C62E-F4B3-90B9-41F5AC94EF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68404B-4451-9854-610E-549C1B48647C}"/>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59212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3978249"/>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pic>
        <p:nvPicPr>
          <p:cNvPr id="9" name="그림 8">
            <a:extLst>
              <a:ext uri="{FF2B5EF4-FFF2-40B4-BE49-F238E27FC236}">
                <a16:creationId xmlns:a16="http://schemas.microsoft.com/office/drawing/2014/main" id="{9A9DABA3-F5F1-4E48-B876-B0108F2599E9}"/>
              </a:ext>
            </a:extLst>
          </p:cNvPr>
          <p:cNvPicPr>
            <a:picLocks noChangeAspect="1"/>
          </p:cNvPicPr>
          <p:nvPr userDrawn="1"/>
        </p:nvPicPr>
        <p:blipFill rotWithShape="1">
          <a:blip r:embed="rId2"/>
          <a:srcRect l="82985" t="7128" r="1021" b="67475"/>
          <a:stretch/>
        </p:blipFill>
        <p:spPr>
          <a:xfrm>
            <a:off x="10025770" y="4664050"/>
            <a:ext cx="1904011" cy="1741716"/>
          </a:xfrm>
          <a:prstGeom prst="rect">
            <a:avLst/>
          </a:prstGeom>
        </p:spPr>
      </p:pic>
      <p:sp>
        <p:nvSpPr>
          <p:cNvPr id="11" name="내용 개체 틀 2">
            <a:extLst>
              <a:ext uri="{FF2B5EF4-FFF2-40B4-BE49-F238E27FC236}">
                <a16:creationId xmlns:a16="http://schemas.microsoft.com/office/drawing/2014/main" id="{5624C9D7-4FB9-4ED2-A978-950BF189B1DC}"/>
              </a:ext>
            </a:extLst>
          </p:cNvPr>
          <p:cNvSpPr>
            <a:spLocks noGrp="1"/>
          </p:cNvSpPr>
          <p:nvPr>
            <p:ph idx="12"/>
          </p:nvPr>
        </p:nvSpPr>
        <p:spPr>
          <a:xfrm>
            <a:off x="10025770" y="4884717"/>
            <a:ext cx="1845276" cy="1873350"/>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직사각형 3">
            <a:extLst>
              <a:ext uri="{FF2B5EF4-FFF2-40B4-BE49-F238E27FC236}">
                <a16:creationId xmlns:a16="http://schemas.microsoft.com/office/drawing/2014/main" id="{129DA458-A931-45F5-824F-92A790226A9F}"/>
              </a:ext>
            </a:extLst>
          </p:cNvPr>
          <p:cNvSpPr/>
          <p:nvPr userDrawn="1"/>
        </p:nvSpPr>
        <p:spPr>
          <a:xfrm>
            <a:off x="10296923" y="4692244"/>
            <a:ext cx="1361704" cy="1449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EA9372C-D391-4596-A3B4-3153136C9293}"/>
              </a:ext>
            </a:extLst>
          </p:cNvPr>
          <p:cNvSpPr/>
          <p:nvPr userDrawn="1"/>
        </p:nvSpPr>
        <p:spPr>
          <a:xfrm>
            <a:off x="10863634" y="52042"/>
            <a:ext cx="743171" cy="13400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1" name="그림 20">
            <a:extLst>
              <a:ext uri="{FF2B5EF4-FFF2-40B4-BE49-F238E27FC236}">
                <a16:creationId xmlns:a16="http://schemas.microsoft.com/office/drawing/2014/main" id="{ECDCDC69-EC7F-4C9F-BBCB-82C4391B23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36695" y="82203"/>
            <a:ext cx="397048" cy="103844"/>
          </a:xfrm>
          <a:prstGeom prst="rect">
            <a:avLst/>
          </a:prstGeom>
        </p:spPr>
      </p:pic>
      <p:sp>
        <p:nvSpPr>
          <p:cNvPr id="5" name="슬라이드 번호 개체 틀 6">
            <a:extLst>
              <a:ext uri="{FF2B5EF4-FFF2-40B4-BE49-F238E27FC236}">
                <a16:creationId xmlns:a16="http://schemas.microsoft.com/office/drawing/2014/main" id="{DD135F55-AD68-8ADD-F9F6-BA9D806752B8}"/>
              </a:ext>
            </a:extLst>
          </p:cNvPr>
          <p:cNvSpPr>
            <a:spLocks noGrp="1"/>
          </p:cNvSpPr>
          <p:nvPr>
            <p:ph type="sldNum" sz="quarter" idx="14"/>
          </p:nvPr>
        </p:nvSpPr>
        <p:spPr>
          <a:xfrm>
            <a:off x="10613561" y="203201"/>
            <a:ext cx="1303021" cy="182563"/>
          </a:xfrm>
        </p:spPr>
        <p:txBody>
          <a:bodyPr/>
          <a:lstStyle>
            <a:lvl1pPr algn="ctr">
              <a:defRPr/>
            </a:lvl1pPr>
          </a:lstStyle>
          <a:p>
            <a:fld id="{EB66B8C8-9F2F-4508-A8DB-1207EC41BFB8}" type="slidenum">
              <a:rPr lang="ko-KR" altLang="en-US" smtClean="0"/>
              <a:pPr/>
              <a:t>‹#›</a:t>
            </a:fld>
            <a:endParaRPr lang="ko-KR" altLang="en-US"/>
          </a:p>
        </p:txBody>
      </p:sp>
      <p:pic>
        <p:nvPicPr>
          <p:cNvPr id="14" name="내용 개체 틀 11">
            <a:extLst>
              <a:ext uri="{FF2B5EF4-FFF2-40B4-BE49-F238E27FC236}">
                <a16:creationId xmlns:a16="http://schemas.microsoft.com/office/drawing/2014/main" id="{43D391F7-5536-46DE-9C45-5B4859F7DA8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81945" y="4720651"/>
            <a:ext cx="583127" cy="120056"/>
          </a:xfrm>
          <a:prstGeom prst="rect">
            <a:avLst/>
          </a:prstGeom>
        </p:spPr>
      </p:pic>
      <p:sp>
        <p:nvSpPr>
          <p:cNvPr id="13" name="직사각형 12">
            <a:extLst>
              <a:ext uri="{FF2B5EF4-FFF2-40B4-BE49-F238E27FC236}">
                <a16:creationId xmlns:a16="http://schemas.microsoft.com/office/drawing/2014/main" id="{FF950DE0-9DEB-488A-8C41-97F8EB9B010C}"/>
              </a:ext>
            </a:extLst>
          </p:cNvPr>
          <p:cNvSpPr/>
          <p:nvPr userDrawn="1"/>
        </p:nvSpPr>
        <p:spPr>
          <a:xfrm>
            <a:off x="8161421" y="61721"/>
            <a:ext cx="790074" cy="12432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0145051-6A28-4E59-85C0-4C7600C4E4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528381" y="86897"/>
            <a:ext cx="214343" cy="107172"/>
          </a:xfrm>
          <a:prstGeom prst="rect">
            <a:avLst/>
          </a:prstGeom>
        </p:spPr>
      </p:pic>
    </p:spTree>
    <p:extLst>
      <p:ext uri="{BB962C8B-B14F-4D97-AF65-F5344CB8AC3E}">
        <p14:creationId xmlns:p14="http://schemas.microsoft.com/office/powerpoint/2010/main" val="117944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3850A-F970-4F74-2BD3-DD282DB5632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3782543-B8E0-9CF6-85F4-504EC5779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7B9D991-6938-1B49-6F95-0F57617CAE38}"/>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E3D1E89-51C6-31DC-3B2E-A92BD8615C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E8040D-FFDC-2A14-5202-3979777D321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571578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6F8B74-677A-8265-B2F1-7BF52E00C7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5A28C36-F7A7-1441-ED35-87B085A85C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26D9CE16-045B-0734-EB63-74A863F154F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182735-CBB7-AA7C-9D33-BEEC212B99A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8CFEC35-FE92-2676-0240-8B170D801E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42C12C-3F5E-3BC0-5BAC-F1F82ED4405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01670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004B0F-F6E6-4CF4-9C67-345AD39F5E4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C3A8290-531F-7604-1D38-F7F16BCF2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내용 개체 틀 3">
            <a:extLst>
              <a:ext uri="{FF2B5EF4-FFF2-40B4-BE49-F238E27FC236}">
                <a16:creationId xmlns:a16="http://schemas.microsoft.com/office/drawing/2014/main" id="{DA16BC5A-EDA3-94B1-CB85-8DC21E5378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38A0B7F-F8BF-34CD-5233-A0C5EB4F6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8505BCA-47F6-7D34-468B-8B59CDA2D0E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A19256F-A343-8116-4B58-C2B0634FB1C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24288723-3FE8-E298-A1D9-400D1832316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A3746E7-CE88-91C9-E45E-FE010EE6576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156167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182F99-362A-6034-E24A-2C37204EF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87B5F1-A130-D24B-3B2E-E8012DA397F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CE797140-EAE1-152A-5E95-0C3E89F2CEE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5270F13-26A3-5BB8-CC83-469B2B084A4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822932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734B43-1732-617C-6599-6BEA407A9C62}"/>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13CBA9D6-0057-C748-01EA-D956D932DD2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0628AAB-2F8E-848E-E5E3-C9D1AAA72E9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479613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7B1E3-C0FC-56AC-0538-93B6E578F0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015CC6-AF0D-FF54-DBB3-3B9ED265C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A07782D-CEE0-EBE7-B007-E5109D715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E3F125B-C9A9-6412-0464-3DEB8AB2981B}"/>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2EC907A-E552-D21F-BCE7-AE25F0AAC3E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0C2579-01DC-99F8-741F-A69722500092}"/>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503199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1B332-DB45-CDA0-888D-B701FCFD579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7190178-55B9-E206-6D3E-11B37FC5C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1B11432-80C6-62D6-C862-93ECCAD5D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29C49A8-9BDD-D46E-7BCE-A6505284A039}"/>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DF3E9430-50A0-1BF7-272D-61F0EEED819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B7019E1-CDB8-DDAB-99E0-2635E4DB1AE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635711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9E404A-575E-249A-56FA-86D4001C740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14381F9-18C9-B37E-DA4D-CE77F711E0D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DF204A-7E57-2FCD-9005-B7B906F8F10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B678D06-E63B-2669-E90E-E37B8AAF6F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696402-522B-F69B-EAFB-ECF228BAA41B}"/>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17891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0E4C-C2C6-1DF3-E7D9-10059620734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2C1EB3F-94B3-9C9A-02F8-7C263EE04DF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C3F1BE-D08A-1661-64E3-AF5623AAD1DC}"/>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60DEB1D-85BB-5F0E-0C65-B4E315400E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13A97E-C3FB-85F6-DF5D-3669ED6CB36D}"/>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92813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6035675"/>
          </a:xfrm>
        </p:spPr>
        <p:txBody>
          <a:bodyPr>
            <a:noAutofit/>
          </a:bodyPr>
          <a:lstStyle>
            <a:lvl1pPr>
              <a:defRPr sz="900"/>
            </a:lvl1pPr>
            <a:lvl2pPr>
              <a:defRPr sz="900"/>
            </a:lvl2pPr>
            <a:lvl3pPr>
              <a:defRPr sz="900"/>
            </a:lvl3pPr>
            <a:lvl4pPr>
              <a:defRPr sz="900"/>
            </a:lvl4pPr>
            <a:lvl5pPr>
              <a:defRPr sz="9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Tree>
    <p:extLst>
      <p:ext uri="{BB962C8B-B14F-4D97-AF65-F5344CB8AC3E}">
        <p14:creationId xmlns:p14="http://schemas.microsoft.com/office/powerpoint/2010/main" val="379362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2526625201"/>
              </p:ext>
            </p:extLst>
          </p:nvPr>
        </p:nvGraphicFramePr>
        <p:xfrm>
          <a:off x="142675" y="108512"/>
          <a:ext cx="11913630" cy="357333"/>
        </p:xfrm>
        <a:graphic>
          <a:graphicData uri="http://schemas.openxmlformats.org/drawingml/2006/table">
            <a:tbl>
              <a:tblPr/>
              <a:tblGrid>
                <a:gridCol w="1776294">
                  <a:extLst>
                    <a:ext uri="{9D8B030D-6E8A-4147-A177-3AD203B41FA5}">
                      <a16:colId xmlns:a16="http://schemas.microsoft.com/office/drawing/2014/main" val="20000"/>
                    </a:ext>
                  </a:extLst>
                </a:gridCol>
                <a:gridCol w="2974019">
                  <a:extLst>
                    <a:ext uri="{9D8B030D-6E8A-4147-A177-3AD203B41FA5}">
                      <a16:colId xmlns:a16="http://schemas.microsoft.com/office/drawing/2014/main" val="20001"/>
                    </a:ext>
                  </a:extLst>
                </a:gridCol>
                <a:gridCol w="3113529">
                  <a:extLst>
                    <a:ext uri="{9D8B030D-6E8A-4147-A177-3AD203B41FA5}">
                      <a16:colId xmlns:a16="http://schemas.microsoft.com/office/drawing/2014/main" val="20002"/>
                    </a:ext>
                  </a:extLst>
                </a:gridCol>
                <a:gridCol w="1349290">
                  <a:extLst>
                    <a:ext uri="{9D8B030D-6E8A-4147-A177-3AD203B41FA5}">
                      <a16:colId xmlns:a16="http://schemas.microsoft.com/office/drawing/2014/main" val="20003"/>
                    </a:ext>
                  </a:extLst>
                </a:gridCol>
                <a:gridCol w="1351208">
                  <a:extLst>
                    <a:ext uri="{9D8B030D-6E8A-4147-A177-3AD203B41FA5}">
                      <a16:colId xmlns:a16="http://schemas.microsoft.com/office/drawing/2014/main" val="20004"/>
                    </a:ext>
                  </a:extLst>
                </a:gridCol>
                <a:gridCol w="1349290">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1" i="0" u="none" strike="noStrike" cap="none" normalizeH="0" baseline="0">
                          <a:ln>
                            <a:noFill/>
                          </a:ln>
                          <a:solidFill>
                            <a:schemeClr val="tx1"/>
                          </a:solidFill>
                          <a:effectLst/>
                          <a:latin typeface="맑은 고딕" pitchFamily="50" charset="-127"/>
                          <a:ea typeface="+mn-ea"/>
                        </a:rPr>
                        <a:t>Screen</a:t>
                      </a:r>
                      <a:r>
                        <a:rPr kumimoji="1" lang="ko-KR" altLang="en-US" sz="700" b="1" i="0" u="none" strike="noStrike" cap="none" normalizeH="0" baseline="0">
                          <a:ln>
                            <a:noFill/>
                          </a:ln>
                          <a:solidFill>
                            <a:schemeClr val="tx1"/>
                          </a:solidFill>
                          <a:effectLst/>
                          <a:latin typeface="맑은 고딕" pitchFamily="50" charset="-127"/>
                          <a:ea typeface="+mn-ea"/>
                        </a:rPr>
                        <a:t> </a:t>
                      </a:r>
                      <a:r>
                        <a:rPr kumimoji="1" lang="en-US" altLang="ko-KR" sz="700" b="1" i="0" u="none" strike="noStrike" cap="none" normalizeH="0" baseline="0">
                          <a:ln>
                            <a:noFill/>
                          </a:ln>
                          <a:solidFill>
                            <a:schemeClr val="tx1"/>
                          </a:solidFill>
                          <a:effectLst/>
                          <a:latin typeface="맑은 고딕" pitchFamily="50" charset="-127"/>
                          <a:ea typeface="+mn-ea"/>
                        </a:rPr>
                        <a:t>ID</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4876847" y="249681"/>
            <a:ext cx="3115613" cy="249358"/>
          </a:xfrm>
        </p:spPr>
        <p:txBody>
          <a:bodyPr>
            <a:normAutofit/>
          </a:bodyPr>
          <a:lstStyle>
            <a:lvl1pPr algn="ctr">
              <a:defRPr sz="700" spc="0"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7974864" y="287178"/>
            <a:ext cx="1348774" cy="162534"/>
          </a:xfrm>
        </p:spPr>
        <p:txBody>
          <a:bodyPr/>
          <a:lstStyle>
            <a:lvl1pPr algn="ctr">
              <a:defRPr sz="700" b="0" spc="-52" baseline="0"/>
            </a:lvl1pPr>
          </a:lstStyle>
          <a:p>
            <a:fld id="{504A1324-50B9-44BD-8597-643A09D10686}" type="datetime1">
              <a:rPr lang="ko-KR" altLang="en-US" smtClean="0"/>
              <a:pPr/>
              <a:t>2025-04-09</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1955800" y="270100"/>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14" name="텍스트 개체 틀 12">
            <a:extLst>
              <a:ext uri="{FF2B5EF4-FFF2-40B4-BE49-F238E27FC236}">
                <a16:creationId xmlns:a16="http://schemas.microsoft.com/office/drawing/2014/main" id="{B61DA27D-2791-0307-20B7-58D32AF58E3F}"/>
              </a:ext>
            </a:extLst>
          </p:cNvPr>
          <p:cNvSpPr>
            <a:spLocks noGrp="1"/>
          </p:cNvSpPr>
          <p:nvPr>
            <p:ph type="body" sz="quarter" idx="14" hasCustomPrompt="1"/>
          </p:nvPr>
        </p:nvSpPr>
        <p:spPr>
          <a:xfrm>
            <a:off x="9360823" y="276328"/>
            <a:ext cx="134877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Screen ID </a:t>
            </a:r>
            <a:endParaRPr lang="ko-KR" altLang="en-US" dirty="0"/>
          </a:p>
        </p:txBody>
      </p:sp>
    </p:spTree>
    <p:extLst>
      <p:ext uri="{BB962C8B-B14F-4D97-AF65-F5344CB8AC3E}">
        <p14:creationId xmlns:p14="http://schemas.microsoft.com/office/powerpoint/2010/main" val="3300462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066124542"/>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79976" y="318927"/>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1146317" y="321725"/>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637256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419371118"/>
              </p:ext>
            </p:extLst>
          </p:nvPr>
        </p:nvGraphicFramePr>
        <p:xfrm>
          <a:off x="135409" y="96078"/>
          <a:ext cx="11906307" cy="412669"/>
        </p:xfrm>
        <a:graphic>
          <a:graphicData uri="http://schemas.openxmlformats.org/drawingml/2006/table">
            <a:tbl>
              <a:tblPr/>
              <a:tblGrid>
                <a:gridCol w="2002297">
                  <a:extLst>
                    <a:ext uri="{9D8B030D-6E8A-4147-A177-3AD203B41FA5}">
                      <a16:colId xmlns:a16="http://schemas.microsoft.com/office/drawing/2014/main" val="20000"/>
                    </a:ext>
                  </a:extLst>
                </a:gridCol>
                <a:gridCol w="1651313">
                  <a:extLst>
                    <a:ext uri="{9D8B030D-6E8A-4147-A177-3AD203B41FA5}">
                      <a16:colId xmlns:a16="http://schemas.microsoft.com/office/drawing/2014/main" val="20001"/>
                    </a:ext>
                  </a:extLst>
                </a:gridCol>
                <a:gridCol w="4143956">
                  <a:extLst>
                    <a:ext uri="{9D8B030D-6E8A-4147-A177-3AD203B41FA5}">
                      <a16:colId xmlns:a16="http://schemas.microsoft.com/office/drawing/2014/main" val="20002"/>
                    </a:ext>
                  </a:extLst>
                </a:gridCol>
                <a:gridCol w="2587778">
                  <a:extLst>
                    <a:ext uri="{9D8B030D-6E8A-4147-A177-3AD203B41FA5}">
                      <a16:colId xmlns:a16="http://schemas.microsoft.com/office/drawing/2014/main" val="20003"/>
                    </a:ext>
                  </a:extLst>
                </a:gridCol>
                <a:gridCol w="1520963">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348440" y="324395"/>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7864"/>
            <a:ext cx="4039101" cy="147191"/>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8001000" y="311331"/>
            <a:ext cx="2457450" cy="169627"/>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0595919" y="317864"/>
            <a:ext cx="1377006" cy="156563"/>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3" name="그림 2">
            <a:extLst>
              <a:ext uri="{FF2B5EF4-FFF2-40B4-BE49-F238E27FC236}">
                <a16:creationId xmlns:a16="http://schemas.microsoft.com/office/drawing/2014/main" id="{DBC11DF1-86AD-B69B-446F-F2B07C9296B0}"/>
              </a:ext>
            </a:extLst>
          </p:cNvPr>
          <p:cNvPicPr>
            <a:picLocks noChangeAspect="1"/>
          </p:cNvPicPr>
          <p:nvPr userDrawn="1"/>
        </p:nvPicPr>
        <p:blipFill rotWithShape="1">
          <a:blip r:embed="rId2"/>
          <a:srcRect t="999" r="11051" b="8510"/>
          <a:stretch/>
        </p:blipFill>
        <p:spPr>
          <a:xfrm>
            <a:off x="150282" y="556133"/>
            <a:ext cx="9805171" cy="6205789"/>
          </a:xfrm>
          <a:prstGeom prst="rect">
            <a:avLst/>
          </a:prstGeom>
        </p:spPr>
      </p:pic>
      <p:sp>
        <p:nvSpPr>
          <p:cNvPr id="4" name="직사각형 3">
            <a:extLst>
              <a:ext uri="{FF2B5EF4-FFF2-40B4-BE49-F238E27FC236}">
                <a16:creationId xmlns:a16="http://schemas.microsoft.com/office/drawing/2014/main" id="{E1D9EE39-5BAF-F1E8-058E-B608A072D006}"/>
              </a:ext>
            </a:extLst>
          </p:cNvPr>
          <p:cNvSpPr/>
          <p:nvPr userDrawn="1"/>
        </p:nvSpPr>
        <p:spPr>
          <a:xfrm>
            <a:off x="1562100" y="590550"/>
            <a:ext cx="8394700"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F9540FA8-EEF6-814F-F4C8-6F525D268FE8}"/>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60300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7" y="556133"/>
            <a:ext cx="7799708"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012722" y="556133"/>
            <a:ext cx="4028994"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012723" y="561378"/>
            <a:ext cx="4028994"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163787936"/>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관리기 구축</a:t>
                      </a:r>
                      <a:r>
                        <a:rPr kumimoji="1" lang="en-US" altLang="ko-KR" sz="800" b="0" i="0" u="none" strike="noStrike" cap="none" spc="-60" normalizeH="0" baseline="0" dirty="0">
                          <a:ln>
                            <a:noFill/>
                          </a:ln>
                          <a:solidFill>
                            <a:srgbClr val="1C1C1C"/>
                          </a:solidFill>
                          <a:effectLst/>
                          <a:latin typeface="+mn-ea"/>
                          <a:ea typeface="+mn-ea"/>
                        </a:rPr>
                        <a:t> </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53600" y="314242"/>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070997B8-ACC0-D1D1-AC27-F9836B923B45}"/>
              </a:ext>
            </a:extLst>
          </p:cNvPr>
          <p:cNvSpPr>
            <a:spLocks noGrp="1"/>
          </p:cNvSpPr>
          <p:nvPr>
            <p:ph type="body" sz="quarter" idx="17"/>
          </p:nvPr>
        </p:nvSpPr>
        <p:spPr>
          <a:xfrm>
            <a:off x="11056066" y="325459"/>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4" name="그림 3">
            <a:extLst>
              <a:ext uri="{FF2B5EF4-FFF2-40B4-BE49-F238E27FC236}">
                <a16:creationId xmlns:a16="http://schemas.microsoft.com/office/drawing/2014/main" id="{D399DE66-824F-A706-F054-FEB2EE1D2E98}"/>
              </a:ext>
            </a:extLst>
          </p:cNvPr>
          <p:cNvPicPr>
            <a:picLocks noChangeAspect="1"/>
          </p:cNvPicPr>
          <p:nvPr userDrawn="1"/>
        </p:nvPicPr>
        <p:blipFill rotWithShape="1">
          <a:blip r:embed="rId2"/>
          <a:srcRect t="999" r="29313" b="8510"/>
          <a:stretch/>
        </p:blipFill>
        <p:spPr>
          <a:xfrm>
            <a:off x="150283" y="556133"/>
            <a:ext cx="7792102" cy="6205789"/>
          </a:xfrm>
          <a:prstGeom prst="rect">
            <a:avLst/>
          </a:prstGeom>
        </p:spPr>
      </p:pic>
      <p:sp>
        <p:nvSpPr>
          <p:cNvPr id="5" name="직사각형 4">
            <a:extLst>
              <a:ext uri="{FF2B5EF4-FFF2-40B4-BE49-F238E27FC236}">
                <a16:creationId xmlns:a16="http://schemas.microsoft.com/office/drawing/2014/main" id="{085A526C-5E2E-68DB-2496-670E8A310553}"/>
              </a:ext>
            </a:extLst>
          </p:cNvPr>
          <p:cNvSpPr/>
          <p:nvPr userDrawn="1"/>
        </p:nvSpPr>
        <p:spPr>
          <a:xfrm>
            <a:off x="1569706" y="556133"/>
            <a:ext cx="6380285"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7B057C9C-B16C-3AB6-9DB7-3BD8B39A7482}"/>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65059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28595710"/>
              </p:ext>
            </p:extLst>
          </p:nvPr>
        </p:nvGraphicFramePr>
        <p:xfrm>
          <a:off x="142675" y="108512"/>
          <a:ext cx="11921182" cy="357333"/>
        </p:xfrm>
        <a:graphic>
          <a:graphicData uri="http://schemas.openxmlformats.org/drawingml/2006/table">
            <a:tbl>
              <a:tblPr/>
              <a:tblGrid>
                <a:gridCol w="2004798">
                  <a:extLst>
                    <a:ext uri="{9D8B030D-6E8A-4147-A177-3AD203B41FA5}">
                      <a16:colId xmlns:a16="http://schemas.microsoft.com/office/drawing/2014/main" val="20000"/>
                    </a:ext>
                  </a:extLst>
                </a:gridCol>
                <a:gridCol w="3356600">
                  <a:extLst>
                    <a:ext uri="{9D8B030D-6E8A-4147-A177-3AD203B41FA5}">
                      <a16:colId xmlns:a16="http://schemas.microsoft.com/office/drawing/2014/main" val="20001"/>
                    </a:ext>
                  </a:extLst>
                </a:gridCol>
                <a:gridCol w="3514056">
                  <a:extLst>
                    <a:ext uri="{9D8B030D-6E8A-4147-A177-3AD203B41FA5}">
                      <a16:colId xmlns:a16="http://schemas.microsoft.com/office/drawing/2014/main" val="20002"/>
                    </a:ext>
                  </a:extLst>
                </a:gridCol>
                <a:gridCol w="1522864">
                  <a:extLst>
                    <a:ext uri="{9D8B030D-6E8A-4147-A177-3AD203B41FA5}">
                      <a16:colId xmlns:a16="http://schemas.microsoft.com/office/drawing/2014/main" val="20003"/>
                    </a:ext>
                  </a:extLst>
                </a:gridCol>
                <a:gridCol w="1522864">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5638847" y="243766"/>
            <a:ext cx="3115613" cy="249358"/>
          </a:xfrm>
        </p:spPr>
        <p:txBody>
          <a:bodyPr>
            <a:normAutofit/>
          </a:bodyPr>
          <a:lstStyle>
            <a:lvl1pPr algn="ctr">
              <a:defRPr sz="693"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9102098" y="287178"/>
            <a:ext cx="1348774" cy="162534"/>
          </a:xfrm>
        </p:spPr>
        <p:txBody>
          <a:bodyPr/>
          <a:lstStyle>
            <a:lvl1pPr algn="ctr">
              <a:defRPr sz="700" b="0" spc="-52" baseline="0"/>
            </a:lvl1pPr>
          </a:lstStyle>
          <a:p>
            <a:fld id="{504A1324-50B9-44BD-8597-643A09D10686}" type="datetime1">
              <a:rPr lang="ko-KR" altLang="en-US" smtClean="0"/>
              <a:pPr/>
              <a:t>2025-04-09</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2333123" y="281987"/>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Tree>
    <p:extLst>
      <p:ext uri="{BB962C8B-B14F-4D97-AF65-F5344CB8AC3E}">
        <p14:creationId xmlns:p14="http://schemas.microsoft.com/office/powerpoint/2010/main" val="2324695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15_화면상단레이아웃_그레이">
    <p:spTree>
      <p:nvGrpSpPr>
        <p:cNvPr id="1" name=""/>
        <p:cNvGrpSpPr/>
        <p:nvPr/>
      </p:nvGrpSpPr>
      <p:grpSpPr>
        <a:xfrm>
          <a:off x="0" y="0"/>
          <a:ext cx="0" cy="0"/>
          <a:chOff x="0" y="0"/>
          <a:chExt cx="0" cy="0"/>
        </a:xfrm>
      </p:grpSpPr>
      <p:graphicFrame>
        <p:nvGraphicFramePr>
          <p:cNvPr id="4" name="Group 46">
            <a:extLst>
              <a:ext uri="{FF2B5EF4-FFF2-40B4-BE49-F238E27FC236}">
                <a16:creationId xmlns:a16="http://schemas.microsoft.com/office/drawing/2014/main" id="{295FF059-79A5-2F7C-0896-4F2681F7342D}"/>
              </a:ext>
            </a:extLst>
          </p:cNvPr>
          <p:cNvGraphicFramePr>
            <a:graphicFrameLocks noGrp="1"/>
          </p:cNvGraphicFramePr>
          <p:nvPr userDrawn="1">
            <p:extLst>
              <p:ext uri="{D42A27DB-BD31-4B8C-83A1-F6EECF244321}">
                <p14:modId xmlns:p14="http://schemas.microsoft.com/office/powerpoint/2010/main" val="2570884465"/>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dirty="0" err="1">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
        <p:nvSpPr>
          <p:cNvPr id="22" name="텍스트 개체 틀 21">
            <a:extLst>
              <a:ext uri="{FF2B5EF4-FFF2-40B4-BE49-F238E27FC236}">
                <a16:creationId xmlns:a16="http://schemas.microsoft.com/office/drawing/2014/main" id="{B9289445-4A17-91FD-F2C3-DB0315CC7C33}"/>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4" name="텍스트 개체 틀 23">
            <a:extLst>
              <a:ext uri="{FF2B5EF4-FFF2-40B4-BE49-F238E27FC236}">
                <a16:creationId xmlns:a16="http://schemas.microsoft.com/office/drawing/2014/main" id="{B170FA8D-9DD3-A0DF-0717-E5F4938BBAD8}"/>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428392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396736159"/>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11020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7994395"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275900" y="563939"/>
            <a:ext cx="3765816" cy="212237"/>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275901" y="561378"/>
            <a:ext cx="376581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255058382"/>
              </p:ext>
            </p:extLst>
          </p:nvPr>
        </p:nvGraphicFramePr>
        <p:xfrm>
          <a:off x="135409" y="96077"/>
          <a:ext cx="11921181" cy="420993"/>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86145">
                  <a:extLst>
                    <a:ext uri="{9D8B030D-6E8A-4147-A177-3AD203B41FA5}">
                      <a16:colId xmlns:a16="http://schemas.microsoft.com/office/drawing/2014/main" val="20002"/>
                    </a:ext>
                  </a:extLst>
                </a:gridCol>
                <a:gridCol w="2289552">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79044">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41949">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7609240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9479223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
        <p:nvSpPr>
          <p:cNvPr id="3" name="날짜 개체 틀 2"/>
          <p:cNvSpPr>
            <a:spLocks noGrp="1"/>
          </p:cNvSpPr>
          <p:nvPr>
            <p:ph type="dt" sz="half" idx="10"/>
          </p:nvPr>
        </p:nvSpPr>
        <p:spPr/>
        <p:txBody>
          <a:bodyPr/>
          <a:lstStyle/>
          <a:p>
            <a:fld id="{F5F14F84-101F-47FB-8969-AEADC03E37C5}" type="datetime1">
              <a:rPr lang="ko-KR" altLang="en-US" smtClean="0"/>
              <a:pPr/>
              <a:t>2025-04-09</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6895BC2-7856-472F-9654-3A892AB34D75}" type="slidenum">
              <a:rPr lang="ko-KR" altLang="en-US" smtClean="0"/>
              <a:pPr/>
              <a:t>‹#›</a:t>
            </a:fld>
            <a:endParaRPr lang="ko-KR" altLang="en-US"/>
          </a:p>
        </p:txBody>
      </p:sp>
      <p:sp>
        <p:nvSpPr>
          <p:cNvPr id="6" name="직사각형 5"/>
          <p:cNvSpPr/>
          <p:nvPr userDrawn="1"/>
        </p:nvSpPr>
        <p:spPr bwMode="auto">
          <a:xfrm>
            <a:off x="1" y="1932851"/>
            <a:ext cx="12191999" cy="1558316"/>
          </a:xfrm>
          <a:prstGeom prst="rect">
            <a:avLst/>
          </a:prstGeom>
          <a:solidFill>
            <a:schemeClr val="bg1">
              <a:lumMod val="95000"/>
            </a:schemeClr>
          </a:solidFill>
          <a:ln w="3175" algn="ctr">
            <a:noFill/>
            <a:prstDash val="solid"/>
            <a:round/>
            <a:headEnd/>
            <a:tailEnd/>
          </a:ln>
        </p:spPr>
        <p:txBody>
          <a:bodyPr rtlCol="0" anchor="ctr"/>
          <a:lstStyle/>
          <a:p>
            <a:pPr algn="ctr" defTabSz="871333"/>
            <a:endParaRPr lang="ko-KR" altLang="en-US" sz="693" dirty="0">
              <a:latin typeface="돋움" pitchFamily="50" charset="-127"/>
              <a:ea typeface="돋움" pitchFamily="50" charset="-127"/>
            </a:endParaRPr>
          </a:p>
        </p:txBody>
      </p:sp>
      <p:sp>
        <p:nvSpPr>
          <p:cNvPr id="2" name="제목 1"/>
          <p:cNvSpPr>
            <a:spLocks noGrp="1"/>
          </p:cNvSpPr>
          <p:nvPr>
            <p:ph type="title"/>
          </p:nvPr>
        </p:nvSpPr>
        <p:spPr>
          <a:xfrm>
            <a:off x="0" y="2119868"/>
            <a:ext cx="12192000" cy="1143000"/>
          </a:xfrm>
        </p:spPr>
        <p:txBody>
          <a:bodyPr>
            <a:normAutofit/>
          </a:bodyPr>
          <a:lstStyle>
            <a:lvl1pPr>
              <a:defRPr sz="2770" spc="-52" baseline="0">
                <a:latin typeface="HY헤드라인M" pitchFamily="18" charset="-127"/>
                <a:ea typeface="HY헤드라인M" pitchFamily="18" charset="-127"/>
              </a:defRPr>
            </a:lvl1pPr>
          </a:lstStyle>
          <a:p>
            <a:r>
              <a:rPr lang="ko-KR" altLang="en-US" dirty="0"/>
              <a:t>마스터 제목 스타일 편집</a:t>
            </a:r>
          </a:p>
        </p:txBody>
      </p:sp>
    </p:spTree>
    <p:extLst>
      <p:ext uri="{BB962C8B-B14F-4D97-AF65-F5344CB8AC3E}">
        <p14:creationId xmlns:p14="http://schemas.microsoft.com/office/powerpoint/2010/main" val="26079392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1DB526-052B-CA1A-651E-3F0747B1DC5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86CB4A95-08B0-7B87-46C1-57C958929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E95820A-F30E-5702-A6C9-3411B707961B}"/>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86BF04A-F655-DA02-B0B2-5D9D318C9D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F5E68E-968A-D0D7-9FC3-42C934A14DC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22025870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1286EC-D967-2096-9573-432579E408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5FF012-3CB9-C30E-37A0-250B852F12C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AFCBDDA-A257-4175-635C-96ACEB26354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08024E4-E827-A6CA-BB7B-7C5BF1D43C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86A8B-CC25-D4E3-3048-54B218EFACD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7163491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A16A-0594-9F3E-ADE3-235ED426793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683ED78-CD9A-43CC-D577-89BEA7425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79A7F2D-1D7A-32DF-A140-8083FB6F467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E00E511-C763-AF7F-109B-764E1E1B35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6F652-2466-C44D-2230-116AB8061B1C}"/>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918256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43EAF-8228-A12E-38CE-4D0C74B23F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C2E77E-E6B9-F260-C840-677A520F683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83BA875-A334-4AE9-10B4-AC431F95DBD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C9E1FE-D298-6C02-B5BE-7555568592A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50B6A96-7C5E-459D-F346-E71C3AF8EA5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E59361-7FFC-9CC2-9DB7-F44D7C239FE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8281356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4A8413-9B5B-4E66-968F-CB569105D42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79A015B-99CE-7B8F-D4FE-E66AE787E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DAAF45E-9A36-93A1-79C7-5C2C32BBAC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5232659-803F-723C-1AC2-388FF3F7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A84CE10-FC95-C438-3D8C-0975FDBD74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BADC5D9-49C4-2FC2-E077-E941342B7F42}"/>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E3195473-B206-3D26-6318-49A351E367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53C9A3-163F-DF8A-3C7B-F379507EB06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014917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CF7D4A-C2A9-BE73-7FA1-9F4B513154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FD6F8E-D7AB-0659-8228-DDAE1247F4B5}"/>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6A68D9B3-9881-12DC-8725-0313E90891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3A3DFA8-3DDF-FF18-7D7B-CC361D63F246}"/>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562793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EF0055A-55FC-D597-AE8B-6CCF03D73286}"/>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D0FCA65A-8A75-9970-E7BA-0C1D804ECDF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3C8D0E6-AB24-7C5F-17D8-9E333BA347F9}"/>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486187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E8AC2F-027F-1E3A-6B54-EC6F1167E2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83DD431-1793-6DCA-E22B-86E09B345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13F23F-91DE-D28F-7BE3-FF9E8334B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0CA9E10-6054-BD62-B71D-098DA3BEF4C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9694A7A-8F09-640A-0676-A32E6A5FA72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84F85C3-CD2F-5A1C-8064-1CA26D17E31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273647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9A27E2-AD27-DBAC-135C-9E828C65688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70E6E69-E045-A30D-EC85-AF05DA412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90E9F16-033A-7258-4674-18EB40F4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20819E-0FAC-AF76-E598-112661B1FAE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8160C980-B1CD-3382-D9AA-AA91738A64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0038FC-7C65-DDB3-3639-F6359FEEA97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5975820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19E130-A10B-E17E-2728-23EA0513439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4226912-145D-22EE-D550-0515F399143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E4A1E3-4484-B25A-3684-76847D1B036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F588227-8E8F-D14F-A605-5207107698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BA13DEC-C0C1-DF58-FF0F-1B7F67D007D5}"/>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308917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4E17FB3-2C82-5B1E-B6D5-A6545C091DD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69DC27B-0C23-F59A-E5E1-0CC0D3B4B97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D1C7C7-9116-DE5C-F62D-CE593D3A78D6}"/>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0B7DBBB-3532-9E48-3217-24DB491B2C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5B2A3-B4D7-8DC7-7D71-B81D6495E0C7}"/>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9210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0DFACE7-1878-A978-96A0-017483365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BCD7EB2-B428-7CB7-A577-0598E532E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D5512D6-9864-048D-ACEF-FA3D2ACB9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ABCC5FAE-E766-00C7-3FC8-59EC53EFB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C38E936-3AFD-ACDE-8391-B15E97975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559331267"/>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6" r:id="rId3"/>
    <p:sldLayoutId id="214748367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74" r:id="rId16"/>
    <p:sldLayoutId id="2147483681" r:id="rId17"/>
    <p:sldLayoutId id="2147483684" r:id="rId18"/>
    <p:sldLayoutId id="2147483686" r:id="rId19"/>
    <p:sldLayoutId id="2147483685" r:id="rId20"/>
    <p:sldLayoutId id="2147483682" r:id="rId21"/>
    <p:sldLayoutId id="2147483683" r:id="rId22"/>
    <p:sldLayoutId id="2147483687" r:id="rId23"/>
    <p:sldLayoutId id="2147483690" r:id="rId24"/>
    <p:sldLayoutId id="2147483688" r:id="rId25"/>
    <p:sldLayoutId id="2147483689" r:id="rId26"/>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F1214EF-932F-C63F-A1CF-0BA982032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95E1B0A-E79E-AA59-A569-8D9F4CB5C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18CAF7-B323-4D5B-5796-9E1DD35DA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8C5439D7-020C-FA22-2AC9-711797D10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8CC3FF0-6586-5483-0FB8-F5D6506E5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672536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6F26CA7-932B-DDBA-63A5-B4A3FD6ED9DE}"/>
              </a:ext>
            </a:extLst>
          </p:cNvPr>
          <p:cNvSpPr>
            <a:spLocks noGrp="1"/>
          </p:cNvSpPr>
          <p:nvPr>
            <p:ph type="body" sz="quarter" idx="10"/>
          </p:nvPr>
        </p:nvSpPr>
        <p:spPr/>
        <p:txBody>
          <a:bodyPr>
            <a:normAutofit lnSpcReduction="10000"/>
          </a:bodyPr>
          <a:lstStyle/>
          <a:p>
            <a:r>
              <a:rPr lang="en-US" altLang="ko-KR" dirty="0"/>
              <a:t>0.2</a:t>
            </a:r>
            <a:endParaRPr lang="ko-KR" altLang="en-US" dirty="0"/>
          </a:p>
        </p:txBody>
      </p:sp>
      <p:sp>
        <p:nvSpPr>
          <p:cNvPr id="3" name="텍스트 개체 틀 2">
            <a:extLst>
              <a:ext uri="{FF2B5EF4-FFF2-40B4-BE49-F238E27FC236}">
                <a16:creationId xmlns:a16="http://schemas.microsoft.com/office/drawing/2014/main" id="{B785933B-3C7A-E937-CE8F-05DA69641A2E}"/>
              </a:ext>
            </a:extLst>
          </p:cNvPr>
          <p:cNvSpPr>
            <a:spLocks noGrp="1"/>
          </p:cNvSpPr>
          <p:nvPr>
            <p:ph type="body" sz="quarter" idx="11"/>
          </p:nvPr>
        </p:nvSpPr>
        <p:spPr/>
        <p:txBody>
          <a:bodyPr>
            <a:normAutofit lnSpcReduction="10000"/>
          </a:bodyPr>
          <a:lstStyle/>
          <a:p>
            <a:r>
              <a:rPr lang="en-US" altLang="ko-KR" dirty="0"/>
              <a:t>2025.04.03</a:t>
            </a:r>
          </a:p>
        </p:txBody>
      </p:sp>
      <p:sp>
        <p:nvSpPr>
          <p:cNvPr id="4" name="텍스트 개체 틀 3">
            <a:extLst>
              <a:ext uri="{FF2B5EF4-FFF2-40B4-BE49-F238E27FC236}">
                <a16:creationId xmlns:a16="http://schemas.microsoft.com/office/drawing/2014/main" id="{AD6A25ED-FFA7-EF8F-4E64-C38E62B0CE8D}"/>
              </a:ext>
            </a:extLst>
          </p:cNvPr>
          <p:cNvSpPr>
            <a:spLocks noGrp="1"/>
          </p:cNvSpPr>
          <p:nvPr>
            <p:ph type="body" sz="quarter" idx="12"/>
          </p:nvPr>
        </p:nvSpPr>
        <p:spPr/>
        <p:txBody>
          <a:bodyPr>
            <a:normAutofit fontScale="92500"/>
          </a:bodyPr>
          <a:lstStyle/>
          <a:p>
            <a:pPr marL="0" indent="0">
              <a:buNone/>
            </a:pPr>
            <a:r>
              <a:rPr lang="en-US" altLang="ko-KR" dirty="0" err="1"/>
              <a:t>Team_PalpalDev</a:t>
            </a:r>
            <a:r>
              <a:rPr lang="en-US" altLang="ko-KR" dirty="0"/>
              <a:t>!</a:t>
            </a:r>
            <a:endParaRPr lang="ko-KR" altLang="en-US" dirty="0"/>
          </a:p>
        </p:txBody>
      </p:sp>
      <p:sp>
        <p:nvSpPr>
          <p:cNvPr id="5" name="제목 4">
            <a:extLst>
              <a:ext uri="{FF2B5EF4-FFF2-40B4-BE49-F238E27FC236}">
                <a16:creationId xmlns:a16="http://schemas.microsoft.com/office/drawing/2014/main" id="{30F81792-4FB8-83F7-971C-F6EB5213DFD3}"/>
              </a:ext>
            </a:extLst>
          </p:cNvPr>
          <p:cNvSpPr>
            <a:spLocks noGrp="1"/>
          </p:cNvSpPr>
          <p:nvPr>
            <p:ph type="title"/>
          </p:nvPr>
        </p:nvSpPr>
        <p:spPr/>
        <p:txBody>
          <a:bodyPr/>
          <a:lstStyle/>
          <a:p>
            <a:r>
              <a:rPr lang="ko-KR" altLang="en-US" dirty="0" err="1"/>
              <a:t>든든하이</a:t>
            </a:r>
            <a:r>
              <a:rPr lang="en-US" altLang="ko-KR" dirty="0"/>
              <a:t>! </a:t>
            </a:r>
            <a:r>
              <a:rPr lang="ko-KR" altLang="en-US" dirty="0"/>
              <a:t>스토리보드 </a:t>
            </a:r>
            <a:r>
              <a:rPr lang="en-US" altLang="ko-KR" dirty="0"/>
              <a:t>v0.2</a:t>
            </a:r>
            <a:r>
              <a:rPr lang="ko-KR" altLang="en-US" dirty="0"/>
              <a:t> </a:t>
            </a:r>
          </a:p>
        </p:txBody>
      </p:sp>
    </p:spTree>
    <p:extLst>
      <p:ext uri="{BB962C8B-B14F-4D97-AF65-F5344CB8AC3E}">
        <p14:creationId xmlns:p14="http://schemas.microsoft.com/office/powerpoint/2010/main" val="2366315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val="2916251284"/>
              </p:ext>
            </p:extLst>
          </p:nvPr>
        </p:nvGraphicFramePr>
        <p:xfrm>
          <a:off x="867104" y="1700808"/>
          <a:ext cx="10127027" cy="4214374"/>
        </p:xfrm>
        <a:graphic>
          <a:graphicData uri="http://schemas.openxmlformats.org/drawingml/2006/table">
            <a:tbl>
              <a:tblPr>
                <a:tableStyleId>{5C22544A-7EE6-4342-B048-85BDC9FD1C3A}</a:tableStyleId>
              </a:tblPr>
              <a:tblGrid>
                <a:gridCol w="647656">
                  <a:extLst>
                    <a:ext uri="{9D8B030D-6E8A-4147-A177-3AD203B41FA5}">
                      <a16:colId xmlns:a16="http://schemas.microsoft.com/office/drawing/2014/main" val="20000"/>
                    </a:ext>
                  </a:extLst>
                </a:gridCol>
                <a:gridCol w="824294">
                  <a:extLst>
                    <a:ext uri="{9D8B030D-6E8A-4147-A177-3AD203B41FA5}">
                      <a16:colId xmlns:a16="http://schemas.microsoft.com/office/drawing/2014/main" val="20001"/>
                    </a:ext>
                  </a:extLst>
                </a:gridCol>
                <a:gridCol w="939885">
                  <a:extLst>
                    <a:ext uri="{9D8B030D-6E8A-4147-A177-3AD203B41FA5}">
                      <a16:colId xmlns:a16="http://schemas.microsoft.com/office/drawing/2014/main" val="1621773451"/>
                    </a:ext>
                  </a:extLst>
                </a:gridCol>
                <a:gridCol w="6360995">
                  <a:extLst>
                    <a:ext uri="{9D8B030D-6E8A-4147-A177-3AD203B41FA5}">
                      <a16:colId xmlns:a16="http://schemas.microsoft.com/office/drawing/2014/main" val="20002"/>
                    </a:ext>
                  </a:extLst>
                </a:gridCol>
                <a:gridCol w="706536">
                  <a:extLst>
                    <a:ext uri="{9D8B030D-6E8A-4147-A177-3AD203B41FA5}">
                      <a16:colId xmlns:a16="http://schemas.microsoft.com/office/drawing/2014/main" val="20004"/>
                    </a:ext>
                  </a:extLst>
                </a:gridCol>
                <a:gridCol w="647661">
                  <a:extLst>
                    <a:ext uri="{9D8B030D-6E8A-4147-A177-3AD203B41FA5}">
                      <a16:colId xmlns:a16="http://schemas.microsoft.com/office/drawing/2014/main" val="20005"/>
                    </a:ext>
                  </a:extLst>
                </a:gridCol>
              </a:tblGrid>
              <a:tr h="358294">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File name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Writer.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1340">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r>
                        <a:rPr lang="ko-KR" altLang="en-US" sz="900" dirty="0">
                          <a:solidFill>
                            <a:schemeClr val="tx1"/>
                          </a:solidFill>
                        </a:rPr>
                        <a:t>로그인</a:t>
                      </a:r>
                      <a:r>
                        <a:rPr lang="en-US" altLang="ko-KR" sz="900" dirty="0">
                          <a:solidFill>
                            <a:schemeClr val="tx1"/>
                          </a:solidFill>
                        </a:rPr>
                        <a:t>, </a:t>
                      </a:r>
                      <a:r>
                        <a:rPr lang="ko-KR" altLang="en-US" sz="900" dirty="0">
                          <a:solidFill>
                            <a:schemeClr val="tx1"/>
                          </a:solidFill>
                        </a:rPr>
                        <a:t>회원가입</a:t>
                      </a:r>
                      <a:r>
                        <a:rPr lang="en-US" altLang="ko-KR" sz="900" dirty="0">
                          <a:solidFill>
                            <a:schemeClr val="tx1"/>
                          </a:solidFill>
                        </a:rPr>
                        <a:t>(</a:t>
                      </a:r>
                      <a:r>
                        <a:rPr lang="ko-KR" altLang="en-US" sz="900" dirty="0">
                          <a:solidFill>
                            <a:schemeClr val="tx1"/>
                          </a:solidFill>
                        </a:rPr>
                        <a:t>어르신</a:t>
                      </a:r>
                      <a:r>
                        <a:rPr lang="en-US" altLang="ko-KR" sz="900" dirty="0">
                          <a:solidFill>
                            <a:schemeClr val="tx1"/>
                          </a:solidFill>
                        </a:rPr>
                        <a:t>, </a:t>
                      </a:r>
                      <a:r>
                        <a:rPr lang="ko-KR" altLang="en-US" sz="900" dirty="0">
                          <a:solidFill>
                            <a:schemeClr val="tx1"/>
                          </a:solidFill>
                        </a:rPr>
                        <a:t>보호자</a:t>
                      </a:r>
                      <a:r>
                        <a:rPr lang="en-US" altLang="ko-KR" sz="900" dirty="0">
                          <a:solidFill>
                            <a:schemeClr val="tx1"/>
                          </a:solidFill>
                        </a:rPr>
                        <a:t>) </a:t>
                      </a:r>
                      <a:r>
                        <a:rPr lang="ko-KR" altLang="en-US" sz="900" dirty="0">
                          <a:solidFill>
                            <a:schemeClr val="tx1"/>
                          </a:solidFill>
                        </a:rPr>
                        <a:t>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조예지</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rPr>
                        <a:t>메인</a:t>
                      </a:r>
                      <a:r>
                        <a:rPr lang="en-US" altLang="ko-KR" sz="900" dirty="0">
                          <a:solidFill>
                            <a:schemeClr val="tx1"/>
                          </a:solidFill>
                        </a:rPr>
                        <a:t>, </a:t>
                      </a:r>
                      <a:r>
                        <a:rPr lang="ko-KR" altLang="en-US" sz="900" dirty="0">
                          <a:solidFill>
                            <a:schemeClr val="tx1"/>
                          </a:solidFill>
                        </a:rPr>
                        <a:t>메인 기능</a:t>
                      </a:r>
                      <a:r>
                        <a:rPr lang="en-US" altLang="ko-KR" sz="900" dirty="0">
                          <a:solidFill>
                            <a:schemeClr val="tx1"/>
                          </a:solidFill>
                        </a:rPr>
                        <a:t>, </a:t>
                      </a:r>
                      <a:r>
                        <a:rPr lang="ko-KR" altLang="en-US" sz="900" dirty="0" err="1">
                          <a:solidFill>
                            <a:schemeClr val="tx1"/>
                          </a:solidFill>
                        </a:rPr>
                        <a:t>재접속</a:t>
                      </a:r>
                      <a:r>
                        <a:rPr lang="ko-KR" altLang="en-US" sz="900" dirty="0">
                          <a:solidFill>
                            <a:schemeClr val="tx1"/>
                          </a:solidFill>
                        </a:rPr>
                        <a:t> 팝업 초안</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한문섭</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마이페이지</a:t>
                      </a:r>
                      <a:r>
                        <a:rPr lang="en-US" altLang="ko-KR" sz="900" dirty="0">
                          <a:solidFill>
                            <a:schemeClr val="tx1"/>
                          </a:solidFill>
                          <a:latin typeface="+mn-ea"/>
                          <a:ea typeface="+mn-ea"/>
                        </a:rPr>
                        <a:t>, </a:t>
                      </a:r>
                      <a:r>
                        <a:rPr lang="ko-KR" altLang="en-US" sz="900" dirty="0">
                          <a:solidFill>
                            <a:schemeClr val="tx1"/>
                          </a:solidFill>
                          <a:latin typeface="+mn-ea"/>
                          <a:ea typeface="+mn-ea"/>
                        </a:rPr>
                        <a:t>내 주변</a:t>
                      </a:r>
                      <a:r>
                        <a:rPr lang="en-US" altLang="ko-KR" sz="900" dirty="0">
                          <a:solidFill>
                            <a:schemeClr val="tx1"/>
                          </a:solidFill>
                          <a:latin typeface="+mn-ea"/>
                          <a:ea typeface="+mn-ea"/>
                        </a:rPr>
                        <a:t>, </a:t>
                      </a:r>
                      <a:r>
                        <a:rPr lang="ko-KR" altLang="en-US" sz="900" dirty="0">
                          <a:solidFill>
                            <a:schemeClr val="tx1"/>
                          </a:solidFill>
                          <a:latin typeface="+mn-ea"/>
                          <a:ea typeface="+mn-ea"/>
                        </a:rPr>
                        <a:t>문화센터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최은재</a:t>
                      </a:r>
                      <a:endParaRPr lang="en-US" altLang="ko-KR"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latin typeface="+mn-ea"/>
                          <a:ea typeface="+mn-ea"/>
                        </a:rPr>
                        <a:t>고객센터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mn-cs"/>
                        </a:rPr>
                        <a:t> 2025.04.02</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취합 및 </a:t>
                      </a:r>
                      <a:r>
                        <a:rPr lang="en-US" altLang="ko-KR" sz="900" dirty="0">
                          <a:solidFill>
                            <a:schemeClr val="tx1"/>
                          </a:solidFill>
                          <a:latin typeface="+mn-ea"/>
                          <a:ea typeface="+mn-ea"/>
                        </a:rPr>
                        <a:t>v0.1 </a:t>
                      </a:r>
                      <a:r>
                        <a:rPr lang="ko-KR" altLang="en-US" sz="900" dirty="0">
                          <a:solidFill>
                            <a:schemeClr val="tx1"/>
                          </a:solidFill>
                          <a:latin typeface="+mn-ea"/>
                          <a:ea typeface="+mn-ea"/>
                        </a:rPr>
                        <a:t>작성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5"/>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414264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094792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7273238"/>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870541768"/>
                  </a:ext>
                </a:extLst>
              </a:tr>
            </a:tbl>
          </a:graphicData>
        </a:graphic>
      </p:graphicFrame>
      <p:sp>
        <p:nvSpPr>
          <p:cNvPr id="5"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2</a:t>
            </a:fld>
            <a:endParaRPr lang="ko-KR" altLang="en-US" sz="900" dirty="0"/>
          </a:p>
        </p:txBody>
      </p:sp>
    </p:spTree>
    <p:extLst>
      <p:ext uri="{BB962C8B-B14F-4D97-AF65-F5344CB8AC3E}">
        <p14:creationId xmlns:p14="http://schemas.microsoft.com/office/powerpoint/2010/main"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pPr algn="ctr"/>
            <a:r>
              <a:rPr lang="en-US" altLang="ko-KR" dirty="0"/>
              <a:t>01. </a:t>
            </a:r>
            <a:r>
              <a:rPr lang="ko-KR" altLang="en-US" dirty="0"/>
              <a:t>회원가입</a:t>
            </a:r>
            <a:r>
              <a:rPr lang="en-US" altLang="ko-KR" dirty="0"/>
              <a:t>, </a:t>
            </a:r>
            <a:r>
              <a:rPr lang="ko-KR" altLang="en-US" dirty="0"/>
              <a:t>로그인</a:t>
            </a:r>
          </a:p>
        </p:txBody>
      </p:sp>
    </p:spTree>
    <p:extLst>
      <p:ext uri="{BB962C8B-B14F-4D97-AF65-F5344CB8AC3E}">
        <p14:creationId xmlns:p14="http://schemas.microsoft.com/office/powerpoint/2010/main" val="2775386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descr="텍스트, 스크린샷, 폰트, 번호이(가) 표시된 사진&#10;&#10;자동 생성된 설명">
            <a:extLst>
              <a:ext uri="{FF2B5EF4-FFF2-40B4-BE49-F238E27FC236}">
                <a16:creationId xmlns:a16="http://schemas.microsoft.com/office/drawing/2014/main" id="{32403ED9-A8D3-4BBA-8792-A67DD937D0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9257" y="1735218"/>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err="1"/>
              <a:t>첫페이지</a:t>
            </a:r>
            <a:endParaRPr lang="ko-KR" altLang="en-US" sz="1000"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40713" y="1313148"/>
            <a:ext cx="1851944" cy="246221"/>
          </a:xfrm>
          <a:prstGeom prst="rect">
            <a:avLst/>
          </a:prstGeom>
          <a:solidFill>
            <a:schemeClr val="tx1"/>
          </a:solidFill>
        </p:spPr>
        <p:txBody>
          <a:bodyPr wrap="square" rtlCol="0">
            <a:spAutoFit/>
          </a:bodyPr>
          <a:lstStyle/>
          <a:p>
            <a:pPr algn="ctr"/>
            <a:r>
              <a:rPr lang="en-US" altLang="ko-KR" sz="1000" dirty="0">
                <a:solidFill>
                  <a:schemeClr val="bg1"/>
                </a:solidFill>
              </a:rPr>
              <a:t> </a:t>
            </a:r>
            <a:r>
              <a:rPr lang="ko-KR" altLang="en-US" sz="1000" dirty="0" err="1">
                <a:solidFill>
                  <a:schemeClr val="bg1"/>
                </a:solidFill>
              </a:rPr>
              <a:t>첫페이지</a:t>
            </a:r>
            <a:endParaRPr lang="ko-KR" altLang="en-US" sz="1000" dirty="0">
              <a:solidFill>
                <a:schemeClr val="bg1"/>
              </a:solidFill>
            </a:endParaRP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3488822288"/>
              </p:ext>
            </p:extLst>
          </p:nvPr>
        </p:nvGraphicFramePr>
        <p:xfrm>
          <a:off x="8275036" y="755897"/>
          <a:ext cx="3759640" cy="3611534"/>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9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앱 설치 후 최초 앱 입장시만 출력</a:t>
                      </a:r>
                      <a:br>
                        <a:rPr kumimoji="0" lang="en-US" altLang="ko-KR" sz="9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Tx/>
                        <a:buNone/>
                      </a:pPr>
                      <a:r>
                        <a:rPr kumimoji="0" lang="en-US" altLang="ko-KR" sz="9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TextView1: </a:t>
                      </a:r>
                      <a:r>
                        <a:rPr kumimoji="0" lang="ko-KR" altLang="en-US" sz="9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앱 제목</a:t>
                      </a:r>
                      <a:endParaRPr kumimoji="0" lang="en-US" altLang="ko-KR" sz="9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앱이름을</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명시한다</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9196708"/>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1" spc="0" baseline="0" dirty="0">
                          <a:solidFill>
                            <a:schemeClr val="tx1"/>
                          </a:solidFill>
                          <a:latin typeface="나눔고딕" panose="020D0604000000000000" pitchFamily="50" charset="-127"/>
                          <a:ea typeface="나눔고딕" panose="020D0604000000000000" pitchFamily="50" charset="-127"/>
                        </a:rPr>
                        <a:t>Button1: </a:t>
                      </a:r>
                      <a:r>
                        <a:rPr lang="ko-KR" altLang="en-US" sz="1000" b="1" spc="0" baseline="0" dirty="0">
                          <a:solidFill>
                            <a:schemeClr val="tx1"/>
                          </a:solidFill>
                          <a:latin typeface="나눔고딕" panose="020D0604000000000000" pitchFamily="50" charset="-127"/>
                          <a:ea typeface="나눔고딕" panose="020D0604000000000000" pitchFamily="50" charset="-127"/>
                        </a:rPr>
                        <a:t>로그인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기존 시니어 가입자용</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로그인 페이지로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Button2: </a:t>
                      </a:r>
                      <a:r>
                        <a:rPr lang="ko-KR" altLang="en-US" sz="1000" b="1" spc="0" baseline="0" dirty="0">
                          <a:solidFill>
                            <a:schemeClr val="tx1"/>
                          </a:solidFill>
                          <a:latin typeface="나눔고딕" panose="020D0604000000000000" pitchFamily="50" charset="-127"/>
                          <a:ea typeface="나눔고딕" panose="020D0604000000000000" pitchFamily="50" charset="-127"/>
                        </a:rPr>
                        <a:t>회원가입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신규 시니어 가입자용</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회원가입 페이지로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Text View2: </a:t>
                      </a:r>
                      <a:r>
                        <a:rPr lang="ko-KR" altLang="en-US" sz="1000" b="1" spc="0" baseline="0" dirty="0">
                          <a:solidFill>
                            <a:schemeClr val="tx1"/>
                          </a:solidFill>
                          <a:latin typeface="나눔고딕" panose="020D0604000000000000" pitchFamily="50" charset="-127"/>
                          <a:ea typeface="나눔고딕" panose="020D0604000000000000" pitchFamily="50" charset="-127"/>
                        </a:rPr>
                        <a:t>보호자 안내 문구</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보호자용 버튼을 알려준다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6121859"/>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Button3: </a:t>
                      </a:r>
                      <a:r>
                        <a:rPr lang="ko-KR" altLang="en-US" sz="1000" b="1" spc="0" baseline="0" dirty="0">
                          <a:solidFill>
                            <a:schemeClr val="tx1"/>
                          </a:solidFill>
                          <a:latin typeface="나눔고딕" panose="020D0604000000000000" pitchFamily="50" charset="-127"/>
                          <a:ea typeface="나눔고딕" panose="020D0604000000000000" pitchFamily="50" charset="-127"/>
                        </a:rPr>
                        <a:t>보호자용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보호자용</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보호자용 회원가입</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로그인 선택 페이지로 이동한다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2599334" y="346193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2815607" y="3321629"/>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타원 18">
            <a:extLst>
              <a:ext uri="{FF2B5EF4-FFF2-40B4-BE49-F238E27FC236}">
                <a16:creationId xmlns:a16="http://schemas.microsoft.com/office/drawing/2014/main" id="{9A7BFD3E-FA27-4C67-A30B-D2ED866AEBFB}"/>
              </a:ext>
            </a:extLst>
          </p:cNvPr>
          <p:cNvSpPr/>
          <p:nvPr/>
        </p:nvSpPr>
        <p:spPr>
          <a:xfrm>
            <a:off x="2558252" y="545631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20" name="왼쪽 중괄호 19">
            <a:extLst>
              <a:ext uri="{FF2B5EF4-FFF2-40B4-BE49-F238E27FC236}">
                <a16:creationId xmlns:a16="http://schemas.microsoft.com/office/drawing/2014/main" id="{47632B1A-DC68-4253-9224-F4D4B3A3A9DD}"/>
              </a:ext>
            </a:extLst>
          </p:cNvPr>
          <p:cNvSpPr/>
          <p:nvPr/>
        </p:nvSpPr>
        <p:spPr>
          <a:xfrm>
            <a:off x="2723595" y="5456311"/>
            <a:ext cx="838227" cy="216273"/>
          </a:xfrm>
          <a:prstGeom prst="leftBrace">
            <a:avLst>
              <a:gd name="adj1" fmla="val 49697"/>
              <a:gd name="adj2" fmla="val 5833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25CC88D3-739A-49AF-88E2-120E6DBBF3D2}"/>
              </a:ext>
            </a:extLst>
          </p:cNvPr>
          <p:cNvSpPr/>
          <p:nvPr/>
        </p:nvSpPr>
        <p:spPr>
          <a:xfrm>
            <a:off x="2599334" y="428083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9B5C842E-43A9-4725-8D8B-72028A52220B}"/>
              </a:ext>
            </a:extLst>
          </p:cNvPr>
          <p:cNvSpPr/>
          <p:nvPr/>
        </p:nvSpPr>
        <p:spPr>
          <a:xfrm>
            <a:off x="2815607" y="4140526"/>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6" name="TextBox 5">
            <a:extLst>
              <a:ext uri="{FF2B5EF4-FFF2-40B4-BE49-F238E27FC236}">
                <a16:creationId xmlns:a16="http://schemas.microsoft.com/office/drawing/2014/main" id="{A2C500A3-3D8B-4361-9999-4D56B22FAAFD}"/>
              </a:ext>
            </a:extLst>
          </p:cNvPr>
          <p:cNvSpPr txBox="1"/>
          <p:nvPr/>
        </p:nvSpPr>
        <p:spPr>
          <a:xfrm>
            <a:off x="1736309" y="3461171"/>
            <a:ext cx="688009" cy="261610"/>
          </a:xfrm>
          <a:prstGeom prst="rect">
            <a:avLst/>
          </a:prstGeom>
          <a:noFill/>
        </p:spPr>
        <p:txBody>
          <a:bodyPr wrap="none" rtlCol="0">
            <a:spAutoFit/>
          </a:bodyPr>
          <a:lstStyle/>
          <a:p>
            <a:pPr algn="ctr"/>
            <a:r>
              <a:rPr lang="en-US" altLang="ko-KR" sz="1100" dirty="0"/>
              <a:t>Button1</a:t>
            </a:r>
            <a:endParaRPr lang="ko-KR" altLang="en-US" sz="1100" dirty="0"/>
          </a:p>
        </p:txBody>
      </p:sp>
      <p:sp>
        <p:nvSpPr>
          <p:cNvPr id="23" name="TextBox 22">
            <a:extLst>
              <a:ext uri="{FF2B5EF4-FFF2-40B4-BE49-F238E27FC236}">
                <a16:creationId xmlns:a16="http://schemas.microsoft.com/office/drawing/2014/main" id="{908E6528-65B1-492B-AF79-313C5202077C}"/>
              </a:ext>
            </a:extLst>
          </p:cNvPr>
          <p:cNvSpPr txBox="1"/>
          <p:nvPr/>
        </p:nvSpPr>
        <p:spPr>
          <a:xfrm>
            <a:off x="1634520" y="4281402"/>
            <a:ext cx="688009" cy="261610"/>
          </a:xfrm>
          <a:prstGeom prst="rect">
            <a:avLst/>
          </a:prstGeom>
          <a:noFill/>
        </p:spPr>
        <p:txBody>
          <a:bodyPr wrap="none" rtlCol="0">
            <a:spAutoFit/>
          </a:bodyPr>
          <a:lstStyle/>
          <a:p>
            <a:pPr algn="ctr"/>
            <a:r>
              <a:rPr lang="en-US" altLang="ko-KR" sz="1100" dirty="0"/>
              <a:t>Button2</a:t>
            </a:r>
            <a:endParaRPr lang="ko-KR" altLang="en-US" sz="1100" dirty="0"/>
          </a:p>
        </p:txBody>
      </p:sp>
      <p:sp>
        <p:nvSpPr>
          <p:cNvPr id="24" name="TextBox 23">
            <a:extLst>
              <a:ext uri="{FF2B5EF4-FFF2-40B4-BE49-F238E27FC236}">
                <a16:creationId xmlns:a16="http://schemas.microsoft.com/office/drawing/2014/main" id="{9FB90C01-01AF-4322-89B0-6A98DD35197F}"/>
              </a:ext>
            </a:extLst>
          </p:cNvPr>
          <p:cNvSpPr txBox="1"/>
          <p:nvPr/>
        </p:nvSpPr>
        <p:spPr>
          <a:xfrm>
            <a:off x="1876472" y="5434904"/>
            <a:ext cx="688009" cy="261610"/>
          </a:xfrm>
          <a:prstGeom prst="rect">
            <a:avLst/>
          </a:prstGeom>
          <a:noFill/>
        </p:spPr>
        <p:txBody>
          <a:bodyPr wrap="none" rtlCol="0">
            <a:spAutoFit/>
          </a:bodyPr>
          <a:lstStyle/>
          <a:p>
            <a:pPr algn="ctr"/>
            <a:r>
              <a:rPr lang="en-US" altLang="ko-KR" sz="1100" dirty="0"/>
              <a:t>Button3</a:t>
            </a:r>
            <a:endParaRPr lang="ko-KR" altLang="en-US" sz="1100" dirty="0"/>
          </a:p>
        </p:txBody>
      </p:sp>
      <p:sp>
        <p:nvSpPr>
          <p:cNvPr id="25" name="타원 24">
            <a:extLst>
              <a:ext uri="{FF2B5EF4-FFF2-40B4-BE49-F238E27FC236}">
                <a16:creationId xmlns:a16="http://schemas.microsoft.com/office/drawing/2014/main" id="{ED54C586-4BC9-4B68-B47B-A39E815365C8}"/>
              </a:ext>
            </a:extLst>
          </p:cNvPr>
          <p:cNvSpPr/>
          <p:nvPr/>
        </p:nvSpPr>
        <p:spPr>
          <a:xfrm>
            <a:off x="5501489" y="519631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6" name="왼쪽 중괄호 25">
            <a:extLst>
              <a:ext uri="{FF2B5EF4-FFF2-40B4-BE49-F238E27FC236}">
                <a16:creationId xmlns:a16="http://schemas.microsoft.com/office/drawing/2014/main" id="{6394017B-C320-4E07-97E5-DB8F482883C6}"/>
              </a:ext>
            </a:extLst>
          </p:cNvPr>
          <p:cNvSpPr/>
          <p:nvPr/>
        </p:nvSpPr>
        <p:spPr>
          <a:xfrm rot="10800000">
            <a:off x="4667564" y="5261772"/>
            <a:ext cx="838227" cy="150815"/>
          </a:xfrm>
          <a:prstGeom prst="leftBrace">
            <a:avLst>
              <a:gd name="adj1" fmla="val 49697"/>
              <a:gd name="adj2" fmla="val 5833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5" name="타원 34">
            <a:extLst>
              <a:ext uri="{FF2B5EF4-FFF2-40B4-BE49-F238E27FC236}">
                <a16:creationId xmlns:a16="http://schemas.microsoft.com/office/drawing/2014/main" id="{F30F8E7D-35E2-4E49-8BE5-FEE44A959D00}"/>
              </a:ext>
            </a:extLst>
          </p:cNvPr>
          <p:cNvSpPr/>
          <p:nvPr/>
        </p:nvSpPr>
        <p:spPr>
          <a:xfrm>
            <a:off x="2600437" y="241551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왼쪽 중괄호 35">
            <a:extLst>
              <a:ext uri="{FF2B5EF4-FFF2-40B4-BE49-F238E27FC236}">
                <a16:creationId xmlns:a16="http://schemas.microsoft.com/office/drawing/2014/main" id="{F641EE19-5F46-4FAC-8E4F-8CC4B1139643}"/>
              </a:ext>
            </a:extLst>
          </p:cNvPr>
          <p:cNvSpPr/>
          <p:nvPr/>
        </p:nvSpPr>
        <p:spPr>
          <a:xfrm>
            <a:off x="2647668" y="2039263"/>
            <a:ext cx="1040362" cy="968775"/>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TextBox 36">
            <a:extLst>
              <a:ext uri="{FF2B5EF4-FFF2-40B4-BE49-F238E27FC236}">
                <a16:creationId xmlns:a16="http://schemas.microsoft.com/office/drawing/2014/main" id="{AEC14263-0634-42DF-93DD-83510B815CF1}"/>
              </a:ext>
            </a:extLst>
          </p:cNvPr>
          <p:cNvSpPr txBox="1"/>
          <p:nvPr/>
        </p:nvSpPr>
        <p:spPr>
          <a:xfrm>
            <a:off x="1673940" y="2368895"/>
            <a:ext cx="902882" cy="261610"/>
          </a:xfrm>
          <a:prstGeom prst="rect">
            <a:avLst/>
          </a:prstGeom>
          <a:noFill/>
        </p:spPr>
        <p:txBody>
          <a:bodyPr wrap="square" rtlCol="0">
            <a:spAutoFit/>
          </a:bodyPr>
          <a:lstStyle/>
          <a:p>
            <a:pPr algn="ctr"/>
            <a:r>
              <a:rPr lang="en-US" altLang="ko-KR" sz="1100" dirty="0"/>
              <a:t>Text View1</a:t>
            </a:r>
            <a:endParaRPr lang="ko-KR" altLang="en-US" sz="1100" dirty="0"/>
          </a:p>
        </p:txBody>
      </p:sp>
      <p:sp>
        <p:nvSpPr>
          <p:cNvPr id="38" name="TextBox 37">
            <a:extLst>
              <a:ext uri="{FF2B5EF4-FFF2-40B4-BE49-F238E27FC236}">
                <a16:creationId xmlns:a16="http://schemas.microsoft.com/office/drawing/2014/main" id="{8DA46D9C-0504-4D2F-AC6D-CC715B0A5763}"/>
              </a:ext>
            </a:extLst>
          </p:cNvPr>
          <p:cNvSpPr txBox="1"/>
          <p:nvPr/>
        </p:nvSpPr>
        <p:spPr>
          <a:xfrm>
            <a:off x="5716659" y="5173294"/>
            <a:ext cx="838228" cy="261610"/>
          </a:xfrm>
          <a:prstGeom prst="rect">
            <a:avLst/>
          </a:prstGeom>
          <a:noFill/>
        </p:spPr>
        <p:txBody>
          <a:bodyPr wrap="square" rtlCol="0">
            <a:spAutoFit/>
          </a:bodyPr>
          <a:lstStyle/>
          <a:p>
            <a:pPr algn="ctr"/>
            <a:r>
              <a:rPr lang="en-US" altLang="ko-KR" sz="1100" dirty="0"/>
              <a:t>TextView2</a:t>
            </a:r>
            <a:endParaRPr lang="ko-KR" altLang="en-US" sz="1100" dirty="0"/>
          </a:p>
        </p:txBody>
      </p:sp>
    </p:spTree>
    <p:extLst>
      <p:ext uri="{BB962C8B-B14F-4D97-AF65-F5344CB8AC3E}">
        <p14:creationId xmlns:p14="http://schemas.microsoft.com/office/powerpoint/2010/main" val="814461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폰트, 번호이(가) 표시된 사진&#10;&#10;자동 생성된 설명">
            <a:extLst>
              <a:ext uri="{FF2B5EF4-FFF2-40B4-BE49-F238E27FC236}">
                <a16:creationId xmlns:a16="http://schemas.microsoft.com/office/drawing/2014/main" id="{25FA173A-F692-44FC-9FD4-CFA53AC89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1368" y="1699740"/>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시니어</a:t>
            </a:r>
            <a:r>
              <a:rPr lang="en-US" altLang="ko-KR" sz="1000" dirty="0"/>
              <a:t>,</a:t>
            </a:r>
            <a:r>
              <a:rPr lang="ko-KR" altLang="en-US" sz="1000" dirty="0"/>
              <a:t>보호자</a:t>
            </a:r>
            <a:r>
              <a:rPr lang="en-US" altLang="ko-KR" sz="1000" dirty="0"/>
              <a:t>_</a:t>
            </a:r>
            <a:r>
              <a:rPr lang="ko-KR" altLang="en-US" sz="1000" dirty="0"/>
              <a:t>로그인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52824" y="126470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로그인</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948863584"/>
              </p:ext>
            </p:extLst>
          </p:nvPr>
        </p:nvGraphicFramePr>
        <p:xfrm>
          <a:off x="8275036" y="755897"/>
          <a:ext cx="3759640" cy="4285064"/>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로그인 화면</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기존 가입자용</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1" spc="0" baseline="0" dirty="0">
                          <a:solidFill>
                            <a:schemeClr val="tx1"/>
                          </a:solidFill>
                          <a:latin typeface="나눔고딕" panose="020D0604000000000000" pitchFamily="50" charset="-127"/>
                          <a:ea typeface="나눔고딕" panose="020D0604000000000000" pitchFamily="50" charset="-127"/>
                        </a:rPr>
                        <a:t>TextView1: </a:t>
                      </a:r>
                      <a:r>
                        <a:rPr lang="ko-KR" altLang="en-US" sz="1000" b="1" spc="0" baseline="0" dirty="0">
                          <a:solidFill>
                            <a:schemeClr val="tx1"/>
                          </a:solidFill>
                          <a:latin typeface="나눔고딕" panose="020D0604000000000000" pitchFamily="50" charset="-127"/>
                          <a:ea typeface="나눔고딕" panose="020D0604000000000000" pitchFamily="50" charset="-127"/>
                        </a:rPr>
                        <a:t>로그인</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로그인 화면임을 명시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 </a:t>
                      </a:r>
                      <a:r>
                        <a:rPr lang="ko-KR" altLang="en-US" sz="1000" b="1" spc="0" baseline="0" dirty="0">
                          <a:solidFill>
                            <a:schemeClr val="tx1"/>
                          </a:solidFill>
                          <a:latin typeface="나눔고딕" panose="020D0604000000000000" pitchFamily="50" charset="-127"/>
                          <a:ea typeface="나눔고딕" panose="020D0604000000000000" pitchFamily="50" charset="-127"/>
                        </a:rPr>
                        <a:t>이름</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이름 입력 안내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TextField1: </a:t>
                      </a:r>
                      <a:r>
                        <a:rPr lang="ko-KR" altLang="en-US" sz="1000" b="1" spc="0" baseline="0" dirty="0">
                          <a:solidFill>
                            <a:schemeClr val="tx1"/>
                          </a:solidFill>
                          <a:latin typeface="나눔고딕" panose="020D0604000000000000" pitchFamily="50" charset="-127"/>
                          <a:ea typeface="나눔고딕" panose="020D0604000000000000" pitchFamily="50" charset="-127"/>
                        </a:rPr>
                        <a:t>이름 입력</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이름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93924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 </a:t>
                      </a:r>
                      <a:r>
                        <a:rPr lang="ko-KR" altLang="en-US" sz="10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전화번호 입력 안내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TextField2: </a:t>
                      </a:r>
                      <a:r>
                        <a:rPr lang="ko-KR" altLang="en-US" sz="1000" b="1" spc="0" baseline="0" dirty="0">
                          <a:solidFill>
                            <a:schemeClr val="tx1"/>
                          </a:solidFill>
                          <a:latin typeface="나눔고딕" panose="020D0604000000000000" pitchFamily="50" charset="-127"/>
                          <a:ea typeface="나눔고딕" panose="020D0604000000000000" pitchFamily="50" charset="-127"/>
                        </a:rPr>
                        <a:t>전화번호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en-US" altLang="ko-KR" sz="800" b="0" spc="0" baseline="0" dirty="0">
                          <a:solidFill>
                            <a:schemeClr val="tx1"/>
                          </a:solidFill>
                          <a:latin typeface="나눔고딕" panose="020D0604000000000000" pitchFamily="50" charset="-127"/>
                          <a:ea typeface="나눔고딕" panose="020D0604000000000000" pitchFamily="50" charset="-127"/>
                        </a:rPr>
                        <a:t>01012345678</a:t>
                      </a:r>
                      <a:r>
                        <a:rPr lang="ko-KR" altLang="en-US" sz="800" b="0" spc="0" baseline="0" dirty="0">
                          <a:solidFill>
                            <a:schemeClr val="tx1"/>
                          </a:solidFill>
                          <a:latin typeface="나눔고딕" panose="020D0604000000000000" pitchFamily="50" charset="-127"/>
                          <a:ea typeface="나눔고딕" panose="020D0604000000000000" pitchFamily="50" charset="-127"/>
                        </a:rPr>
                        <a:t>형식으로 입력</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264079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Button2: </a:t>
                      </a:r>
                      <a:r>
                        <a:rPr lang="ko-KR" altLang="en-US" sz="1000" b="1" spc="0" baseline="0" dirty="0">
                          <a:solidFill>
                            <a:schemeClr val="tx1"/>
                          </a:solidFill>
                          <a:latin typeface="나눔고딕" panose="020D0604000000000000" pitchFamily="50" charset="-127"/>
                          <a:ea typeface="나눔고딕" panose="020D0604000000000000" pitchFamily="50" charset="-127"/>
                        </a:rPr>
                        <a:t>로그인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a:solidFill>
                            <a:schemeClr val="tx1"/>
                          </a:solidFill>
                          <a:latin typeface="나눔고딕" panose="020D0604000000000000" pitchFamily="50" charset="-127"/>
                          <a:ea typeface="나눔고딕" panose="020D0604000000000000" pitchFamily="50" charset="-127"/>
                        </a:rPr>
                        <a:t>이름</a:t>
                      </a: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ko-KR" altLang="en-US" sz="800" b="0" spc="0" baseline="0" dirty="0">
                          <a:solidFill>
                            <a:schemeClr val="tx1"/>
                          </a:solidFill>
                          <a:latin typeface="나눔고딕" panose="020D0604000000000000" pitchFamily="50" charset="-127"/>
                          <a:ea typeface="나눔고딕" panose="020D0604000000000000" pitchFamily="50" charset="-127"/>
                        </a:rPr>
                        <a:t>전화번호 </a:t>
                      </a:r>
                      <a:r>
                        <a:rPr lang="ko-KR" altLang="en-US" sz="800" b="0" spc="0" baseline="0" dirty="0" err="1">
                          <a:solidFill>
                            <a:schemeClr val="tx1"/>
                          </a:solidFill>
                          <a:latin typeface="나눔고딕" panose="020D0604000000000000" pitchFamily="50" charset="-127"/>
                          <a:ea typeface="나눔고딕" panose="020D0604000000000000" pitchFamily="50" charset="-127"/>
                        </a:rPr>
                        <a:t>일치시</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메인페이지로</a:t>
                      </a:r>
                      <a:r>
                        <a:rPr lang="ko-KR" altLang="en-US" sz="800" b="0" spc="0" baseline="0" dirty="0">
                          <a:solidFill>
                            <a:schemeClr val="tx1"/>
                          </a:solidFill>
                          <a:latin typeface="나눔고딕" panose="020D0604000000000000" pitchFamily="50" charset="-127"/>
                          <a:ea typeface="나눔고딕" panose="020D0604000000000000" pitchFamily="50" charset="-127"/>
                        </a:rPr>
                        <a:t> 이동</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6391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7" name="TextBox 16">
            <a:extLst>
              <a:ext uri="{FF2B5EF4-FFF2-40B4-BE49-F238E27FC236}">
                <a16:creationId xmlns:a16="http://schemas.microsoft.com/office/drawing/2014/main" id="{AA96429E-6262-4F67-8E35-CF454513FEFE}"/>
              </a:ext>
            </a:extLst>
          </p:cNvPr>
          <p:cNvSpPr txBox="1"/>
          <p:nvPr/>
        </p:nvSpPr>
        <p:spPr>
          <a:xfrm>
            <a:off x="5772058" y="3224894"/>
            <a:ext cx="827471" cy="261610"/>
          </a:xfrm>
          <a:prstGeom prst="rect">
            <a:avLst/>
          </a:prstGeom>
          <a:noFill/>
        </p:spPr>
        <p:txBody>
          <a:bodyPr wrap="none" rtlCol="0">
            <a:spAutoFit/>
          </a:bodyPr>
          <a:lstStyle/>
          <a:p>
            <a:pPr algn="ctr"/>
            <a:r>
              <a:rPr lang="en-US" altLang="ko-KR" sz="1100" dirty="0"/>
              <a:t>TextField1</a:t>
            </a:r>
            <a:endParaRPr lang="ko-KR" altLang="en-US" sz="1100" dirty="0"/>
          </a:p>
        </p:txBody>
      </p:sp>
      <p:sp>
        <p:nvSpPr>
          <p:cNvPr id="19" name="TextBox 18">
            <a:extLst>
              <a:ext uri="{FF2B5EF4-FFF2-40B4-BE49-F238E27FC236}">
                <a16:creationId xmlns:a16="http://schemas.microsoft.com/office/drawing/2014/main" id="{0ECC74CB-6CFD-4D18-BA4D-4D5A66088F13}"/>
              </a:ext>
            </a:extLst>
          </p:cNvPr>
          <p:cNvSpPr txBox="1"/>
          <p:nvPr/>
        </p:nvSpPr>
        <p:spPr>
          <a:xfrm>
            <a:off x="5772057" y="4911609"/>
            <a:ext cx="688009" cy="261610"/>
          </a:xfrm>
          <a:prstGeom prst="rect">
            <a:avLst/>
          </a:prstGeom>
          <a:noFill/>
        </p:spPr>
        <p:txBody>
          <a:bodyPr wrap="none" rtlCol="0">
            <a:spAutoFit/>
          </a:bodyPr>
          <a:lstStyle/>
          <a:p>
            <a:pPr algn="ctr"/>
            <a:r>
              <a:rPr lang="en-US" altLang="ko-KR" sz="1100" dirty="0"/>
              <a:t>Button2</a:t>
            </a:r>
            <a:endParaRPr lang="ko-KR" altLang="en-US" sz="1100" dirty="0"/>
          </a:p>
        </p:txBody>
      </p:sp>
      <p:sp>
        <p:nvSpPr>
          <p:cNvPr id="26" name="타원 25">
            <a:extLst>
              <a:ext uri="{FF2B5EF4-FFF2-40B4-BE49-F238E27FC236}">
                <a16:creationId xmlns:a16="http://schemas.microsoft.com/office/drawing/2014/main" id="{7B4CEE91-8397-46E5-9164-8D75A6BE8E44}"/>
              </a:ext>
            </a:extLst>
          </p:cNvPr>
          <p:cNvSpPr/>
          <p:nvPr/>
        </p:nvSpPr>
        <p:spPr>
          <a:xfrm>
            <a:off x="2635972" y="2223001"/>
            <a:ext cx="216273" cy="2136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9" name="왼쪽 중괄호 28">
            <a:extLst>
              <a:ext uri="{FF2B5EF4-FFF2-40B4-BE49-F238E27FC236}">
                <a16:creationId xmlns:a16="http://schemas.microsoft.com/office/drawing/2014/main" id="{891AEE9D-B77E-4011-95F9-10FC3B8F5119}"/>
              </a:ext>
            </a:extLst>
          </p:cNvPr>
          <p:cNvSpPr/>
          <p:nvPr/>
        </p:nvSpPr>
        <p:spPr>
          <a:xfrm>
            <a:off x="2729394" y="2000177"/>
            <a:ext cx="1040362" cy="64253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1" name="TextBox 30">
            <a:extLst>
              <a:ext uri="{FF2B5EF4-FFF2-40B4-BE49-F238E27FC236}">
                <a16:creationId xmlns:a16="http://schemas.microsoft.com/office/drawing/2014/main" id="{16ACC992-4250-41BA-A32B-D2C66FFA009A}"/>
              </a:ext>
            </a:extLst>
          </p:cNvPr>
          <p:cNvSpPr txBox="1"/>
          <p:nvPr/>
        </p:nvSpPr>
        <p:spPr>
          <a:xfrm>
            <a:off x="1809333" y="2199003"/>
            <a:ext cx="902882" cy="261610"/>
          </a:xfrm>
          <a:prstGeom prst="rect">
            <a:avLst/>
          </a:prstGeom>
          <a:noFill/>
        </p:spPr>
        <p:txBody>
          <a:bodyPr wrap="square" rtlCol="0">
            <a:spAutoFit/>
          </a:bodyPr>
          <a:lstStyle/>
          <a:p>
            <a:pPr algn="ctr"/>
            <a:r>
              <a:rPr lang="en-US" altLang="ko-KR" sz="1100" dirty="0"/>
              <a:t>TextView1</a:t>
            </a:r>
            <a:endParaRPr lang="ko-KR" altLang="en-US" sz="1100" dirty="0"/>
          </a:p>
        </p:txBody>
      </p:sp>
      <p:sp>
        <p:nvSpPr>
          <p:cNvPr id="32" name="타원 31">
            <a:extLst>
              <a:ext uri="{FF2B5EF4-FFF2-40B4-BE49-F238E27FC236}">
                <a16:creationId xmlns:a16="http://schemas.microsoft.com/office/drawing/2014/main" id="{ACBF043A-3605-4D2B-8CF8-59FAE4263096}"/>
              </a:ext>
            </a:extLst>
          </p:cNvPr>
          <p:cNvSpPr/>
          <p:nvPr/>
        </p:nvSpPr>
        <p:spPr>
          <a:xfrm>
            <a:off x="2812727" y="375810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33" name="왼쪽 중괄호 32">
            <a:extLst>
              <a:ext uri="{FF2B5EF4-FFF2-40B4-BE49-F238E27FC236}">
                <a16:creationId xmlns:a16="http://schemas.microsoft.com/office/drawing/2014/main" id="{27DEC1E9-7AE3-4477-8047-2A1490C0259B}"/>
              </a:ext>
            </a:extLst>
          </p:cNvPr>
          <p:cNvSpPr/>
          <p:nvPr/>
        </p:nvSpPr>
        <p:spPr>
          <a:xfrm>
            <a:off x="3028465" y="2772248"/>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4" name="왼쪽 중괄호 33">
            <a:extLst>
              <a:ext uri="{FF2B5EF4-FFF2-40B4-BE49-F238E27FC236}">
                <a16:creationId xmlns:a16="http://schemas.microsoft.com/office/drawing/2014/main" id="{47F814DE-77B8-48F8-B57D-60802D5366D7}"/>
              </a:ext>
            </a:extLst>
          </p:cNvPr>
          <p:cNvSpPr/>
          <p:nvPr/>
        </p:nvSpPr>
        <p:spPr>
          <a:xfrm rot="10800000">
            <a:off x="5193507" y="3176818"/>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5" name="타원 34">
            <a:extLst>
              <a:ext uri="{FF2B5EF4-FFF2-40B4-BE49-F238E27FC236}">
                <a16:creationId xmlns:a16="http://schemas.microsoft.com/office/drawing/2014/main" id="{F468C767-C9E4-450D-BB5C-605615C96DD4}"/>
              </a:ext>
            </a:extLst>
          </p:cNvPr>
          <p:cNvSpPr/>
          <p:nvPr/>
        </p:nvSpPr>
        <p:spPr>
          <a:xfrm>
            <a:off x="2806750" y="28297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6" name="왼쪽 중괄호 35">
            <a:extLst>
              <a:ext uri="{FF2B5EF4-FFF2-40B4-BE49-F238E27FC236}">
                <a16:creationId xmlns:a16="http://schemas.microsoft.com/office/drawing/2014/main" id="{5F47E872-407A-4A02-91F0-45A55056E3D2}"/>
              </a:ext>
            </a:extLst>
          </p:cNvPr>
          <p:cNvSpPr/>
          <p:nvPr/>
        </p:nvSpPr>
        <p:spPr>
          <a:xfrm rot="10800000">
            <a:off x="5208906" y="4118967"/>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왼쪽 중괄호 36">
            <a:extLst>
              <a:ext uri="{FF2B5EF4-FFF2-40B4-BE49-F238E27FC236}">
                <a16:creationId xmlns:a16="http://schemas.microsoft.com/office/drawing/2014/main" id="{FD3BD5A4-DFD5-4B12-A493-4EEDED292EF1}"/>
              </a:ext>
            </a:extLst>
          </p:cNvPr>
          <p:cNvSpPr/>
          <p:nvPr/>
        </p:nvSpPr>
        <p:spPr>
          <a:xfrm rot="10800000">
            <a:off x="4812897" y="4866671"/>
            <a:ext cx="838228"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8" name="타원 37">
            <a:extLst>
              <a:ext uri="{FF2B5EF4-FFF2-40B4-BE49-F238E27FC236}">
                <a16:creationId xmlns:a16="http://schemas.microsoft.com/office/drawing/2014/main" id="{6C5FC4E5-5BB5-4D17-BAB3-9498F3C4D02A}"/>
              </a:ext>
            </a:extLst>
          </p:cNvPr>
          <p:cNvSpPr/>
          <p:nvPr/>
        </p:nvSpPr>
        <p:spPr>
          <a:xfrm>
            <a:off x="5625513" y="32475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40" name="타원 39">
            <a:extLst>
              <a:ext uri="{FF2B5EF4-FFF2-40B4-BE49-F238E27FC236}">
                <a16:creationId xmlns:a16="http://schemas.microsoft.com/office/drawing/2014/main" id="{7198253E-41C2-4C1B-8670-30D92000398C}"/>
              </a:ext>
            </a:extLst>
          </p:cNvPr>
          <p:cNvSpPr/>
          <p:nvPr/>
        </p:nvSpPr>
        <p:spPr>
          <a:xfrm>
            <a:off x="5618044" y="418971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41" name="타원 40">
            <a:extLst>
              <a:ext uri="{FF2B5EF4-FFF2-40B4-BE49-F238E27FC236}">
                <a16:creationId xmlns:a16="http://schemas.microsoft.com/office/drawing/2014/main" id="{8871B8A1-AB3B-44E8-8723-A1023E6AB75D}"/>
              </a:ext>
            </a:extLst>
          </p:cNvPr>
          <p:cNvSpPr/>
          <p:nvPr/>
        </p:nvSpPr>
        <p:spPr>
          <a:xfrm>
            <a:off x="5618044" y="49342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42" name="왼쪽 중괄호 41">
            <a:extLst>
              <a:ext uri="{FF2B5EF4-FFF2-40B4-BE49-F238E27FC236}">
                <a16:creationId xmlns:a16="http://schemas.microsoft.com/office/drawing/2014/main" id="{C5A16930-CD69-427D-B94D-19AE5045A35F}"/>
              </a:ext>
            </a:extLst>
          </p:cNvPr>
          <p:cNvSpPr/>
          <p:nvPr/>
        </p:nvSpPr>
        <p:spPr>
          <a:xfrm>
            <a:off x="3023023" y="3687362"/>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3" name="TextBox 42">
            <a:extLst>
              <a:ext uri="{FF2B5EF4-FFF2-40B4-BE49-F238E27FC236}">
                <a16:creationId xmlns:a16="http://schemas.microsoft.com/office/drawing/2014/main" id="{64C8008A-504A-4888-9133-65C91AB2CC96}"/>
              </a:ext>
            </a:extLst>
          </p:cNvPr>
          <p:cNvSpPr txBox="1"/>
          <p:nvPr/>
        </p:nvSpPr>
        <p:spPr>
          <a:xfrm>
            <a:off x="1940823" y="2803100"/>
            <a:ext cx="902882" cy="261610"/>
          </a:xfrm>
          <a:prstGeom prst="rect">
            <a:avLst/>
          </a:prstGeom>
          <a:noFill/>
        </p:spPr>
        <p:txBody>
          <a:bodyPr wrap="square" rtlCol="0">
            <a:spAutoFit/>
          </a:bodyPr>
          <a:lstStyle/>
          <a:p>
            <a:pPr algn="ctr"/>
            <a:r>
              <a:rPr lang="en-US" altLang="ko-KR" sz="1100" dirty="0"/>
              <a:t>TextView2</a:t>
            </a:r>
            <a:endParaRPr lang="ko-KR" altLang="en-US" sz="1100" dirty="0"/>
          </a:p>
        </p:txBody>
      </p:sp>
      <p:sp>
        <p:nvSpPr>
          <p:cNvPr id="44" name="TextBox 43">
            <a:extLst>
              <a:ext uri="{FF2B5EF4-FFF2-40B4-BE49-F238E27FC236}">
                <a16:creationId xmlns:a16="http://schemas.microsoft.com/office/drawing/2014/main" id="{40EF0551-8859-4DAA-98E1-17B22A0378F0}"/>
              </a:ext>
            </a:extLst>
          </p:cNvPr>
          <p:cNvSpPr txBox="1"/>
          <p:nvPr/>
        </p:nvSpPr>
        <p:spPr>
          <a:xfrm>
            <a:off x="1940823" y="3735439"/>
            <a:ext cx="902882" cy="261610"/>
          </a:xfrm>
          <a:prstGeom prst="rect">
            <a:avLst/>
          </a:prstGeom>
          <a:noFill/>
        </p:spPr>
        <p:txBody>
          <a:bodyPr wrap="square" rtlCol="0">
            <a:spAutoFit/>
          </a:bodyPr>
          <a:lstStyle/>
          <a:p>
            <a:pPr algn="ctr"/>
            <a:r>
              <a:rPr lang="en-US" altLang="ko-KR" sz="1100" dirty="0"/>
              <a:t>TextView3</a:t>
            </a:r>
            <a:endParaRPr lang="ko-KR" altLang="en-US" sz="1100" dirty="0"/>
          </a:p>
        </p:txBody>
      </p:sp>
      <p:sp>
        <p:nvSpPr>
          <p:cNvPr id="45" name="TextBox 44">
            <a:extLst>
              <a:ext uri="{FF2B5EF4-FFF2-40B4-BE49-F238E27FC236}">
                <a16:creationId xmlns:a16="http://schemas.microsoft.com/office/drawing/2014/main" id="{318AE6F6-CEBB-45E9-B42C-8061D3F56306}"/>
              </a:ext>
            </a:extLst>
          </p:cNvPr>
          <p:cNvSpPr txBox="1"/>
          <p:nvPr/>
        </p:nvSpPr>
        <p:spPr>
          <a:xfrm>
            <a:off x="5772057" y="4167043"/>
            <a:ext cx="827471" cy="261610"/>
          </a:xfrm>
          <a:prstGeom prst="rect">
            <a:avLst/>
          </a:prstGeom>
          <a:noFill/>
        </p:spPr>
        <p:txBody>
          <a:bodyPr wrap="none" rtlCol="0">
            <a:spAutoFit/>
          </a:bodyPr>
          <a:lstStyle/>
          <a:p>
            <a:pPr algn="ctr"/>
            <a:r>
              <a:rPr lang="en-US" altLang="ko-KR" sz="1100" dirty="0"/>
              <a:t>TextField2</a:t>
            </a:r>
            <a:endParaRPr lang="ko-KR" altLang="en-US" sz="1100" dirty="0"/>
          </a:p>
        </p:txBody>
      </p:sp>
    </p:spTree>
    <p:extLst>
      <p:ext uri="{BB962C8B-B14F-4D97-AF65-F5344CB8AC3E}">
        <p14:creationId xmlns:p14="http://schemas.microsoft.com/office/powerpoint/2010/main" val="1774316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그림 29" descr="텍스트, 스크린샷, 폰트, 번호이(가) 표시된 사진&#10;&#10;자동 생성된 설명">
            <a:extLst>
              <a:ext uri="{FF2B5EF4-FFF2-40B4-BE49-F238E27FC236}">
                <a16:creationId xmlns:a16="http://schemas.microsoft.com/office/drawing/2014/main" id="{4EFB1437-476A-4777-881E-4F9C41A225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5651" y="1656761"/>
            <a:ext cx="2174855" cy="4320000"/>
          </a:xfrm>
          <a:prstGeom prst="rect">
            <a:avLst/>
          </a:prstGeom>
        </p:spPr>
      </p:pic>
      <p:sp>
        <p:nvSpPr>
          <p:cNvPr id="29" name="왼쪽 중괄호 28">
            <a:extLst>
              <a:ext uri="{FF2B5EF4-FFF2-40B4-BE49-F238E27FC236}">
                <a16:creationId xmlns:a16="http://schemas.microsoft.com/office/drawing/2014/main" id="{891AEE9D-B77E-4011-95F9-10FC3B8F5119}"/>
              </a:ext>
            </a:extLst>
          </p:cNvPr>
          <p:cNvSpPr/>
          <p:nvPr/>
        </p:nvSpPr>
        <p:spPr>
          <a:xfrm>
            <a:off x="2741506" y="1969898"/>
            <a:ext cx="1040362" cy="64253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시니어</a:t>
            </a:r>
            <a:r>
              <a:rPr lang="en-US" altLang="ko-KR" sz="1000" dirty="0"/>
              <a:t>,</a:t>
            </a:r>
            <a:r>
              <a:rPr lang="ko-KR" altLang="en-US" sz="1000" dirty="0"/>
              <a:t>보호자</a:t>
            </a:r>
            <a:r>
              <a:rPr lang="en-US" altLang="ko-KR" sz="1000" dirty="0"/>
              <a:t>_</a:t>
            </a:r>
            <a:r>
              <a:rPr lang="ko-KR" altLang="en-US" sz="1000" dirty="0"/>
              <a:t>회원가입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64936" y="1234424"/>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1138252831"/>
              </p:ext>
            </p:extLst>
          </p:nvPr>
        </p:nvGraphicFramePr>
        <p:xfrm>
          <a:off x="8275036" y="755897"/>
          <a:ext cx="3759640" cy="4285064"/>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 화면</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가입자용</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1" spc="0" baseline="0" dirty="0">
                          <a:solidFill>
                            <a:schemeClr val="tx1"/>
                          </a:solidFill>
                          <a:latin typeface="나눔고딕" panose="020D0604000000000000" pitchFamily="50" charset="-127"/>
                          <a:ea typeface="나눔고딕" panose="020D0604000000000000" pitchFamily="50" charset="-127"/>
                        </a:rPr>
                        <a:t>TextView1: </a:t>
                      </a:r>
                      <a:r>
                        <a:rPr lang="ko-KR" altLang="en-US" sz="1000" b="1" spc="0" baseline="0" dirty="0">
                          <a:solidFill>
                            <a:schemeClr val="tx1"/>
                          </a:solidFill>
                          <a:latin typeface="나눔고딕" panose="020D0604000000000000" pitchFamily="50" charset="-127"/>
                          <a:ea typeface="나눔고딕" panose="020D0604000000000000" pitchFamily="50" charset="-127"/>
                        </a:rPr>
                        <a:t>회원가입</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회원가입 화면임을 명시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 </a:t>
                      </a:r>
                      <a:r>
                        <a:rPr lang="ko-KR" altLang="en-US" sz="1000" b="1" spc="0" baseline="0" dirty="0">
                          <a:solidFill>
                            <a:schemeClr val="tx1"/>
                          </a:solidFill>
                          <a:latin typeface="나눔고딕" panose="020D0604000000000000" pitchFamily="50" charset="-127"/>
                          <a:ea typeface="나눔고딕" panose="020D0604000000000000" pitchFamily="50" charset="-127"/>
                        </a:rPr>
                        <a:t>이름</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이름 입력 안내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TextField1: </a:t>
                      </a:r>
                      <a:r>
                        <a:rPr lang="ko-KR" altLang="en-US" sz="1000" b="1" spc="0" baseline="0" dirty="0">
                          <a:solidFill>
                            <a:schemeClr val="tx1"/>
                          </a:solidFill>
                          <a:latin typeface="나눔고딕" panose="020D0604000000000000" pitchFamily="50" charset="-127"/>
                          <a:ea typeface="나눔고딕" panose="020D0604000000000000" pitchFamily="50" charset="-127"/>
                        </a:rPr>
                        <a:t>이름 입력</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이름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93924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 </a:t>
                      </a:r>
                      <a:r>
                        <a:rPr lang="ko-KR" altLang="en-US" sz="10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전화번호 입력 안내</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TextField2: </a:t>
                      </a:r>
                      <a:r>
                        <a:rPr lang="ko-KR" altLang="en-US" sz="1000" b="1" spc="0" baseline="0" dirty="0">
                          <a:solidFill>
                            <a:schemeClr val="tx1"/>
                          </a:solidFill>
                          <a:latin typeface="나눔고딕" panose="020D0604000000000000" pitchFamily="50" charset="-127"/>
                          <a:ea typeface="나눔고딕" panose="020D0604000000000000" pitchFamily="50" charset="-127"/>
                        </a:rPr>
                        <a:t>전화번호 입력</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en-US" altLang="ko-KR" sz="800" b="0" spc="0" baseline="0" dirty="0">
                          <a:solidFill>
                            <a:schemeClr val="tx1"/>
                          </a:solidFill>
                          <a:latin typeface="나눔고딕" panose="020D0604000000000000" pitchFamily="50" charset="-127"/>
                          <a:ea typeface="나눔고딕" panose="020D0604000000000000" pitchFamily="50" charset="-127"/>
                        </a:rPr>
                        <a:t>01012345678</a:t>
                      </a:r>
                      <a:r>
                        <a:rPr lang="ko-KR" altLang="en-US" sz="800" b="0" spc="0" baseline="0" dirty="0">
                          <a:solidFill>
                            <a:schemeClr val="tx1"/>
                          </a:solidFill>
                          <a:latin typeface="나눔고딕" panose="020D0604000000000000" pitchFamily="50" charset="-127"/>
                          <a:ea typeface="나눔고딕" panose="020D0604000000000000" pitchFamily="50" charset="-127"/>
                        </a:rPr>
                        <a:t>형식으로 입력</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1264079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spc="0" baseline="0" dirty="0">
                          <a:solidFill>
                            <a:schemeClr val="tx1"/>
                          </a:solidFill>
                          <a:latin typeface="나눔고딕" panose="020D0604000000000000" pitchFamily="50" charset="-127"/>
                          <a:ea typeface="나눔고딕" panose="020D0604000000000000" pitchFamily="50" charset="-127"/>
                        </a:rPr>
                        <a:t>Button2: </a:t>
                      </a:r>
                      <a:r>
                        <a:rPr lang="ko-KR" altLang="en-US" sz="1000" b="1" spc="0" baseline="0" dirty="0">
                          <a:solidFill>
                            <a:schemeClr val="tx1"/>
                          </a:solidFill>
                          <a:latin typeface="나눔고딕" panose="020D0604000000000000" pitchFamily="50" charset="-127"/>
                          <a:ea typeface="나눔고딕" panose="020D0604000000000000" pitchFamily="50" charset="-127"/>
                        </a:rPr>
                        <a:t>전화번호 인증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marR="0" lvl="0" indent="-171450" algn="l" defTabSz="914400" rtl="0" eaLnBrk="1" fontAlgn="auto" latinLnBrk="1" hangingPunct="1">
                        <a:lnSpc>
                          <a:spcPct val="100000"/>
                        </a:lnSpc>
                        <a:spcBef>
                          <a:spcPts val="0"/>
                        </a:spcBef>
                        <a:spcAft>
                          <a:spcPts val="0"/>
                        </a:spcAft>
                        <a:buClrTx/>
                        <a:buSzTx/>
                        <a:buFontTx/>
                        <a:buChar char="-"/>
                        <a:tabLst/>
                        <a:defRPr/>
                      </a:pPr>
                      <a:r>
                        <a:rPr lang="ko-KR" altLang="en-US" sz="800" b="0" spc="0" baseline="0" dirty="0" err="1">
                          <a:solidFill>
                            <a:schemeClr val="tx1"/>
                          </a:solidFill>
                          <a:latin typeface="나눔고딕" panose="020D0604000000000000" pitchFamily="50" charset="-127"/>
                          <a:ea typeface="나눔고딕" panose="020D0604000000000000" pitchFamily="50" charset="-127"/>
                        </a:rPr>
                        <a:t>클릭시</a:t>
                      </a:r>
                      <a:r>
                        <a:rPr lang="ko-KR" altLang="en-US" sz="800" b="0" spc="0" baseline="0" dirty="0">
                          <a:solidFill>
                            <a:schemeClr val="tx1"/>
                          </a:solidFill>
                          <a:latin typeface="나눔고딕" panose="020D0604000000000000" pitchFamily="50" charset="-127"/>
                          <a:ea typeface="나눔고딕" panose="020D0604000000000000" pitchFamily="50" charset="-127"/>
                        </a:rPr>
                        <a:t> 전화번호 인증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6391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7" name="TextBox 16">
            <a:extLst>
              <a:ext uri="{FF2B5EF4-FFF2-40B4-BE49-F238E27FC236}">
                <a16:creationId xmlns:a16="http://schemas.microsoft.com/office/drawing/2014/main" id="{AA96429E-6262-4F67-8E35-CF454513FEFE}"/>
              </a:ext>
            </a:extLst>
          </p:cNvPr>
          <p:cNvSpPr txBox="1"/>
          <p:nvPr/>
        </p:nvSpPr>
        <p:spPr>
          <a:xfrm>
            <a:off x="5784170" y="3194615"/>
            <a:ext cx="827471" cy="261610"/>
          </a:xfrm>
          <a:prstGeom prst="rect">
            <a:avLst/>
          </a:prstGeom>
          <a:noFill/>
        </p:spPr>
        <p:txBody>
          <a:bodyPr wrap="none" rtlCol="0">
            <a:spAutoFit/>
          </a:bodyPr>
          <a:lstStyle/>
          <a:p>
            <a:pPr algn="ctr"/>
            <a:r>
              <a:rPr lang="en-US" altLang="ko-KR" sz="1100" dirty="0"/>
              <a:t>TextField1</a:t>
            </a:r>
            <a:endParaRPr lang="ko-KR" altLang="en-US" sz="1100" dirty="0"/>
          </a:p>
        </p:txBody>
      </p:sp>
      <p:sp>
        <p:nvSpPr>
          <p:cNvPr id="19" name="TextBox 18">
            <a:extLst>
              <a:ext uri="{FF2B5EF4-FFF2-40B4-BE49-F238E27FC236}">
                <a16:creationId xmlns:a16="http://schemas.microsoft.com/office/drawing/2014/main" id="{0ECC74CB-6CFD-4D18-BA4D-4D5A66088F13}"/>
              </a:ext>
            </a:extLst>
          </p:cNvPr>
          <p:cNvSpPr txBox="1"/>
          <p:nvPr/>
        </p:nvSpPr>
        <p:spPr>
          <a:xfrm>
            <a:off x="5835813" y="5217267"/>
            <a:ext cx="685815" cy="261610"/>
          </a:xfrm>
          <a:prstGeom prst="rect">
            <a:avLst/>
          </a:prstGeom>
          <a:noFill/>
        </p:spPr>
        <p:txBody>
          <a:bodyPr wrap="square" rtlCol="0">
            <a:spAutoFit/>
          </a:bodyPr>
          <a:lstStyle/>
          <a:p>
            <a:pPr algn="ctr"/>
            <a:r>
              <a:rPr lang="en-US" altLang="ko-KR" sz="1100" dirty="0"/>
              <a:t>Button2</a:t>
            </a:r>
            <a:endParaRPr lang="ko-KR" altLang="en-US" sz="1100" dirty="0"/>
          </a:p>
        </p:txBody>
      </p:sp>
      <p:sp>
        <p:nvSpPr>
          <p:cNvPr id="26" name="타원 25">
            <a:extLst>
              <a:ext uri="{FF2B5EF4-FFF2-40B4-BE49-F238E27FC236}">
                <a16:creationId xmlns:a16="http://schemas.microsoft.com/office/drawing/2014/main" id="{7B4CEE91-8397-46E5-9164-8D75A6BE8E44}"/>
              </a:ext>
            </a:extLst>
          </p:cNvPr>
          <p:cNvSpPr/>
          <p:nvPr/>
        </p:nvSpPr>
        <p:spPr>
          <a:xfrm>
            <a:off x="2648084" y="2192722"/>
            <a:ext cx="216273" cy="2136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1" name="TextBox 30">
            <a:extLst>
              <a:ext uri="{FF2B5EF4-FFF2-40B4-BE49-F238E27FC236}">
                <a16:creationId xmlns:a16="http://schemas.microsoft.com/office/drawing/2014/main" id="{16ACC992-4250-41BA-A32B-D2C66FFA009A}"/>
              </a:ext>
            </a:extLst>
          </p:cNvPr>
          <p:cNvSpPr txBox="1"/>
          <p:nvPr/>
        </p:nvSpPr>
        <p:spPr>
          <a:xfrm>
            <a:off x="1821445" y="2168724"/>
            <a:ext cx="902882" cy="261610"/>
          </a:xfrm>
          <a:prstGeom prst="rect">
            <a:avLst/>
          </a:prstGeom>
          <a:noFill/>
        </p:spPr>
        <p:txBody>
          <a:bodyPr wrap="square" rtlCol="0">
            <a:spAutoFit/>
          </a:bodyPr>
          <a:lstStyle/>
          <a:p>
            <a:pPr algn="ctr"/>
            <a:r>
              <a:rPr lang="en-US" altLang="ko-KR" sz="1100" dirty="0"/>
              <a:t>TextView1</a:t>
            </a:r>
            <a:endParaRPr lang="ko-KR" altLang="en-US" sz="1100" dirty="0"/>
          </a:p>
        </p:txBody>
      </p:sp>
      <p:sp>
        <p:nvSpPr>
          <p:cNvPr id="32" name="타원 31">
            <a:extLst>
              <a:ext uri="{FF2B5EF4-FFF2-40B4-BE49-F238E27FC236}">
                <a16:creationId xmlns:a16="http://schemas.microsoft.com/office/drawing/2014/main" id="{ACBF043A-3605-4D2B-8CF8-59FAE4263096}"/>
              </a:ext>
            </a:extLst>
          </p:cNvPr>
          <p:cNvSpPr/>
          <p:nvPr/>
        </p:nvSpPr>
        <p:spPr>
          <a:xfrm>
            <a:off x="2824839" y="372782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33" name="왼쪽 중괄호 32">
            <a:extLst>
              <a:ext uri="{FF2B5EF4-FFF2-40B4-BE49-F238E27FC236}">
                <a16:creationId xmlns:a16="http://schemas.microsoft.com/office/drawing/2014/main" id="{27DEC1E9-7AE3-4477-8047-2A1490C0259B}"/>
              </a:ext>
            </a:extLst>
          </p:cNvPr>
          <p:cNvSpPr/>
          <p:nvPr/>
        </p:nvSpPr>
        <p:spPr>
          <a:xfrm>
            <a:off x="3040577" y="2741969"/>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4" name="왼쪽 중괄호 33">
            <a:extLst>
              <a:ext uri="{FF2B5EF4-FFF2-40B4-BE49-F238E27FC236}">
                <a16:creationId xmlns:a16="http://schemas.microsoft.com/office/drawing/2014/main" id="{47F814DE-77B8-48F8-B57D-60802D5366D7}"/>
              </a:ext>
            </a:extLst>
          </p:cNvPr>
          <p:cNvSpPr/>
          <p:nvPr/>
        </p:nvSpPr>
        <p:spPr>
          <a:xfrm rot="10800000">
            <a:off x="5205619" y="3146539"/>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5" name="타원 34">
            <a:extLst>
              <a:ext uri="{FF2B5EF4-FFF2-40B4-BE49-F238E27FC236}">
                <a16:creationId xmlns:a16="http://schemas.microsoft.com/office/drawing/2014/main" id="{F468C767-C9E4-450D-BB5C-605615C96DD4}"/>
              </a:ext>
            </a:extLst>
          </p:cNvPr>
          <p:cNvSpPr/>
          <p:nvPr/>
        </p:nvSpPr>
        <p:spPr>
          <a:xfrm>
            <a:off x="2818862" y="27994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6" name="왼쪽 중괄호 35">
            <a:extLst>
              <a:ext uri="{FF2B5EF4-FFF2-40B4-BE49-F238E27FC236}">
                <a16:creationId xmlns:a16="http://schemas.microsoft.com/office/drawing/2014/main" id="{5F47E872-407A-4A02-91F0-45A55056E3D2}"/>
              </a:ext>
            </a:extLst>
          </p:cNvPr>
          <p:cNvSpPr/>
          <p:nvPr/>
        </p:nvSpPr>
        <p:spPr>
          <a:xfrm rot="10800000">
            <a:off x="5221018" y="4088688"/>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왼쪽 중괄호 36">
            <a:extLst>
              <a:ext uri="{FF2B5EF4-FFF2-40B4-BE49-F238E27FC236}">
                <a16:creationId xmlns:a16="http://schemas.microsoft.com/office/drawing/2014/main" id="{FD3BD5A4-DFD5-4B12-A493-4EEDED292EF1}"/>
              </a:ext>
            </a:extLst>
          </p:cNvPr>
          <p:cNvSpPr/>
          <p:nvPr/>
        </p:nvSpPr>
        <p:spPr>
          <a:xfrm rot="10800000">
            <a:off x="5093082" y="5172329"/>
            <a:ext cx="619125"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8" name="타원 37">
            <a:extLst>
              <a:ext uri="{FF2B5EF4-FFF2-40B4-BE49-F238E27FC236}">
                <a16:creationId xmlns:a16="http://schemas.microsoft.com/office/drawing/2014/main" id="{6C5FC4E5-5BB5-4D17-BAB3-9498F3C4D02A}"/>
              </a:ext>
            </a:extLst>
          </p:cNvPr>
          <p:cNvSpPr/>
          <p:nvPr/>
        </p:nvSpPr>
        <p:spPr>
          <a:xfrm>
            <a:off x="5637625" y="321728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40" name="타원 39">
            <a:extLst>
              <a:ext uri="{FF2B5EF4-FFF2-40B4-BE49-F238E27FC236}">
                <a16:creationId xmlns:a16="http://schemas.microsoft.com/office/drawing/2014/main" id="{7198253E-41C2-4C1B-8670-30D92000398C}"/>
              </a:ext>
            </a:extLst>
          </p:cNvPr>
          <p:cNvSpPr/>
          <p:nvPr/>
        </p:nvSpPr>
        <p:spPr>
          <a:xfrm>
            <a:off x="5630156" y="415943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41" name="타원 40">
            <a:extLst>
              <a:ext uri="{FF2B5EF4-FFF2-40B4-BE49-F238E27FC236}">
                <a16:creationId xmlns:a16="http://schemas.microsoft.com/office/drawing/2014/main" id="{8871B8A1-AB3B-44E8-8723-A1023E6AB75D}"/>
              </a:ext>
            </a:extLst>
          </p:cNvPr>
          <p:cNvSpPr/>
          <p:nvPr/>
        </p:nvSpPr>
        <p:spPr>
          <a:xfrm>
            <a:off x="5681800" y="5239936"/>
            <a:ext cx="21558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42" name="왼쪽 중괄호 41">
            <a:extLst>
              <a:ext uri="{FF2B5EF4-FFF2-40B4-BE49-F238E27FC236}">
                <a16:creationId xmlns:a16="http://schemas.microsoft.com/office/drawing/2014/main" id="{C5A16930-CD69-427D-B94D-19AE5045A35F}"/>
              </a:ext>
            </a:extLst>
          </p:cNvPr>
          <p:cNvSpPr/>
          <p:nvPr/>
        </p:nvSpPr>
        <p:spPr>
          <a:xfrm>
            <a:off x="3035135" y="3657083"/>
            <a:ext cx="442219"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3" name="TextBox 42">
            <a:extLst>
              <a:ext uri="{FF2B5EF4-FFF2-40B4-BE49-F238E27FC236}">
                <a16:creationId xmlns:a16="http://schemas.microsoft.com/office/drawing/2014/main" id="{64C8008A-504A-4888-9133-65C91AB2CC96}"/>
              </a:ext>
            </a:extLst>
          </p:cNvPr>
          <p:cNvSpPr txBox="1"/>
          <p:nvPr/>
        </p:nvSpPr>
        <p:spPr>
          <a:xfrm>
            <a:off x="1952935" y="2772821"/>
            <a:ext cx="902882" cy="261610"/>
          </a:xfrm>
          <a:prstGeom prst="rect">
            <a:avLst/>
          </a:prstGeom>
          <a:noFill/>
        </p:spPr>
        <p:txBody>
          <a:bodyPr wrap="square" rtlCol="0">
            <a:spAutoFit/>
          </a:bodyPr>
          <a:lstStyle/>
          <a:p>
            <a:pPr algn="ctr"/>
            <a:r>
              <a:rPr lang="en-US" altLang="ko-KR" sz="1100" dirty="0"/>
              <a:t>TextView2</a:t>
            </a:r>
            <a:endParaRPr lang="ko-KR" altLang="en-US" sz="1100" dirty="0"/>
          </a:p>
        </p:txBody>
      </p:sp>
      <p:sp>
        <p:nvSpPr>
          <p:cNvPr id="44" name="TextBox 43">
            <a:extLst>
              <a:ext uri="{FF2B5EF4-FFF2-40B4-BE49-F238E27FC236}">
                <a16:creationId xmlns:a16="http://schemas.microsoft.com/office/drawing/2014/main" id="{40EF0551-8859-4DAA-98E1-17B22A0378F0}"/>
              </a:ext>
            </a:extLst>
          </p:cNvPr>
          <p:cNvSpPr txBox="1"/>
          <p:nvPr/>
        </p:nvSpPr>
        <p:spPr>
          <a:xfrm>
            <a:off x="1952935" y="3705160"/>
            <a:ext cx="902882" cy="261610"/>
          </a:xfrm>
          <a:prstGeom prst="rect">
            <a:avLst/>
          </a:prstGeom>
          <a:noFill/>
        </p:spPr>
        <p:txBody>
          <a:bodyPr wrap="square" rtlCol="0">
            <a:spAutoFit/>
          </a:bodyPr>
          <a:lstStyle/>
          <a:p>
            <a:pPr algn="ctr"/>
            <a:r>
              <a:rPr lang="en-US" altLang="ko-KR" sz="1100" dirty="0"/>
              <a:t>TextView3</a:t>
            </a:r>
            <a:endParaRPr lang="ko-KR" altLang="en-US" sz="1100" dirty="0"/>
          </a:p>
        </p:txBody>
      </p:sp>
      <p:sp>
        <p:nvSpPr>
          <p:cNvPr id="45" name="TextBox 44">
            <a:extLst>
              <a:ext uri="{FF2B5EF4-FFF2-40B4-BE49-F238E27FC236}">
                <a16:creationId xmlns:a16="http://schemas.microsoft.com/office/drawing/2014/main" id="{318AE6F6-CEBB-45E9-B42C-8061D3F56306}"/>
              </a:ext>
            </a:extLst>
          </p:cNvPr>
          <p:cNvSpPr txBox="1"/>
          <p:nvPr/>
        </p:nvSpPr>
        <p:spPr>
          <a:xfrm>
            <a:off x="5784169" y="4136764"/>
            <a:ext cx="827471" cy="261610"/>
          </a:xfrm>
          <a:prstGeom prst="rect">
            <a:avLst/>
          </a:prstGeom>
          <a:noFill/>
        </p:spPr>
        <p:txBody>
          <a:bodyPr wrap="none" rtlCol="0">
            <a:spAutoFit/>
          </a:bodyPr>
          <a:lstStyle/>
          <a:p>
            <a:pPr algn="ctr"/>
            <a:r>
              <a:rPr lang="en-US" altLang="ko-KR" sz="1100" dirty="0"/>
              <a:t>TextField2</a:t>
            </a:r>
            <a:endParaRPr lang="ko-KR" altLang="en-US" sz="1100" dirty="0"/>
          </a:p>
        </p:txBody>
      </p:sp>
    </p:spTree>
    <p:extLst>
      <p:ext uri="{BB962C8B-B14F-4D97-AF65-F5344CB8AC3E}">
        <p14:creationId xmlns:p14="http://schemas.microsoft.com/office/powerpoint/2010/main" val="2100926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폰트, 디자인, 영수증이(가) 표시된 사진&#10;&#10;자동 생성된 설명">
            <a:extLst>
              <a:ext uri="{FF2B5EF4-FFF2-40B4-BE49-F238E27FC236}">
                <a16:creationId xmlns:a16="http://schemas.microsoft.com/office/drawing/2014/main" id="{3AF10E42-C0FE-45C4-A4A6-0DBD53F9BE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1840" y="1534471"/>
            <a:ext cx="2174856"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시니어</a:t>
            </a:r>
            <a:r>
              <a:rPr lang="en-US" altLang="ko-KR" sz="1000" dirty="0"/>
              <a:t>,</a:t>
            </a:r>
            <a:r>
              <a:rPr lang="ko-KR" altLang="en-US" sz="1000" dirty="0"/>
              <a:t>보호자</a:t>
            </a:r>
            <a:r>
              <a:rPr lang="en-US" altLang="ko-KR" sz="1000" dirty="0"/>
              <a:t>_</a:t>
            </a:r>
            <a:r>
              <a:rPr lang="ko-KR" altLang="en-US" sz="1000" dirty="0"/>
              <a:t>회원가입</a:t>
            </a:r>
            <a:r>
              <a:rPr lang="en-US" altLang="ko-KR" sz="1000" dirty="0"/>
              <a:t>_</a:t>
            </a:r>
            <a:r>
              <a:rPr lang="ko-KR" altLang="en-US" sz="1000" dirty="0"/>
              <a:t>전화번호인증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87737" y="1137534"/>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전화번호 인증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1938173634"/>
              </p:ext>
            </p:extLst>
          </p:nvPr>
        </p:nvGraphicFramePr>
        <p:xfrm>
          <a:off x="8275036" y="755897"/>
          <a:ext cx="3759640" cy="2532440"/>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전화번호 인증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1000" b="1" spc="0" baseline="0" dirty="0">
                          <a:solidFill>
                            <a:schemeClr val="tx1"/>
                          </a:solidFill>
                          <a:latin typeface="나눔고딕" panose="020D0604000000000000" pitchFamily="50" charset="-127"/>
                          <a:ea typeface="나눔고딕" panose="020D0604000000000000" pitchFamily="50" charset="-127"/>
                        </a:rPr>
                        <a:t>통신사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본인 통신사 선택</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전체동의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전체 </a:t>
                      </a:r>
                      <a:r>
                        <a:rPr lang="ko-KR" altLang="en-US" sz="800" b="0" spc="0" baseline="0" dirty="0" err="1">
                          <a:solidFill>
                            <a:schemeClr val="tx1"/>
                          </a:solidFill>
                          <a:latin typeface="나눔고딕" panose="020D0604000000000000" pitchFamily="50" charset="-127"/>
                          <a:ea typeface="나눔고딕" panose="020D0604000000000000" pitchFamily="50" charset="-127"/>
                        </a:rPr>
                        <a:t>동의해야지</a:t>
                      </a:r>
                      <a:r>
                        <a:rPr lang="ko-KR" altLang="en-US" sz="800" b="0" spc="0" baseline="0" dirty="0">
                          <a:solidFill>
                            <a:schemeClr val="tx1"/>
                          </a:solidFill>
                          <a:latin typeface="나눔고딕" panose="020D0604000000000000" pitchFamily="50" charset="-127"/>
                          <a:ea typeface="나눔고딕" panose="020D0604000000000000" pitchFamily="50" charset="-127"/>
                        </a:rPr>
                        <a:t> 인증 가능</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1000" b="1" spc="0" baseline="0" dirty="0">
                          <a:solidFill>
                            <a:schemeClr val="tx1"/>
                          </a:solidFill>
                          <a:latin typeface="나눔고딕" panose="020D0604000000000000" pitchFamily="50" charset="-127"/>
                          <a:ea typeface="나눔고딕" panose="020D0604000000000000" pitchFamily="50" charset="-127"/>
                        </a:rPr>
                        <a:t>인증 버튼</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pass/</a:t>
                      </a:r>
                      <a:r>
                        <a:rPr lang="ko-KR" altLang="en-US" sz="800" b="0" spc="0" baseline="0" dirty="0">
                          <a:solidFill>
                            <a:schemeClr val="tx1"/>
                          </a:solidFill>
                          <a:latin typeface="나눔고딕" panose="020D0604000000000000" pitchFamily="50" charset="-127"/>
                          <a:ea typeface="나눔고딕" panose="020D0604000000000000" pitchFamily="50" charset="-127"/>
                        </a:rPr>
                        <a:t>전화번호 인증 선택하기</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3175114" y="2821842"/>
            <a:ext cx="442219" cy="1101499"/>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25CC88D3-739A-49AF-88E2-120E6DBBF3D2}"/>
              </a:ext>
            </a:extLst>
          </p:cNvPr>
          <p:cNvSpPr/>
          <p:nvPr/>
        </p:nvSpPr>
        <p:spPr>
          <a:xfrm>
            <a:off x="2921974" y="324673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9B5C842E-43A9-4725-8D8B-72028A52220B}"/>
              </a:ext>
            </a:extLst>
          </p:cNvPr>
          <p:cNvSpPr/>
          <p:nvPr/>
        </p:nvSpPr>
        <p:spPr>
          <a:xfrm rot="10800000">
            <a:off x="5370222" y="4436313"/>
            <a:ext cx="792788" cy="51572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타원 18">
            <a:extLst>
              <a:ext uri="{FF2B5EF4-FFF2-40B4-BE49-F238E27FC236}">
                <a16:creationId xmlns:a16="http://schemas.microsoft.com/office/drawing/2014/main" id="{2D76F878-0835-4956-A470-42E34BDF051B}"/>
              </a:ext>
            </a:extLst>
          </p:cNvPr>
          <p:cNvSpPr/>
          <p:nvPr/>
        </p:nvSpPr>
        <p:spPr>
          <a:xfrm>
            <a:off x="6217978" y="45860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CE346EFE-E29D-4077-88B7-00615CAA09CD}"/>
              </a:ext>
            </a:extLst>
          </p:cNvPr>
          <p:cNvSpPr/>
          <p:nvPr/>
        </p:nvSpPr>
        <p:spPr>
          <a:xfrm>
            <a:off x="2971833" y="4036133"/>
            <a:ext cx="442219" cy="35658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D6B7EE81-2475-4DE6-B9F8-9EC1C0BECD07}"/>
              </a:ext>
            </a:extLst>
          </p:cNvPr>
          <p:cNvSpPr/>
          <p:nvPr/>
        </p:nvSpPr>
        <p:spPr>
          <a:xfrm>
            <a:off x="2715647" y="403613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180236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스크린샷, 폰트, 화이트이(가) 표시된 사진&#10;&#10;자동 생성된 설명">
            <a:extLst>
              <a:ext uri="{FF2B5EF4-FFF2-40B4-BE49-F238E27FC236}">
                <a16:creationId xmlns:a16="http://schemas.microsoft.com/office/drawing/2014/main" id="{9E3B9780-2E76-4A2B-B043-47D7CEA727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6976" y="1670155"/>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시니어</a:t>
            </a:r>
            <a:r>
              <a:rPr lang="en-US" altLang="ko-KR" sz="1000" dirty="0"/>
              <a:t>_</a:t>
            </a:r>
            <a:r>
              <a:rPr lang="ko-KR" altLang="en-US" sz="1000" dirty="0"/>
              <a:t>회원가입</a:t>
            </a:r>
            <a:r>
              <a:rPr lang="en-US" altLang="ko-KR" sz="1000" dirty="0"/>
              <a:t>_</a:t>
            </a:r>
            <a:r>
              <a:rPr lang="ko-KR" altLang="en-US" sz="1000" dirty="0"/>
              <a:t>완료페이지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83102" y="117992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 완료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3297762488"/>
              </p:ext>
            </p:extLst>
          </p:nvPr>
        </p:nvGraphicFramePr>
        <p:xfrm>
          <a:off x="8275036" y="755897"/>
          <a:ext cx="3759640" cy="1948232"/>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 완료 안내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시니어용</a:t>
                      </a: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TextView1</a:t>
                      </a: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환영문구</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en-US" altLang="ko-KR" sz="800" b="0" spc="0" baseline="0" dirty="0">
                          <a:solidFill>
                            <a:schemeClr val="tx1"/>
                          </a:solidFill>
                          <a:latin typeface="나눔고딕" panose="020D0604000000000000" pitchFamily="50" charset="-127"/>
                          <a:ea typeface="나눔고딕" panose="020D0604000000000000" pitchFamily="50" charset="-127"/>
                        </a:rPr>
                        <a:t>OO</a:t>
                      </a:r>
                      <a:r>
                        <a:rPr lang="ko-KR" altLang="en-US" sz="800" b="0" spc="0" baseline="0" dirty="0">
                          <a:solidFill>
                            <a:schemeClr val="tx1"/>
                          </a:solidFill>
                          <a:latin typeface="나눔고딕" panose="020D0604000000000000" pitchFamily="50" charset="-127"/>
                          <a:ea typeface="나눔고딕" panose="020D0604000000000000" pitchFamily="50" charset="-127"/>
                        </a:rPr>
                        <a:t>에 가입자 이름이 포함된다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a:t>
                      </a: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3</a:t>
                      </a:r>
                      <a:r>
                        <a:rPr lang="ko-KR" altLang="en-US" sz="800" b="0" spc="0" baseline="0" dirty="0" err="1">
                          <a:solidFill>
                            <a:schemeClr val="tx1"/>
                          </a:solidFill>
                          <a:latin typeface="나눔고딕" panose="020D0604000000000000" pitchFamily="50" charset="-127"/>
                          <a:ea typeface="나눔고딕" panose="020D0604000000000000" pitchFamily="50" charset="-127"/>
                        </a:rPr>
                        <a:t>초뒤에</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메인페이지로</a:t>
                      </a:r>
                      <a:r>
                        <a:rPr lang="ko-KR" altLang="en-US" sz="800" b="0" spc="0" baseline="0" dirty="0">
                          <a:solidFill>
                            <a:schemeClr val="tx1"/>
                          </a:solidFill>
                          <a:latin typeface="나눔고딕" panose="020D0604000000000000" pitchFamily="50" charset="-127"/>
                          <a:ea typeface="나눔고딕" panose="020D0604000000000000" pitchFamily="50" charset="-127"/>
                        </a:rPr>
                        <a:t> 이동함을 명시한다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2759724" y="327847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2987544" y="3145772"/>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25CC88D3-739A-49AF-88E2-120E6DBBF3D2}"/>
              </a:ext>
            </a:extLst>
          </p:cNvPr>
          <p:cNvSpPr/>
          <p:nvPr/>
        </p:nvSpPr>
        <p:spPr>
          <a:xfrm>
            <a:off x="2771271" y="407211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CE346EFE-E29D-4077-88B7-00615CAA09CD}"/>
              </a:ext>
            </a:extLst>
          </p:cNvPr>
          <p:cNvSpPr/>
          <p:nvPr/>
        </p:nvSpPr>
        <p:spPr>
          <a:xfrm>
            <a:off x="3000536" y="3938216"/>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TextBox 16">
            <a:extLst>
              <a:ext uri="{FF2B5EF4-FFF2-40B4-BE49-F238E27FC236}">
                <a16:creationId xmlns:a16="http://schemas.microsoft.com/office/drawing/2014/main" id="{311485FA-4EA7-45EC-B0F1-67ED09BE6963}"/>
              </a:ext>
            </a:extLst>
          </p:cNvPr>
          <p:cNvSpPr txBox="1"/>
          <p:nvPr/>
        </p:nvSpPr>
        <p:spPr>
          <a:xfrm>
            <a:off x="1924196" y="3255804"/>
            <a:ext cx="902882" cy="261610"/>
          </a:xfrm>
          <a:prstGeom prst="rect">
            <a:avLst/>
          </a:prstGeom>
          <a:noFill/>
        </p:spPr>
        <p:txBody>
          <a:bodyPr wrap="square" rtlCol="0">
            <a:spAutoFit/>
          </a:bodyPr>
          <a:lstStyle/>
          <a:p>
            <a:pPr algn="ctr"/>
            <a:r>
              <a:rPr lang="en-US" altLang="ko-KR" sz="1100" dirty="0"/>
              <a:t>TextView1</a:t>
            </a:r>
            <a:endParaRPr lang="ko-KR" altLang="en-US" sz="1100" dirty="0"/>
          </a:p>
        </p:txBody>
      </p:sp>
      <p:sp>
        <p:nvSpPr>
          <p:cNvPr id="19" name="TextBox 18">
            <a:extLst>
              <a:ext uri="{FF2B5EF4-FFF2-40B4-BE49-F238E27FC236}">
                <a16:creationId xmlns:a16="http://schemas.microsoft.com/office/drawing/2014/main" id="{14AE6BD5-C041-4126-97EB-8B9311E5EAEA}"/>
              </a:ext>
            </a:extLst>
          </p:cNvPr>
          <p:cNvSpPr txBox="1"/>
          <p:nvPr/>
        </p:nvSpPr>
        <p:spPr>
          <a:xfrm>
            <a:off x="1960407" y="4055854"/>
            <a:ext cx="902882" cy="261610"/>
          </a:xfrm>
          <a:prstGeom prst="rect">
            <a:avLst/>
          </a:prstGeom>
          <a:noFill/>
        </p:spPr>
        <p:txBody>
          <a:bodyPr wrap="square" rtlCol="0">
            <a:spAutoFit/>
          </a:bodyPr>
          <a:lstStyle/>
          <a:p>
            <a:pPr algn="ctr"/>
            <a:r>
              <a:rPr lang="en-US" altLang="ko-KR" sz="1100" dirty="0"/>
              <a:t>TextView2</a:t>
            </a:r>
            <a:endParaRPr lang="ko-KR" altLang="en-US" sz="1100" dirty="0"/>
          </a:p>
        </p:txBody>
      </p:sp>
    </p:spTree>
    <p:extLst>
      <p:ext uri="{BB962C8B-B14F-4D97-AF65-F5344CB8AC3E}">
        <p14:creationId xmlns:p14="http://schemas.microsoft.com/office/powerpoint/2010/main" val="770116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그림 6" descr="텍스트, 스크린샷, 폰트, 화이트이(가) 표시된 사진&#10;&#10;자동 생성된 설명">
            <a:extLst>
              <a:ext uri="{FF2B5EF4-FFF2-40B4-BE49-F238E27FC236}">
                <a16:creationId xmlns:a16="http://schemas.microsoft.com/office/drawing/2014/main" id="{15803EEE-570B-4A8E-A0F4-A4670FBD03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4701" y="1646011"/>
            <a:ext cx="2174855"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보호자</a:t>
            </a:r>
            <a:r>
              <a:rPr lang="en-US" altLang="ko-KR" sz="1000" dirty="0"/>
              <a:t>_</a:t>
            </a:r>
            <a:r>
              <a:rPr lang="ko-KR" altLang="en-US" sz="1000" dirty="0"/>
              <a:t>회원가입</a:t>
            </a:r>
            <a:r>
              <a:rPr lang="en-US" altLang="ko-KR" sz="1000" dirty="0"/>
              <a:t>_</a:t>
            </a:r>
            <a:r>
              <a:rPr lang="ko-KR" altLang="en-US" sz="1000" dirty="0"/>
              <a:t>시니어인증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370991" y="1264702"/>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보호자</a:t>
            </a:r>
            <a:r>
              <a:rPr lang="en-US" altLang="ko-KR" sz="1000" dirty="0">
                <a:solidFill>
                  <a:schemeClr val="bg1"/>
                </a:solidFill>
              </a:rPr>
              <a:t>_</a:t>
            </a:r>
            <a:r>
              <a:rPr lang="ko-KR" altLang="en-US" sz="1000" dirty="0">
                <a:solidFill>
                  <a:schemeClr val="bg1"/>
                </a:solidFill>
              </a:rPr>
              <a:t>시니어인증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364516206"/>
              </p:ext>
            </p:extLst>
          </p:nvPr>
        </p:nvGraphicFramePr>
        <p:xfrm>
          <a:off x="8275036" y="755897"/>
          <a:ext cx="3759640" cy="5455598"/>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 정보 입력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보호자에게만 해당되는 회원가입 페이지</a:t>
                      </a: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1" dirty="0"/>
                        <a:t>TextView1</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회원가입 페이지에서 시니어 정보 </a:t>
                      </a:r>
                      <a:r>
                        <a:rPr lang="ko-KR" altLang="en-US" sz="800" b="0" spc="0" baseline="0" dirty="0" err="1">
                          <a:solidFill>
                            <a:schemeClr val="tx1"/>
                          </a:solidFill>
                          <a:latin typeface="나눔고딕" panose="020D0604000000000000" pitchFamily="50" charset="-127"/>
                          <a:ea typeface="나눔고딕" panose="020D0604000000000000" pitchFamily="50" charset="-127"/>
                        </a:rPr>
                        <a:t>입력창임을</a:t>
                      </a:r>
                      <a:r>
                        <a:rPr lang="ko-KR" altLang="en-US" sz="800" b="0" spc="0" baseline="0" dirty="0">
                          <a:solidFill>
                            <a:schemeClr val="tx1"/>
                          </a:solidFill>
                          <a:latin typeface="나눔고딕" panose="020D0604000000000000" pitchFamily="50" charset="-127"/>
                          <a:ea typeface="나눔고딕" panose="020D0604000000000000" pitchFamily="50" charset="-127"/>
                        </a:rPr>
                        <a:t> 명시</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TextView2</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이름 </a:t>
                      </a:r>
                      <a:r>
                        <a:rPr lang="ko-KR" altLang="en-US" sz="800" b="0" spc="0" baseline="0" dirty="0" err="1">
                          <a:solidFill>
                            <a:schemeClr val="tx1"/>
                          </a:solidFill>
                          <a:latin typeface="나눔고딕" panose="020D0604000000000000" pitchFamily="50" charset="-127"/>
                          <a:ea typeface="나눔고딕" panose="020D0604000000000000" pitchFamily="50" charset="-127"/>
                        </a:rPr>
                        <a:t>쓰는칸임을</a:t>
                      </a:r>
                      <a:r>
                        <a:rPr lang="ko-KR" altLang="en-US" sz="800" b="0" spc="0" baseline="0" dirty="0">
                          <a:solidFill>
                            <a:schemeClr val="tx1"/>
                          </a:solidFill>
                          <a:latin typeface="나눔고딕" panose="020D0604000000000000" pitchFamily="50" charset="-127"/>
                          <a:ea typeface="나눔고딕" panose="020D0604000000000000" pitchFamily="50" charset="-127"/>
                        </a:rPr>
                        <a:t> 명시</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TextField1: </a:t>
                      </a:r>
                      <a:r>
                        <a:rPr lang="ko-KR" altLang="en-US" sz="1000" b="1" dirty="0"/>
                        <a:t>이름</a:t>
                      </a:r>
                      <a:endParaRPr lang="en-US" altLang="ko-KR" sz="1000" b="1" dirty="0"/>
                    </a:p>
                    <a:p>
                      <a:pPr marL="0" indent="0">
                        <a:lnSpc>
                          <a:spcPct val="100000"/>
                        </a:lnSpc>
                        <a:buFontTx/>
                        <a:buNone/>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시니어 이름 입력</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1120831"/>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TextView3</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전화번호 </a:t>
                      </a:r>
                      <a:r>
                        <a:rPr lang="ko-KR" altLang="en-US" sz="800" b="0" spc="0" baseline="0" dirty="0" err="1">
                          <a:solidFill>
                            <a:schemeClr val="tx1"/>
                          </a:solidFill>
                          <a:latin typeface="나눔고딕" panose="020D0604000000000000" pitchFamily="50" charset="-127"/>
                          <a:ea typeface="나눔고딕" panose="020D0604000000000000" pitchFamily="50" charset="-127"/>
                        </a:rPr>
                        <a:t>입력칸을</a:t>
                      </a:r>
                      <a:r>
                        <a:rPr lang="ko-KR" altLang="en-US" sz="800" b="0" spc="0" baseline="0" dirty="0">
                          <a:solidFill>
                            <a:schemeClr val="tx1"/>
                          </a:solidFill>
                          <a:latin typeface="나눔고딕" panose="020D0604000000000000" pitchFamily="50" charset="-127"/>
                          <a:ea typeface="나눔고딕" panose="020D0604000000000000" pitchFamily="50" charset="-127"/>
                        </a:rPr>
                        <a:t> 명시</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8521492"/>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TextField2: </a:t>
                      </a:r>
                      <a:r>
                        <a:rPr lang="ko-KR" altLang="en-US" sz="1000" b="1" dirty="0"/>
                        <a:t>전화번호</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전화번호는 </a:t>
                      </a:r>
                      <a:r>
                        <a:rPr lang="en-US" altLang="ko-KR" sz="800" b="0" spc="0" baseline="0" dirty="0">
                          <a:solidFill>
                            <a:schemeClr val="tx1"/>
                          </a:solidFill>
                          <a:latin typeface="나눔고딕" panose="020D0604000000000000" pitchFamily="50" charset="-127"/>
                          <a:ea typeface="나눔고딕" panose="020D0604000000000000" pitchFamily="50" charset="-127"/>
                        </a:rPr>
                        <a:t>01012345678</a:t>
                      </a:r>
                      <a:r>
                        <a:rPr lang="ko-KR" altLang="en-US" sz="800" b="0" spc="0" baseline="0" dirty="0">
                          <a:solidFill>
                            <a:schemeClr val="tx1"/>
                          </a:solidFill>
                          <a:latin typeface="나눔고딕" panose="020D0604000000000000" pitchFamily="50" charset="-127"/>
                          <a:ea typeface="나눔고딕" panose="020D0604000000000000" pitchFamily="50" charset="-127"/>
                        </a:rPr>
                        <a:t>형식으로 입력한다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044684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1" dirty="0"/>
                        <a:t>TextView4</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0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가족 관계증명서 올리는 칸 명시</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35428144"/>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Button3: </a:t>
                      </a:r>
                      <a:r>
                        <a:rPr lang="ko-KR" altLang="en-US" sz="1000" b="1" dirty="0"/>
                        <a:t>파일 올리기</a:t>
                      </a:r>
                      <a:endParaRPr lang="en-US" altLang="ko-KR" sz="1000" b="1" dirty="0"/>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핸드폰 파일에 접근가능</a:t>
                      </a:r>
                      <a:endParaRPr lang="en-US" altLang="ko-KR" sz="8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800" b="0" spc="0" baseline="0" dirty="0">
                          <a:solidFill>
                            <a:schemeClr val="tx1"/>
                          </a:solidFill>
                          <a:latin typeface="나눔고딕" panose="020D0604000000000000" pitchFamily="50" charset="-127"/>
                          <a:ea typeface="나눔고딕" panose="020D0604000000000000" pitchFamily="50" charset="-127"/>
                        </a:rPr>
                        <a:t>가족관계증명서를 올릴 수 있다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36861984"/>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t>Button4</a:t>
                      </a: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버튼 </a:t>
                      </a:r>
                      <a:r>
                        <a:rPr lang="ko-KR" altLang="en-US" sz="800" b="0" spc="0" baseline="0" dirty="0" err="1">
                          <a:solidFill>
                            <a:schemeClr val="tx1"/>
                          </a:solidFill>
                          <a:latin typeface="나눔고딕" panose="020D0604000000000000" pitchFamily="50" charset="-127"/>
                          <a:ea typeface="나눔고딕" panose="020D0604000000000000" pitchFamily="50" charset="-127"/>
                        </a:rPr>
                        <a:t>클릭시</a:t>
                      </a:r>
                      <a:r>
                        <a:rPr lang="ko-KR" altLang="en-US" sz="800" b="0" spc="0" baseline="0" dirty="0">
                          <a:solidFill>
                            <a:schemeClr val="tx1"/>
                          </a:solidFill>
                          <a:latin typeface="나눔고딕" panose="020D0604000000000000" pitchFamily="50" charset="-127"/>
                          <a:ea typeface="나눔고딕" panose="020D0604000000000000" pitchFamily="50" charset="-127"/>
                        </a:rPr>
                        <a:t> 가입완료 페이지로 넘어간다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42651635"/>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40" name="왼쪽 중괄호 39">
            <a:extLst>
              <a:ext uri="{FF2B5EF4-FFF2-40B4-BE49-F238E27FC236}">
                <a16:creationId xmlns:a16="http://schemas.microsoft.com/office/drawing/2014/main" id="{590BE5B0-BABE-42C1-8113-18AA9D8FEA6A}"/>
              </a:ext>
            </a:extLst>
          </p:cNvPr>
          <p:cNvSpPr/>
          <p:nvPr/>
        </p:nvSpPr>
        <p:spPr>
          <a:xfrm>
            <a:off x="2447523" y="1869984"/>
            <a:ext cx="1040362" cy="8295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1" name="타원 40">
            <a:extLst>
              <a:ext uri="{FF2B5EF4-FFF2-40B4-BE49-F238E27FC236}">
                <a16:creationId xmlns:a16="http://schemas.microsoft.com/office/drawing/2014/main" id="{8F126423-7DA1-433D-952E-D1F3CFE9A922}"/>
              </a:ext>
            </a:extLst>
          </p:cNvPr>
          <p:cNvSpPr/>
          <p:nvPr/>
        </p:nvSpPr>
        <p:spPr>
          <a:xfrm>
            <a:off x="2354101" y="2135676"/>
            <a:ext cx="216273" cy="2136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42" name="TextBox 41">
            <a:extLst>
              <a:ext uri="{FF2B5EF4-FFF2-40B4-BE49-F238E27FC236}">
                <a16:creationId xmlns:a16="http://schemas.microsoft.com/office/drawing/2014/main" id="{765F9BC5-1FDB-4E99-9486-B80A502B0521}"/>
              </a:ext>
            </a:extLst>
          </p:cNvPr>
          <p:cNvSpPr txBox="1"/>
          <p:nvPr/>
        </p:nvSpPr>
        <p:spPr>
          <a:xfrm>
            <a:off x="1527462" y="2111678"/>
            <a:ext cx="902882" cy="261610"/>
          </a:xfrm>
          <a:prstGeom prst="rect">
            <a:avLst/>
          </a:prstGeom>
          <a:noFill/>
        </p:spPr>
        <p:txBody>
          <a:bodyPr wrap="square" rtlCol="0">
            <a:spAutoFit/>
          </a:bodyPr>
          <a:lstStyle/>
          <a:p>
            <a:pPr algn="ctr"/>
            <a:r>
              <a:rPr lang="en-US" altLang="ko-KR" sz="1100" dirty="0"/>
              <a:t>TextView1</a:t>
            </a:r>
            <a:endParaRPr lang="ko-KR" altLang="en-US" sz="1100" dirty="0"/>
          </a:p>
        </p:txBody>
      </p:sp>
      <p:sp>
        <p:nvSpPr>
          <p:cNvPr id="43" name="타원 42">
            <a:extLst>
              <a:ext uri="{FF2B5EF4-FFF2-40B4-BE49-F238E27FC236}">
                <a16:creationId xmlns:a16="http://schemas.microsoft.com/office/drawing/2014/main" id="{6D9C6EC7-2946-4CC1-A835-24CEA34673AE}"/>
              </a:ext>
            </a:extLst>
          </p:cNvPr>
          <p:cNvSpPr/>
          <p:nvPr/>
        </p:nvSpPr>
        <p:spPr>
          <a:xfrm>
            <a:off x="2538845" y="353334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44" name="왼쪽 중괄호 43">
            <a:extLst>
              <a:ext uri="{FF2B5EF4-FFF2-40B4-BE49-F238E27FC236}">
                <a16:creationId xmlns:a16="http://schemas.microsoft.com/office/drawing/2014/main" id="{87CC9224-A4F6-4835-B45F-42E5D3FAE2D0}"/>
              </a:ext>
            </a:extLst>
          </p:cNvPr>
          <p:cNvSpPr/>
          <p:nvPr/>
        </p:nvSpPr>
        <p:spPr>
          <a:xfrm>
            <a:off x="2748296" y="2722215"/>
            <a:ext cx="442219" cy="26161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5" name="타원 44">
            <a:extLst>
              <a:ext uri="{FF2B5EF4-FFF2-40B4-BE49-F238E27FC236}">
                <a16:creationId xmlns:a16="http://schemas.microsoft.com/office/drawing/2014/main" id="{E5E64EC3-0831-43DB-A729-D9B0217F0A2F}"/>
              </a:ext>
            </a:extLst>
          </p:cNvPr>
          <p:cNvSpPr/>
          <p:nvPr/>
        </p:nvSpPr>
        <p:spPr>
          <a:xfrm>
            <a:off x="2538128" y="273022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46" name="왼쪽 중괄호 45">
            <a:extLst>
              <a:ext uri="{FF2B5EF4-FFF2-40B4-BE49-F238E27FC236}">
                <a16:creationId xmlns:a16="http://schemas.microsoft.com/office/drawing/2014/main" id="{E9A099B8-BE34-4431-8A65-8FC4475138C3}"/>
              </a:ext>
            </a:extLst>
          </p:cNvPr>
          <p:cNvSpPr/>
          <p:nvPr/>
        </p:nvSpPr>
        <p:spPr>
          <a:xfrm>
            <a:off x="2754273" y="3471688"/>
            <a:ext cx="442219" cy="27793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47" name="TextBox 46">
            <a:extLst>
              <a:ext uri="{FF2B5EF4-FFF2-40B4-BE49-F238E27FC236}">
                <a16:creationId xmlns:a16="http://schemas.microsoft.com/office/drawing/2014/main" id="{1A3E6F5D-7F9A-40DC-AF03-AEE10FF427E6}"/>
              </a:ext>
            </a:extLst>
          </p:cNvPr>
          <p:cNvSpPr txBox="1"/>
          <p:nvPr/>
        </p:nvSpPr>
        <p:spPr>
          <a:xfrm>
            <a:off x="1559355" y="2722215"/>
            <a:ext cx="902882" cy="261610"/>
          </a:xfrm>
          <a:prstGeom prst="rect">
            <a:avLst/>
          </a:prstGeom>
          <a:noFill/>
        </p:spPr>
        <p:txBody>
          <a:bodyPr wrap="square" rtlCol="0">
            <a:spAutoFit/>
          </a:bodyPr>
          <a:lstStyle/>
          <a:p>
            <a:pPr algn="ctr"/>
            <a:r>
              <a:rPr lang="en-US" altLang="ko-KR" sz="1100" dirty="0"/>
              <a:t>TextView2</a:t>
            </a:r>
            <a:endParaRPr lang="ko-KR" altLang="en-US" sz="1100" dirty="0"/>
          </a:p>
        </p:txBody>
      </p:sp>
      <p:sp>
        <p:nvSpPr>
          <p:cNvPr id="48" name="TextBox 47">
            <a:extLst>
              <a:ext uri="{FF2B5EF4-FFF2-40B4-BE49-F238E27FC236}">
                <a16:creationId xmlns:a16="http://schemas.microsoft.com/office/drawing/2014/main" id="{8CA31D96-8347-415A-83D7-71CC1C51F583}"/>
              </a:ext>
            </a:extLst>
          </p:cNvPr>
          <p:cNvSpPr txBox="1"/>
          <p:nvPr/>
        </p:nvSpPr>
        <p:spPr>
          <a:xfrm>
            <a:off x="1671843" y="3588938"/>
            <a:ext cx="943614" cy="261610"/>
          </a:xfrm>
          <a:prstGeom prst="rect">
            <a:avLst/>
          </a:prstGeom>
          <a:noFill/>
        </p:spPr>
        <p:txBody>
          <a:bodyPr wrap="square" rtlCol="0">
            <a:spAutoFit/>
          </a:bodyPr>
          <a:lstStyle/>
          <a:p>
            <a:pPr algn="ctr"/>
            <a:r>
              <a:rPr lang="en-US" altLang="ko-KR" sz="1100" dirty="0"/>
              <a:t>TextView3</a:t>
            </a:r>
            <a:endParaRPr lang="ko-KR" altLang="en-US" sz="1100" dirty="0"/>
          </a:p>
        </p:txBody>
      </p:sp>
      <p:sp>
        <p:nvSpPr>
          <p:cNvPr id="49" name="타원 48">
            <a:extLst>
              <a:ext uri="{FF2B5EF4-FFF2-40B4-BE49-F238E27FC236}">
                <a16:creationId xmlns:a16="http://schemas.microsoft.com/office/drawing/2014/main" id="{2C0BA896-E125-4324-96BA-14E8BA9B36C1}"/>
              </a:ext>
            </a:extLst>
          </p:cNvPr>
          <p:cNvSpPr/>
          <p:nvPr/>
        </p:nvSpPr>
        <p:spPr>
          <a:xfrm>
            <a:off x="2524879" y="43920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50" name="왼쪽 중괄호 49">
            <a:extLst>
              <a:ext uri="{FF2B5EF4-FFF2-40B4-BE49-F238E27FC236}">
                <a16:creationId xmlns:a16="http://schemas.microsoft.com/office/drawing/2014/main" id="{B74BDA9B-E873-477E-8E9C-581054B158FA}"/>
              </a:ext>
            </a:extLst>
          </p:cNvPr>
          <p:cNvSpPr/>
          <p:nvPr/>
        </p:nvSpPr>
        <p:spPr>
          <a:xfrm>
            <a:off x="2735175" y="4321313"/>
            <a:ext cx="442219" cy="28701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1" name="TextBox 50">
            <a:extLst>
              <a:ext uri="{FF2B5EF4-FFF2-40B4-BE49-F238E27FC236}">
                <a16:creationId xmlns:a16="http://schemas.microsoft.com/office/drawing/2014/main" id="{C1DB6319-CCE9-4F3B-AD3F-7A9934394440}"/>
              </a:ext>
            </a:extLst>
          </p:cNvPr>
          <p:cNvSpPr txBox="1"/>
          <p:nvPr/>
        </p:nvSpPr>
        <p:spPr>
          <a:xfrm>
            <a:off x="1652975" y="4369390"/>
            <a:ext cx="902882" cy="261610"/>
          </a:xfrm>
          <a:prstGeom prst="rect">
            <a:avLst/>
          </a:prstGeom>
          <a:noFill/>
        </p:spPr>
        <p:txBody>
          <a:bodyPr wrap="square" rtlCol="0">
            <a:spAutoFit/>
          </a:bodyPr>
          <a:lstStyle/>
          <a:p>
            <a:pPr algn="ctr"/>
            <a:r>
              <a:rPr lang="en-US" altLang="ko-KR" sz="1100" dirty="0"/>
              <a:t>TextView4</a:t>
            </a:r>
            <a:endParaRPr lang="ko-KR" altLang="en-US" sz="1100" dirty="0"/>
          </a:p>
        </p:txBody>
      </p:sp>
      <p:sp>
        <p:nvSpPr>
          <p:cNvPr id="55" name="타원 54">
            <a:extLst>
              <a:ext uri="{FF2B5EF4-FFF2-40B4-BE49-F238E27FC236}">
                <a16:creationId xmlns:a16="http://schemas.microsoft.com/office/drawing/2014/main" id="{22A00931-181A-4288-8E52-93DE0E9249C5}"/>
              </a:ext>
            </a:extLst>
          </p:cNvPr>
          <p:cNvSpPr/>
          <p:nvPr/>
        </p:nvSpPr>
        <p:spPr>
          <a:xfrm>
            <a:off x="5697610" y="47072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
        <p:nvSpPr>
          <p:cNvPr id="56" name="왼쪽 중괄호 55">
            <a:extLst>
              <a:ext uri="{FF2B5EF4-FFF2-40B4-BE49-F238E27FC236}">
                <a16:creationId xmlns:a16="http://schemas.microsoft.com/office/drawing/2014/main" id="{A2BEF03C-EDFB-4812-A8B5-13485D9742A3}"/>
              </a:ext>
            </a:extLst>
          </p:cNvPr>
          <p:cNvSpPr/>
          <p:nvPr/>
        </p:nvSpPr>
        <p:spPr>
          <a:xfrm rot="10800000">
            <a:off x="3888354" y="4636459"/>
            <a:ext cx="1860728"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57" name="TextBox 56">
            <a:extLst>
              <a:ext uri="{FF2B5EF4-FFF2-40B4-BE49-F238E27FC236}">
                <a16:creationId xmlns:a16="http://schemas.microsoft.com/office/drawing/2014/main" id="{1F490C99-F747-413B-BB99-819787D75181}"/>
              </a:ext>
            </a:extLst>
          </p:cNvPr>
          <p:cNvSpPr txBox="1"/>
          <p:nvPr/>
        </p:nvSpPr>
        <p:spPr>
          <a:xfrm>
            <a:off x="5836099" y="4661868"/>
            <a:ext cx="872529" cy="261610"/>
          </a:xfrm>
          <a:prstGeom prst="rect">
            <a:avLst/>
          </a:prstGeom>
          <a:noFill/>
        </p:spPr>
        <p:txBody>
          <a:bodyPr wrap="square" rtlCol="0">
            <a:spAutoFit/>
          </a:bodyPr>
          <a:lstStyle/>
          <a:p>
            <a:pPr algn="ctr"/>
            <a:r>
              <a:rPr lang="en-US" altLang="ko-KR" sz="1100" dirty="0"/>
              <a:t>Button3</a:t>
            </a:r>
            <a:endParaRPr lang="ko-KR" altLang="en-US" sz="1100" dirty="0"/>
          </a:p>
        </p:txBody>
      </p:sp>
      <p:sp>
        <p:nvSpPr>
          <p:cNvPr id="58" name="TextBox 57">
            <a:extLst>
              <a:ext uri="{FF2B5EF4-FFF2-40B4-BE49-F238E27FC236}">
                <a16:creationId xmlns:a16="http://schemas.microsoft.com/office/drawing/2014/main" id="{26839E2B-E308-4D83-BE25-ECE5366C69E6}"/>
              </a:ext>
            </a:extLst>
          </p:cNvPr>
          <p:cNvSpPr txBox="1"/>
          <p:nvPr/>
        </p:nvSpPr>
        <p:spPr>
          <a:xfrm>
            <a:off x="6022813" y="3028763"/>
            <a:ext cx="917399" cy="261610"/>
          </a:xfrm>
          <a:prstGeom prst="rect">
            <a:avLst/>
          </a:prstGeom>
          <a:noFill/>
        </p:spPr>
        <p:txBody>
          <a:bodyPr wrap="square" rtlCol="0">
            <a:spAutoFit/>
          </a:bodyPr>
          <a:lstStyle/>
          <a:p>
            <a:pPr algn="ctr"/>
            <a:r>
              <a:rPr lang="en-US" altLang="ko-KR" sz="1100" dirty="0"/>
              <a:t>TextField1</a:t>
            </a:r>
            <a:endParaRPr lang="ko-KR" altLang="en-US" sz="1100" dirty="0"/>
          </a:p>
        </p:txBody>
      </p:sp>
      <p:sp>
        <p:nvSpPr>
          <p:cNvPr id="59" name="왼쪽 중괄호 58">
            <a:extLst>
              <a:ext uri="{FF2B5EF4-FFF2-40B4-BE49-F238E27FC236}">
                <a16:creationId xmlns:a16="http://schemas.microsoft.com/office/drawing/2014/main" id="{FC0D0A8A-7F47-4962-8BCA-59993EF7A250}"/>
              </a:ext>
            </a:extLst>
          </p:cNvPr>
          <p:cNvSpPr/>
          <p:nvPr/>
        </p:nvSpPr>
        <p:spPr>
          <a:xfrm rot="10800000">
            <a:off x="5280082" y="2983825"/>
            <a:ext cx="619125"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60" name="타원 59">
            <a:extLst>
              <a:ext uri="{FF2B5EF4-FFF2-40B4-BE49-F238E27FC236}">
                <a16:creationId xmlns:a16="http://schemas.microsoft.com/office/drawing/2014/main" id="{109B1A4E-CA79-4D2F-8A51-80367D48CCDC}"/>
              </a:ext>
            </a:extLst>
          </p:cNvPr>
          <p:cNvSpPr/>
          <p:nvPr/>
        </p:nvSpPr>
        <p:spPr>
          <a:xfrm>
            <a:off x="5868800" y="3051432"/>
            <a:ext cx="21558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61" name="TextBox 60">
            <a:extLst>
              <a:ext uri="{FF2B5EF4-FFF2-40B4-BE49-F238E27FC236}">
                <a16:creationId xmlns:a16="http://schemas.microsoft.com/office/drawing/2014/main" id="{EF3236C8-6E62-46F9-8CF1-8E9D1B6FB905}"/>
              </a:ext>
            </a:extLst>
          </p:cNvPr>
          <p:cNvSpPr txBox="1"/>
          <p:nvPr/>
        </p:nvSpPr>
        <p:spPr>
          <a:xfrm>
            <a:off x="6053220" y="3865625"/>
            <a:ext cx="872529" cy="261610"/>
          </a:xfrm>
          <a:prstGeom prst="rect">
            <a:avLst/>
          </a:prstGeom>
          <a:noFill/>
        </p:spPr>
        <p:txBody>
          <a:bodyPr wrap="square" rtlCol="0">
            <a:spAutoFit/>
          </a:bodyPr>
          <a:lstStyle/>
          <a:p>
            <a:pPr algn="ctr"/>
            <a:r>
              <a:rPr lang="en-US" altLang="ko-KR" sz="1100" dirty="0"/>
              <a:t>TextField2</a:t>
            </a:r>
            <a:endParaRPr lang="ko-KR" altLang="en-US" sz="1100" dirty="0"/>
          </a:p>
        </p:txBody>
      </p:sp>
      <p:sp>
        <p:nvSpPr>
          <p:cNvPr id="62" name="왼쪽 중괄호 61">
            <a:extLst>
              <a:ext uri="{FF2B5EF4-FFF2-40B4-BE49-F238E27FC236}">
                <a16:creationId xmlns:a16="http://schemas.microsoft.com/office/drawing/2014/main" id="{B18ECF98-3836-4E53-922F-1C417E29C3F0}"/>
              </a:ext>
            </a:extLst>
          </p:cNvPr>
          <p:cNvSpPr/>
          <p:nvPr/>
        </p:nvSpPr>
        <p:spPr>
          <a:xfrm rot="10800000">
            <a:off x="5310489" y="3820687"/>
            <a:ext cx="619125"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63" name="타원 62">
            <a:extLst>
              <a:ext uri="{FF2B5EF4-FFF2-40B4-BE49-F238E27FC236}">
                <a16:creationId xmlns:a16="http://schemas.microsoft.com/office/drawing/2014/main" id="{28F2FE46-7CC3-4BCC-A120-E6E9BEB8E3B4}"/>
              </a:ext>
            </a:extLst>
          </p:cNvPr>
          <p:cNvSpPr/>
          <p:nvPr/>
        </p:nvSpPr>
        <p:spPr>
          <a:xfrm>
            <a:off x="5899207" y="3888294"/>
            <a:ext cx="21558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64" name="TextBox 63">
            <a:extLst>
              <a:ext uri="{FF2B5EF4-FFF2-40B4-BE49-F238E27FC236}">
                <a16:creationId xmlns:a16="http://schemas.microsoft.com/office/drawing/2014/main" id="{BF746612-CE7B-455D-8FF6-02877AD015C7}"/>
              </a:ext>
            </a:extLst>
          </p:cNvPr>
          <p:cNvSpPr txBox="1"/>
          <p:nvPr/>
        </p:nvSpPr>
        <p:spPr>
          <a:xfrm>
            <a:off x="5640931" y="5210674"/>
            <a:ext cx="685815" cy="261610"/>
          </a:xfrm>
          <a:prstGeom prst="rect">
            <a:avLst/>
          </a:prstGeom>
          <a:noFill/>
        </p:spPr>
        <p:txBody>
          <a:bodyPr wrap="square" rtlCol="0">
            <a:spAutoFit/>
          </a:bodyPr>
          <a:lstStyle/>
          <a:p>
            <a:pPr algn="ctr"/>
            <a:r>
              <a:rPr lang="en-US" altLang="ko-KR" sz="1100" dirty="0"/>
              <a:t>Button4</a:t>
            </a:r>
            <a:endParaRPr lang="ko-KR" altLang="en-US" sz="1100" dirty="0"/>
          </a:p>
        </p:txBody>
      </p:sp>
      <p:sp>
        <p:nvSpPr>
          <p:cNvPr id="65" name="왼쪽 중괄호 64">
            <a:extLst>
              <a:ext uri="{FF2B5EF4-FFF2-40B4-BE49-F238E27FC236}">
                <a16:creationId xmlns:a16="http://schemas.microsoft.com/office/drawing/2014/main" id="{5742E12F-6D55-460B-895E-6D0B87AA5DB6}"/>
              </a:ext>
            </a:extLst>
          </p:cNvPr>
          <p:cNvSpPr/>
          <p:nvPr/>
        </p:nvSpPr>
        <p:spPr>
          <a:xfrm rot="10800000">
            <a:off x="4898200" y="5165736"/>
            <a:ext cx="619125" cy="35776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66" name="타원 65">
            <a:extLst>
              <a:ext uri="{FF2B5EF4-FFF2-40B4-BE49-F238E27FC236}">
                <a16:creationId xmlns:a16="http://schemas.microsoft.com/office/drawing/2014/main" id="{908088C4-1E4D-4CCE-9AB1-AF4503493F36}"/>
              </a:ext>
            </a:extLst>
          </p:cNvPr>
          <p:cNvSpPr/>
          <p:nvPr/>
        </p:nvSpPr>
        <p:spPr>
          <a:xfrm>
            <a:off x="5486918" y="5233343"/>
            <a:ext cx="21558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8</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045818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sz="1000" dirty="0"/>
              <a:t>보호자</a:t>
            </a:r>
            <a:r>
              <a:rPr lang="en-US" altLang="ko-KR" sz="1000" dirty="0"/>
              <a:t>_</a:t>
            </a:r>
            <a:r>
              <a:rPr lang="ko-KR" altLang="en-US" sz="1000" dirty="0"/>
              <a:t>회원가입</a:t>
            </a:r>
            <a:r>
              <a:rPr lang="en-US" altLang="ko-KR" sz="1000" dirty="0"/>
              <a:t>_</a:t>
            </a:r>
            <a:r>
              <a:rPr lang="ko-KR" altLang="en-US" sz="1000" dirty="0"/>
              <a:t>완료페이지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3423296" y="1258647"/>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 완료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1499380289"/>
              </p:ext>
            </p:extLst>
          </p:nvPr>
        </p:nvGraphicFramePr>
        <p:xfrm>
          <a:off x="8275036" y="755897"/>
          <a:ext cx="3759640" cy="2532440"/>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 완료 안내 페이지</a:t>
                      </a:r>
                      <a:endPar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보호자용</a:t>
                      </a:r>
                      <a:endPar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1000" b="1" dirty="0">
                          <a:latin typeface="나눔고딕" panose="020D0604000000000000" pitchFamily="50" charset="-127"/>
                          <a:ea typeface="나눔고딕" panose="020D0604000000000000" pitchFamily="50" charset="-127"/>
                        </a:rPr>
                        <a:t>TextView1</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800" b="0" spc="0" baseline="0" dirty="0">
                          <a:solidFill>
                            <a:schemeClr val="tx1"/>
                          </a:solidFill>
                          <a:latin typeface="나눔고딕" panose="020D0604000000000000" pitchFamily="50" charset="-127"/>
                          <a:ea typeface="나눔고딕" panose="020D0604000000000000" pitchFamily="50" charset="-127"/>
                        </a:rPr>
                        <a:t>- OO</a:t>
                      </a:r>
                      <a:r>
                        <a:rPr lang="ko-KR" altLang="en-US" sz="800" b="0" spc="0" baseline="0" dirty="0">
                          <a:solidFill>
                            <a:schemeClr val="tx1"/>
                          </a:solidFill>
                          <a:latin typeface="나눔고딕" panose="020D0604000000000000" pitchFamily="50" charset="-127"/>
                          <a:ea typeface="나눔고딕" panose="020D0604000000000000" pitchFamily="50" charset="-127"/>
                        </a:rPr>
                        <a:t>에 가입자 이름이 포함된다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TextView2</a:t>
                      </a: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가입에 걸리는 소요시간을 안내한다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endParaRPr lang="en-US" altLang="ko-KR" sz="10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en-US" altLang="ko-KR" sz="1000" b="1" dirty="0">
                          <a:latin typeface="나눔고딕" panose="020D0604000000000000" pitchFamily="50" charset="-127"/>
                          <a:ea typeface="나눔고딕" panose="020D0604000000000000" pitchFamily="50" charset="-127"/>
                        </a:rPr>
                        <a:t>Button1</a:t>
                      </a:r>
                      <a:endParaRPr lang="en-US" altLang="ko-KR" sz="10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1000" b="1" spc="0" baseline="0" dirty="0">
                          <a:solidFill>
                            <a:schemeClr val="tx1"/>
                          </a:solidFill>
                          <a:latin typeface="나눔고딕" panose="020D0604000000000000" pitchFamily="50" charset="-127"/>
                          <a:ea typeface="나눔고딕" panose="020D0604000000000000" pitchFamily="50" charset="-127"/>
                        </a:rPr>
                        <a:t>- </a:t>
                      </a:r>
                      <a:r>
                        <a:rPr lang="en-US" altLang="ko-KR" sz="800" b="0" spc="0" baseline="0" dirty="0">
                          <a:solidFill>
                            <a:schemeClr val="tx1"/>
                          </a:solidFill>
                          <a:latin typeface="나눔고딕" panose="020D0604000000000000" pitchFamily="50" charset="-127"/>
                          <a:ea typeface="나눔고딕" panose="020D0604000000000000" pitchFamily="50" charset="-127"/>
                        </a:rPr>
                        <a:t>3</a:t>
                      </a:r>
                      <a:r>
                        <a:rPr lang="ko-KR" altLang="en-US" sz="800" b="0" spc="0" baseline="0" dirty="0" err="1">
                          <a:solidFill>
                            <a:schemeClr val="tx1"/>
                          </a:solidFill>
                          <a:latin typeface="나눔고딕" panose="020D0604000000000000" pitchFamily="50" charset="-127"/>
                          <a:ea typeface="나눔고딕" panose="020D0604000000000000" pitchFamily="50" charset="-127"/>
                        </a:rPr>
                        <a:t>초뒤에</a:t>
                      </a:r>
                      <a:r>
                        <a:rPr lang="ko-KR" altLang="en-US"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err="1">
                          <a:solidFill>
                            <a:schemeClr val="tx1"/>
                          </a:solidFill>
                          <a:latin typeface="나눔고딕" panose="020D0604000000000000" pitchFamily="50" charset="-127"/>
                          <a:ea typeface="나눔고딕" panose="020D0604000000000000" pitchFamily="50" charset="-127"/>
                        </a:rPr>
                        <a:t>메인페이지로</a:t>
                      </a:r>
                      <a:r>
                        <a:rPr lang="ko-KR" altLang="en-US" sz="800" b="0" spc="0" baseline="0" dirty="0">
                          <a:solidFill>
                            <a:schemeClr val="tx1"/>
                          </a:solidFill>
                          <a:latin typeface="나눔고딕" panose="020D0604000000000000" pitchFamily="50" charset="-127"/>
                          <a:ea typeface="나눔고딕" panose="020D0604000000000000" pitchFamily="50" charset="-127"/>
                        </a:rPr>
                        <a:t> 이동한다</a:t>
                      </a:r>
                      <a:r>
                        <a:rPr lang="en-US" altLang="ko-KR" sz="800" b="0" spc="0" baseline="0" dirty="0">
                          <a:solidFill>
                            <a:schemeClr val="tx1"/>
                          </a:solidFill>
                          <a:latin typeface="나눔고딕" panose="020D0604000000000000" pitchFamily="50" charset="-127"/>
                          <a:ea typeface="나눔고딕" panose="020D0604000000000000" pitchFamily="50" charset="-127"/>
                        </a:rPr>
                        <a:t>.</a:t>
                      </a:r>
                    </a:p>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19863241"/>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5" name="타원 14">
            <a:extLst>
              <a:ext uri="{FF2B5EF4-FFF2-40B4-BE49-F238E27FC236}">
                <a16:creationId xmlns:a16="http://schemas.microsoft.com/office/drawing/2014/main" id="{A18923CA-2696-4623-B3C0-4BD38938C0DA}"/>
              </a:ext>
            </a:extLst>
          </p:cNvPr>
          <p:cNvSpPr/>
          <p:nvPr/>
        </p:nvSpPr>
        <p:spPr>
          <a:xfrm>
            <a:off x="2580471" y="324687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C9428C16-30C6-4C01-9B57-47C9D2187F99}"/>
              </a:ext>
            </a:extLst>
          </p:cNvPr>
          <p:cNvSpPr/>
          <p:nvPr/>
        </p:nvSpPr>
        <p:spPr>
          <a:xfrm>
            <a:off x="2796744" y="3106568"/>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왼쪽 중괄호 18">
            <a:extLst>
              <a:ext uri="{FF2B5EF4-FFF2-40B4-BE49-F238E27FC236}">
                <a16:creationId xmlns:a16="http://schemas.microsoft.com/office/drawing/2014/main" id="{F1928E21-E40D-49B0-AD70-675A09723FA8}"/>
              </a:ext>
            </a:extLst>
          </p:cNvPr>
          <p:cNvSpPr/>
          <p:nvPr/>
        </p:nvSpPr>
        <p:spPr>
          <a:xfrm>
            <a:off x="2557824" y="4282907"/>
            <a:ext cx="838227" cy="394973"/>
          </a:xfrm>
          <a:prstGeom prst="leftBrace">
            <a:avLst>
              <a:gd name="adj1" fmla="val 49697"/>
              <a:gd name="adj2" fmla="val 5833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타원 19">
            <a:extLst>
              <a:ext uri="{FF2B5EF4-FFF2-40B4-BE49-F238E27FC236}">
                <a16:creationId xmlns:a16="http://schemas.microsoft.com/office/drawing/2014/main" id="{5CF9221B-850A-46E9-9621-CA93E6449C87}"/>
              </a:ext>
            </a:extLst>
          </p:cNvPr>
          <p:cNvSpPr/>
          <p:nvPr/>
        </p:nvSpPr>
        <p:spPr>
          <a:xfrm>
            <a:off x="5747581" y="36034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2" name="타원 21">
            <a:extLst>
              <a:ext uri="{FF2B5EF4-FFF2-40B4-BE49-F238E27FC236}">
                <a16:creationId xmlns:a16="http://schemas.microsoft.com/office/drawing/2014/main" id="{E7A19971-50E1-4FA7-A352-59E8596FA133}"/>
              </a:ext>
            </a:extLst>
          </p:cNvPr>
          <p:cNvSpPr/>
          <p:nvPr/>
        </p:nvSpPr>
        <p:spPr>
          <a:xfrm>
            <a:off x="2338166" y="437225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3" name="왼쪽 중괄호 22">
            <a:extLst>
              <a:ext uri="{FF2B5EF4-FFF2-40B4-BE49-F238E27FC236}">
                <a16:creationId xmlns:a16="http://schemas.microsoft.com/office/drawing/2014/main" id="{798B1C3A-CDE4-4753-B23C-6CE39DFBAE9A}"/>
              </a:ext>
            </a:extLst>
          </p:cNvPr>
          <p:cNvSpPr/>
          <p:nvPr/>
        </p:nvSpPr>
        <p:spPr>
          <a:xfrm rot="10800000">
            <a:off x="5305362" y="3603455"/>
            <a:ext cx="442219" cy="21627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25" name="그림 24" descr="텍스트, 스크린샷, 폰트, 화이트이(가) 표시된 사진&#10;&#10;자동 생성된 설명">
            <a:extLst>
              <a:ext uri="{FF2B5EF4-FFF2-40B4-BE49-F238E27FC236}">
                <a16:creationId xmlns:a16="http://schemas.microsoft.com/office/drawing/2014/main" id="{31D132FA-7864-4579-9236-67F43D8F13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1840" y="1684159"/>
            <a:ext cx="2174855" cy="4320000"/>
          </a:xfrm>
          <a:prstGeom prst="rect">
            <a:avLst/>
          </a:prstGeom>
        </p:spPr>
      </p:pic>
      <p:sp>
        <p:nvSpPr>
          <p:cNvPr id="21" name="TextBox 20">
            <a:extLst>
              <a:ext uri="{FF2B5EF4-FFF2-40B4-BE49-F238E27FC236}">
                <a16:creationId xmlns:a16="http://schemas.microsoft.com/office/drawing/2014/main" id="{65690D69-3D05-4607-8331-3D59F7E119F5}"/>
              </a:ext>
            </a:extLst>
          </p:cNvPr>
          <p:cNvSpPr txBox="1"/>
          <p:nvPr/>
        </p:nvSpPr>
        <p:spPr>
          <a:xfrm>
            <a:off x="1777022" y="3193866"/>
            <a:ext cx="902882" cy="261610"/>
          </a:xfrm>
          <a:prstGeom prst="rect">
            <a:avLst/>
          </a:prstGeom>
          <a:noFill/>
        </p:spPr>
        <p:txBody>
          <a:bodyPr wrap="square" rtlCol="0">
            <a:spAutoFit/>
          </a:bodyPr>
          <a:lstStyle/>
          <a:p>
            <a:pPr algn="ctr"/>
            <a:r>
              <a:rPr lang="en-US" altLang="ko-KR" sz="1100" dirty="0"/>
              <a:t>TextView1</a:t>
            </a:r>
            <a:endParaRPr lang="ko-KR" altLang="en-US" sz="1100" dirty="0"/>
          </a:p>
        </p:txBody>
      </p:sp>
      <p:sp>
        <p:nvSpPr>
          <p:cNvPr id="24" name="TextBox 23">
            <a:extLst>
              <a:ext uri="{FF2B5EF4-FFF2-40B4-BE49-F238E27FC236}">
                <a16:creationId xmlns:a16="http://schemas.microsoft.com/office/drawing/2014/main" id="{A6060B0A-CC81-4794-8C16-6E39758D1171}"/>
              </a:ext>
            </a:extLst>
          </p:cNvPr>
          <p:cNvSpPr txBox="1"/>
          <p:nvPr/>
        </p:nvSpPr>
        <p:spPr>
          <a:xfrm>
            <a:off x="5891418" y="3580786"/>
            <a:ext cx="902882" cy="261610"/>
          </a:xfrm>
          <a:prstGeom prst="rect">
            <a:avLst/>
          </a:prstGeom>
          <a:noFill/>
        </p:spPr>
        <p:txBody>
          <a:bodyPr wrap="square" rtlCol="0">
            <a:spAutoFit/>
          </a:bodyPr>
          <a:lstStyle/>
          <a:p>
            <a:pPr algn="ctr"/>
            <a:r>
              <a:rPr lang="en-US" altLang="ko-KR" sz="1100" dirty="0"/>
              <a:t>TextView2</a:t>
            </a:r>
            <a:endParaRPr lang="ko-KR" altLang="en-US" sz="1100" dirty="0"/>
          </a:p>
        </p:txBody>
      </p:sp>
      <p:sp>
        <p:nvSpPr>
          <p:cNvPr id="26" name="TextBox 25">
            <a:extLst>
              <a:ext uri="{FF2B5EF4-FFF2-40B4-BE49-F238E27FC236}">
                <a16:creationId xmlns:a16="http://schemas.microsoft.com/office/drawing/2014/main" id="{595146F3-9F20-487F-AD86-9172583CC839}"/>
              </a:ext>
            </a:extLst>
          </p:cNvPr>
          <p:cNvSpPr txBox="1"/>
          <p:nvPr/>
        </p:nvSpPr>
        <p:spPr>
          <a:xfrm>
            <a:off x="1601039" y="4350049"/>
            <a:ext cx="872529" cy="261610"/>
          </a:xfrm>
          <a:prstGeom prst="rect">
            <a:avLst/>
          </a:prstGeom>
          <a:noFill/>
        </p:spPr>
        <p:txBody>
          <a:bodyPr wrap="square" rtlCol="0">
            <a:spAutoFit/>
          </a:bodyPr>
          <a:lstStyle/>
          <a:p>
            <a:pPr algn="ctr"/>
            <a:r>
              <a:rPr lang="en-US" altLang="ko-KR" sz="1100" dirty="0"/>
              <a:t>Button1</a:t>
            </a:r>
            <a:endParaRPr lang="ko-KR" altLang="en-US" sz="1100" dirty="0"/>
          </a:p>
        </p:txBody>
      </p:sp>
    </p:spTree>
    <p:extLst>
      <p:ext uri="{BB962C8B-B14F-4D97-AF65-F5344CB8AC3E}">
        <p14:creationId xmlns:p14="http://schemas.microsoft.com/office/powerpoint/2010/main" val="243782325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26525</TotalTime>
  <Words>600</Words>
  <Application>Microsoft Office PowerPoint</Application>
  <PresentationFormat>와이드스크린</PresentationFormat>
  <Paragraphs>279</Paragraphs>
  <Slides>10</Slides>
  <Notes>4</Notes>
  <HiddenSlides>0</HiddenSlides>
  <MMClips>0</MMClips>
  <ScaleCrop>false</ScaleCrop>
  <HeadingPairs>
    <vt:vector size="6" baseType="variant">
      <vt:variant>
        <vt:lpstr>사용한 글꼴</vt:lpstr>
      </vt:variant>
      <vt:variant>
        <vt:i4>8</vt:i4>
      </vt:variant>
      <vt:variant>
        <vt:lpstr>테마</vt:lpstr>
      </vt:variant>
      <vt:variant>
        <vt:i4>2</vt:i4>
      </vt:variant>
      <vt:variant>
        <vt:lpstr>슬라이드 제목</vt:lpstr>
      </vt:variant>
      <vt:variant>
        <vt:i4>10</vt:i4>
      </vt:variant>
    </vt:vector>
  </HeadingPairs>
  <TitlesOfParts>
    <vt:vector size="20" baseType="lpstr">
      <vt:lpstr>Arial Black</vt:lpstr>
      <vt:lpstr>나눔명조</vt:lpstr>
      <vt:lpstr>나눔고딕</vt:lpstr>
      <vt:lpstr>돋움</vt:lpstr>
      <vt:lpstr>Arial</vt:lpstr>
      <vt:lpstr>HY헤드라인M</vt:lpstr>
      <vt:lpstr>굴림</vt:lpstr>
      <vt:lpstr>맑은 고딕</vt:lpstr>
      <vt:lpstr>Office 테마</vt:lpstr>
      <vt:lpstr>디자인 사용자 지정</vt:lpstr>
      <vt:lpstr>든든하이! 스토리보드 v0.2 </vt:lpstr>
      <vt:lpstr>History</vt:lpstr>
      <vt:lpstr>01. 회원가입, 로그인</vt:lpstr>
      <vt:lpstr> </vt:lpstr>
      <vt:lpstr> </vt:lpstr>
      <vt:lpstr> </vt:lpstr>
      <vt:lpstr> </vt:lpstr>
      <vt:lpstr> </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스마트관광 APP 화면 설계서</dc:title>
  <dc:creator>pixels-meeting</dc:creator>
  <cp:lastModifiedBy>박소은</cp:lastModifiedBy>
  <cp:revision>1491</cp:revision>
  <dcterms:created xsi:type="dcterms:W3CDTF">2022-08-18T05:53:56Z</dcterms:created>
  <dcterms:modified xsi:type="dcterms:W3CDTF">2025-04-09T13:45:32Z</dcterms:modified>
</cp:coreProperties>
</file>