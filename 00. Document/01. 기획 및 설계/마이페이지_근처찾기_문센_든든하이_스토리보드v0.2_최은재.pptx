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 id="2147483660" r:id="rId2"/>
  </p:sldMasterIdLst>
  <p:notesMasterIdLst>
    <p:notesMasterId r:id="rId18"/>
  </p:notesMasterIdLst>
  <p:handoutMasterIdLst>
    <p:handoutMasterId r:id="rId19"/>
  </p:handoutMasterIdLst>
  <p:sldIdLst>
    <p:sldId id="301" r:id="rId3"/>
    <p:sldId id="986" r:id="rId4"/>
    <p:sldId id="987" r:id="rId5"/>
    <p:sldId id="988" r:id="rId6"/>
    <p:sldId id="989" r:id="rId7"/>
    <p:sldId id="990" r:id="rId8"/>
    <p:sldId id="851" r:id="rId9"/>
    <p:sldId id="994" r:id="rId10"/>
    <p:sldId id="852" r:id="rId11"/>
    <p:sldId id="997" r:id="rId12"/>
    <p:sldId id="999" r:id="rId13"/>
    <p:sldId id="854" r:id="rId14"/>
    <p:sldId id="991" r:id="rId15"/>
    <p:sldId id="1000" r:id="rId16"/>
    <p:sldId id="992" r:id="rId17"/>
  </p:sldIdLst>
  <p:sldSz cx="12192000" cy="6858000"/>
  <p:notesSz cx="6858000" cy="9144000"/>
  <p:embeddedFontLst>
    <p:embeddedFont>
      <p:font typeface="나눔명조" panose="020B0600000101010101" charset="-127"/>
      <p:regular r:id="rId20"/>
      <p:bold r:id="rId21"/>
    </p:embeddedFont>
    <p:embeddedFont>
      <p:font typeface="Arial Black" panose="020B0A04020102020204" pitchFamily="34" charset="0"/>
      <p:bold r:id="rId22"/>
    </p:embeddedFont>
    <p:embeddedFont>
      <p:font typeface="HY헤드라인M" panose="02030600000101010101" pitchFamily="18" charset="-127"/>
      <p:regular r:id="rId23"/>
    </p:embeddedFont>
    <p:embeddedFont>
      <p:font typeface="나눔고딕" panose="020D0604000000000000" pitchFamily="50" charset="-127"/>
      <p:regular r:id="rId24"/>
      <p:bold r:id="rId25"/>
    </p:embeddedFont>
    <p:embeddedFont>
      <p:font typeface="맑은 고딕" panose="020B0503020000020004" pitchFamily="50" charset="-127"/>
      <p:regular r:id="rId26"/>
      <p:bold r:id="rId27"/>
    </p:embeddedFont>
  </p:embeddedFont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기본 구역" id="{E5CC33FD-8DC1-4E66-BD73-AFFF2FE65632}">
          <p14:sldIdLst/>
        </p14:section>
        <p14:section name="회원가입, 로그인" id="{83CC3379-4424-4732-B7A0-D6E2D4FCB320}">
          <p14:sldIdLst/>
        </p14:section>
        <p14:section name="메인" id="{6A86A97E-BD23-4942-9D09-15BF2134FEA9}">
          <p14:sldIdLst>
            <p14:sldId id="301"/>
            <p14:sldId id="986"/>
            <p14:sldId id="987"/>
            <p14:sldId id="988"/>
            <p14:sldId id="989"/>
            <p14:sldId id="990"/>
            <p14:sldId id="851"/>
          </p14:sldIdLst>
        </p14:section>
        <p14:section name="마이페이지" id="{D6EFD372-0FC8-4135-B228-E6C81CE422D5}">
          <p14:sldIdLst>
            <p14:sldId id="994"/>
            <p14:sldId id="852"/>
            <p14:sldId id="997"/>
            <p14:sldId id="999"/>
            <p14:sldId id="854"/>
            <p14:sldId id="991"/>
            <p14:sldId id="1000"/>
            <p14:sldId id="992"/>
          </p14:sldIdLst>
        </p14:section>
        <p14:section name="관리사이트_WEB" id="{457D9A56-DF8D-4B3D-BC0A-821285F6A7A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ixels-103" initials="p" lastIdx="4" clrIdx="0">
    <p:extLst>
      <p:ext uri="{19B8F6BF-5375-455C-9EA6-DF929625EA0E}">
        <p15:presenceInfo xmlns:p15="http://schemas.microsoft.com/office/powerpoint/2012/main" userId="pixels-103"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6EFD"/>
    <a:srgbClr val="2A3F54"/>
    <a:srgbClr val="2BBBAD"/>
    <a:srgbClr val="FFFFFF"/>
    <a:srgbClr val="F9FBFC"/>
    <a:srgbClr val="F5FAD4"/>
    <a:srgbClr val="DEEBF7"/>
    <a:srgbClr val="DAE3F3"/>
    <a:srgbClr val="FFC1C1"/>
    <a:srgbClr val="DFC5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2DE63D5-997A-4646-A377-4702673A728D}" styleName="밝은 스타일 2 - 강조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495" autoAdjust="0"/>
    <p:restoredTop sz="97473" autoAdjust="0"/>
  </p:normalViewPr>
  <p:slideViewPr>
    <p:cSldViewPr snapToGrid="0">
      <p:cViewPr>
        <p:scale>
          <a:sx n="75" d="100"/>
          <a:sy n="75" d="100"/>
        </p:scale>
        <p:origin x="-840" y="-149"/>
      </p:cViewPr>
      <p:guideLst/>
    </p:cSldViewPr>
  </p:slideViewPr>
  <p:outlineViewPr>
    <p:cViewPr>
      <p:scale>
        <a:sx n="33" d="100"/>
        <a:sy n="33" d="100"/>
      </p:scale>
      <p:origin x="0" y="-27936"/>
    </p:cViewPr>
  </p:outlineViewPr>
  <p:notesTextViewPr>
    <p:cViewPr>
      <p:scale>
        <a:sx n="1" d="1"/>
        <a:sy n="1" d="1"/>
      </p:scale>
      <p:origin x="0" y="0"/>
    </p:cViewPr>
  </p:notesTextViewPr>
  <p:sorterViewPr>
    <p:cViewPr>
      <p:scale>
        <a:sx n="100" d="100"/>
        <a:sy n="100" d="100"/>
      </p:scale>
      <p:origin x="0" y="-2424"/>
    </p:cViewPr>
  </p:sorterViewPr>
  <p:notesViewPr>
    <p:cSldViewPr snapToGrid="0">
      <p:cViewPr varScale="1">
        <p:scale>
          <a:sx n="66" d="100"/>
          <a:sy n="66" d="100"/>
        </p:scale>
        <p:origin x="2028" y="6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26" Type="http://schemas.openxmlformats.org/officeDocument/2006/relationships/font" Target="fonts/font7.fntdata"/><Relationship Id="rId3" Type="http://schemas.openxmlformats.org/officeDocument/2006/relationships/slide" Target="slides/slide1.xml"/><Relationship Id="rId21" Type="http://schemas.openxmlformats.org/officeDocument/2006/relationships/font" Target="fonts/font2.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6.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font" Target="fonts/font1.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5.fntdata"/><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4.fntdata"/><Relationship Id="rId28" Type="http://schemas.openxmlformats.org/officeDocument/2006/relationships/commentAuthors" Target="commentAuthors.xml"/><Relationship Id="rId10" Type="http://schemas.openxmlformats.org/officeDocument/2006/relationships/slide" Target="slides/slide8.xml"/><Relationship Id="rId19" Type="http://schemas.openxmlformats.org/officeDocument/2006/relationships/handoutMaster" Target="handoutMasters/handoutMaster1.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D78E16CB-E131-8D1C-7660-55715EB7E02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a:extLst>
              <a:ext uri="{FF2B5EF4-FFF2-40B4-BE49-F238E27FC236}">
                <a16:creationId xmlns:a16="http://schemas.microsoft.com/office/drawing/2014/main" id="{BFAD0D6E-90D1-7CAD-9211-734EFDCEE77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EE9F8D-4C14-4B26-80A7-14DC4769A9FA}" type="datetimeFigureOut">
              <a:rPr lang="ko-KR" altLang="en-US" smtClean="0"/>
              <a:t>2025-04-09</a:t>
            </a:fld>
            <a:endParaRPr lang="ko-KR" altLang="en-US"/>
          </a:p>
        </p:txBody>
      </p:sp>
      <p:sp>
        <p:nvSpPr>
          <p:cNvPr id="4" name="바닥글 개체 틀 3">
            <a:extLst>
              <a:ext uri="{FF2B5EF4-FFF2-40B4-BE49-F238E27FC236}">
                <a16:creationId xmlns:a16="http://schemas.microsoft.com/office/drawing/2014/main" id="{0B3791F2-20B0-6584-97C8-297FC3729B0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a:extLst>
              <a:ext uri="{FF2B5EF4-FFF2-40B4-BE49-F238E27FC236}">
                <a16:creationId xmlns:a16="http://schemas.microsoft.com/office/drawing/2014/main" id="{C5CD674D-AF32-B6C4-1208-F170DE0B83B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39D0FA0-A0BD-40C7-8CF5-E729DBEFED33}" type="slidenum">
              <a:rPr lang="ko-KR" altLang="en-US" smtClean="0"/>
              <a:t>‹#›</a:t>
            </a:fld>
            <a:endParaRPr lang="ko-KR" altLang="en-US"/>
          </a:p>
        </p:txBody>
      </p:sp>
    </p:spTree>
    <p:extLst>
      <p:ext uri="{BB962C8B-B14F-4D97-AF65-F5344CB8AC3E}">
        <p14:creationId xmlns:p14="http://schemas.microsoft.com/office/powerpoint/2010/main" val="35587721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95D99F-4282-47D6-A6B2-4A01DC01464E}" type="datetimeFigureOut">
              <a:rPr lang="ko-KR" altLang="en-US" smtClean="0"/>
              <a:t>2025-04-09</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99B02D-59F5-41C5-8C9A-5161D0B9086D}" type="slidenum">
              <a:rPr lang="ko-KR" altLang="en-US" smtClean="0"/>
              <a:t>‹#›</a:t>
            </a:fld>
            <a:endParaRPr lang="ko-KR" altLang="en-US"/>
          </a:p>
        </p:txBody>
      </p:sp>
    </p:spTree>
    <p:extLst>
      <p:ext uri="{BB962C8B-B14F-4D97-AF65-F5344CB8AC3E}">
        <p14:creationId xmlns:p14="http://schemas.microsoft.com/office/powerpoint/2010/main" val="110025741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2978178397"/>
              </p:ext>
            </p:extLst>
          </p:nvPr>
        </p:nvGraphicFramePr>
        <p:xfrm>
          <a:off x="3323691" y="5758816"/>
          <a:ext cx="5544618" cy="259080"/>
        </p:xfrm>
        <a:graphic>
          <a:graphicData uri="http://schemas.openxmlformats.org/drawingml/2006/table">
            <a:tbl>
              <a:tblPr firstRow="1" bandRow="1">
                <a:tableStyleId>{5C22544A-7EE6-4342-B048-85BDC9FD1C3A}</a:tableStyleId>
              </a:tblPr>
              <a:tblGrid>
                <a:gridCol w="761023">
                  <a:extLst>
                    <a:ext uri="{9D8B030D-6E8A-4147-A177-3AD203B41FA5}">
                      <a16:colId xmlns:a16="http://schemas.microsoft.com/office/drawing/2014/main" val="20000"/>
                    </a:ext>
                  </a:extLst>
                </a:gridCol>
                <a:gridCol w="956719">
                  <a:extLst>
                    <a:ext uri="{9D8B030D-6E8A-4147-A177-3AD203B41FA5}">
                      <a16:colId xmlns:a16="http://schemas.microsoft.com/office/drawing/2014/main" val="20001"/>
                    </a:ext>
                  </a:extLst>
                </a:gridCol>
                <a:gridCol w="956719">
                  <a:extLst>
                    <a:ext uri="{9D8B030D-6E8A-4147-A177-3AD203B41FA5}">
                      <a16:colId xmlns:a16="http://schemas.microsoft.com/office/drawing/2014/main" val="748956557"/>
                    </a:ext>
                  </a:extLst>
                </a:gridCol>
                <a:gridCol w="956719">
                  <a:extLst>
                    <a:ext uri="{9D8B030D-6E8A-4147-A177-3AD203B41FA5}">
                      <a16:colId xmlns:a16="http://schemas.microsoft.com/office/drawing/2014/main" val="2052663771"/>
                    </a:ext>
                  </a:extLst>
                </a:gridCol>
                <a:gridCol w="956719">
                  <a:extLst>
                    <a:ext uri="{9D8B030D-6E8A-4147-A177-3AD203B41FA5}">
                      <a16:colId xmlns:a16="http://schemas.microsoft.com/office/drawing/2014/main" val="1774092345"/>
                    </a:ext>
                  </a:extLst>
                </a:gridCol>
                <a:gridCol w="956719">
                  <a:extLst>
                    <a:ext uri="{9D8B030D-6E8A-4147-A177-3AD203B41FA5}">
                      <a16:colId xmlns:a16="http://schemas.microsoft.com/office/drawing/2014/main" val="2811408782"/>
                    </a:ext>
                  </a:extLst>
                </a:gridCol>
              </a:tblGrid>
              <a:tr h="154824">
                <a:tc>
                  <a:txBody>
                    <a:bodyPr/>
                    <a:lstStyle/>
                    <a:p>
                      <a:pPr algn="l" latinLnBrk="1"/>
                      <a:r>
                        <a:rPr lang="en-US" altLang="ko-KR" sz="900" b="0">
                          <a:solidFill>
                            <a:schemeClr val="tx1"/>
                          </a:solidFill>
                          <a:latin typeface="+mn-ea"/>
                          <a:ea typeface="+mn-ea"/>
                        </a:rPr>
                        <a:t>Ver.</a:t>
                      </a:r>
                      <a:endParaRPr lang="ko-KR" altLang="en-US" sz="900" b="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Date.</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Writer.</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4114897" y="5793464"/>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6028930" y="5790052"/>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939616" y="5790052"/>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작성자 명</a:t>
            </a:r>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r>
              <a:rPr lang="en-US" altLang="ko-KR" dirty="0"/>
              <a:t>_</a:t>
            </a:r>
            <a:r>
              <a:rPr lang="ko-KR" altLang="en-US" dirty="0"/>
              <a:t> 공개 </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628651" cy="10849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20</a:t>
            </a:r>
            <a:r>
              <a:rPr lang="en-US" sz="600" dirty="0">
                <a:solidFill>
                  <a:srgbClr val="8D95A0"/>
                </a:solidFill>
                <a:latin typeface="나눔고딕" pitchFamily="2" charset="-127"/>
                <a:ea typeface="나눔고딕" pitchFamily="2" charset="-127"/>
              </a:rPr>
              <a:t>21©</a:t>
            </a:r>
            <a:r>
              <a:rPr lang="en-US" altLang="ko-KR" sz="600" dirty="0">
                <a:solidFill>
                  <a:srgbClr val="8D95A0"/>
                </a:solidFill>
                <a:latin typeface="나눔고딕" pitchFamily="2" charset="-127"/>
                <a:ea typeface="나눔고딕" pitchFamily="2" charset="-127"/>
              </a:rPr>
              <a:t> </a:t>
            </a: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92572" y="3249263"/>
            <a:ext cx="1302868" cy="359473"/>
          </a:xfrm>
          <a:prstGeom prst="rect">
            <a:avLst/>
          </a:prstGeom>
          <a:solidFill>
            <a:srgbClr val="0070C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a:latin typeface="맑은 고딕" panose="020B0503020000020004" pitchFamily="50" charset="-127"/>
                <a:ea typeface="맑은 고딕" panose="020B0503020000020004" pitchFamily="50" charset="-127"/>
              </a:rPr>
              <a:t>Public</a:t>
            </a:r>
            <a:endParaRPr b="1" i="0">
              <a:latin typeface="맑은 고딕" panose="020B0503020000020004" pitchFamily="50" charset="-127"/>
              <a:ea typeface="맑은 고딕" panose="020B0503020000020004" pitchFamily="50" charset="-127"/>
            </a:endParaRPr>
          </a:p>
        </p:txBody>
      </p:sp>
      <p:sp>
        <p:nvSpPr>
          <p:cNvPr id="3"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780EAAA1-5C92-E0E6-05B3-5278D7E7E8F2}"/>
              </a:ext>
            </a:extLst>
          </p:cNvPr>
          <p:cNvSpPr txBox="1"/>
          <p:nvPr userDrawn="1"/>
        </p:nvSpPr>
        <p:spPr>
          <a:xfrm>
            <a:off x="2847515" y="6115648"/>
            <a:ext cx="7273676" cy="228524"/>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Tree>
    <p:extLst>
      <p:ext uri="{BB962C8B-B14F-4D97-AF65-F5344CB8AC3E}">
        <p14:creationId xmlns:p14="http://schemas.microsoft.com/office/powerpoint/2010/main" val="37118004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1144401182"/>
              </p:ext>
            </p:extLst>
          </p:nvPr>
        </p:nvGraphicFramePr>
        <p:xfrm>
          <a:off x="2852952" y="5781234"/>
          <a:ext cx="7201242" cy="259080"/>
        </p:xfrm>
        <a:graphic>
          <a:graphicData uri="http://schemas.openxmlformats.org/drawingml/2006/table">
            <a:tbl>
              <a:tblPr firstRow="1" bandRow="1">
                <a:tableStyleId>{5C22544A-7EE6-4342-B048-85BDC9FD1C3A}</a:tableStyleId>
              </a:tblPr>
              <a:tblGrid>
                <a:gridCol w="988402">
                  <a:extLst>
                    <a:ext uri="{9D8B030D-6E8A-4147-A177-3AD203B41FA5}">
                      <a16:colId xmlns:a16="http://schemas.microsoft.com/office/drawing/2014/main" val="20000"/>
                    </a:ext>
                  </a:extLst>
                </a:gridCol>
                <a:gridCol w="1242568">
                  <a:extLst>
                    <a:ext uri="{9D8B030D-6E8A-4147-A177-3AD203B41FA5}">
                      <a16:colId xmlns:a16="http://schemas.microsoft.com/office/drawing/2014/main" val="20001"/>
                    </a:ext>
                  </a:extLst>
                </a:gridCol>
                <a:gridCol w="1242568">
                  <a:extLst>
                    <a:ext uri="{9D8B030D-6E8A-4147-A177-3AD203B41FA5}">
                      <a16:colId xmlns:a16="http://schemas.microsoft.com/office/drawing/2014/main" val="748956557"/>
                    </a:ext>
                  </a:extLst>
                </a:gridCol>
                <a:gridCol w="541035">
                  <a:extLst>
                    <a:ext uri="{9D8B030D-6E8A-4147-A177-3AD203B41FA5}">
                      <a16:colId xmlns:a16="http://schemas.microsoft.com/office/drawing/2014/main" val="2052663771"/>
                    </a:ext>
                  </a:extLst>
                </a:gridCol>
                <a:gridCol w="1400175">
                  <a:extLst>
                    <a:ext uri="{9D8B030D-6E8A-4147-A177-3AD203B41FA5}">
                      <a16:colId xmlns:a16="http://schemas.microsoft.com/office/drawing/2014/main" val="1774092345"/>
                    </a:ext>
                  </a:extLst>
                </a:gridCol>
                <a:gridCol w="1786494">
                  <a:extLst>
                    <a:ext uri="{9D8B030D-6E8A-4147-A177-3AD203B41FA5}">
                      <a16:colId xmlns:a16="http://schemas.microsoft.com/office/drawing/2014/main" val="2811408782"/>
                    </a:ext>
                  </a:extLst>
                </a:gridCol>
              </a:tblGrid>
              <a:tr h="154824">
                <a:tc>
                  <a:txBody>
                    <a:bodyPr/>
                    <a:lstStyle/>
                    <a:p>
                      <a:pPr algn="l" latinLnBrk="1"/>
                      <a:r>
                        <a:rPr lang="en-US" altLang="ko-KR" sz="900" b="0">
                          <a:solidFill>
                            <a:schemeClr val="tx1"/>
                          </a:solidFill>
                          <a:latin typeface="+mn-ea"/>
                          <a:ea typeface="+mn-ea"/>
                        </a:rPr>
                        <a:t>Ver.</a:t>
                      </a:r>
                      <a:endParaRPr lang="ko-KR" altLang="en-US" sz="900" b="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Date.</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900" b="0">
                          <a:solidFill>
                            <a:schemeClr val="tx1"/>
                          </a:solidFill>
                          <a:latin typeface="+mn-ea"/>
                          <a:ea typeface="+mn-ea"/>
                        </a:rPr>
                        <a:t>설계</a:t>
                      </a:r>
                      <a:r>
                        <a:rPr lang="en-US" altLang="ko-KR" sz="900" b="0">
                          <a:solidFill>
                            <a:schemeClr val="tx1"/>
                          </a:solidFill>
                          <a:latin typeface="+mn-ea"/>
                          <a:ea typeface="+mn-ea"/>
                        </a:rPr>
                        <a:t>.</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3638722" y="5818371"/>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5552755" y="5814959"/>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309686" y="5818371"/>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a:t>작성자 명</a:t>
            </a:r>
            <a:endParaRPr lang="ko-KR" altLang="en-US" dirty="0"/>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r>
              <a:rPr lang="en-US" altLang="ko-KR" dirty="0"/>
              <a:t>_</a:t>
            </a:r>
            <a:r>
              <a:rPr lang="ko-KR" altLang="en-US" dirty="0"/>
              <a:t>내부 공유 </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628651" cy="10849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20</a:t>
            </a:r>
            <a:r>
              <a:rPr lang="en-US" sz="600" dirty="0">
                <a:solidFill>
                  <a:srgbClr val="8D95A0"/>
                </a:solidFill>
                <a:latin typeface="나눔고딕" pitchFamily="2" charset="-127"/>
                <a:ea typeface="나눔고딕" pitchFamily="2" charset="-127"/>
              </a:rPr>
              <a:t>21©</a:t>
            </a:r>
            <a:r>
              <a:rPr lang="en-US" altLang="ko-KR" sz="600" dirty="0">
                <a:solidFill>
                  <a:srgbClr val="8D95A0"/>
                </a:solidFill>
                <a:latin typeface="나눔고딕" pitchFamily="2" charset="-127"/>
                <a:ea typeface="나눔고딕" pitchFamily="2" charset="-127"/>
              </a:rPr>
              <a:t> </a:t>
            </a: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9"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04047FE0-99CA-4A25-A7D8-E3A981F3FFF0}"/>
              </a:ext>
            </a:extLst>
          </p:cNvPr>
          <p:cNvSpPr txBox="1"/>
          <p:nvPr userDrawn="1"/>
        </p:nvSpPr>
        <p:spPr>
          <a:xfrm>
            <a:off x="2847515" y="6115648"/>
            <a:ext cx="7273676" cy="228524"/>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89695" y="3249263"/>
            <a:ext cx="1302868" cy="359473"/>
          </a:xfrm>
          <a:prstGeom prst="rect">
            <a:avLst/>
          </a:prstGeom>
          <a:solidFill>
            <a:srgbClr val="ED7D31"/>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a:latin typeface="맑은 고딕" panose="020B0503020000020004" pitchFamily="50" charset="-127"/>
                <a:ea typeface="맑은 고딕" panose="020B0503020000020004" pitchFamily="50" charset="-127"/>
              </a:rPr>
              <a:t>Internal</a:t>
            </a:r>
          </a:p>
        </p:txBody>
      </p:sp>
    </p:spTree>
    <p:extLst>
      <p:ext uri="{BB962C8B-B14F-4D97-AF65-F5344CB8AC3E}">
        <p14:creationId xmlns:p14="http://schemas.microsoft.com/office/powerpoint/2010/main" val="2097184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2978178397"/>
              </p:ext>
            </p:extLst>
          </p:nvPr>
        </p:nvGraphicFramePr>
        <p:xfrm>
          <a:off x="3323691" y="5758816"/>
          <a:ext cx="5544618" cy="259080"/>
        </p:xfrm>
        <a:graphic>
          <a:graphicData uri="http://schemas.openxmlformats.org/drawingml/2006/table">
            <a:tbl>
              <a:tblPr firstRow="1" bandRow="1">
                <a:tableStyleId>{5C22544A-7EE6-4342-B048-85BDC9FD1C3A}</a:tableStyleId>
              </a:tblPr>
              <a:tblGrid>
                <a:gridCol w="761023">
                  <a:extLst>
                    <a:ext uri="{9D8B030D-6E8A-4147-A177-3AD203B41FA5}">
                      <a16:colId xmlns:a16="http://schemas.microsoft.com/office/drawing/2014/main" val="20000"/>
                    </a:ext>
                  </a:extLst>
                </a:gridCol>
                <a:gridCol w="956719">
                  <a:extLst>
                    <a:ext uri="{9D8B030D-6E8A-4147-A177-3AD203B41FA5}">
                      <a16:colId xmlns:a16="http://schemas.microsoft.com/office/drawing/2014/main" val="20001"/>
                    </a:ext>
                  </a:extLst>
                </a:gridCol>
                <a:gridCol w="956719">
                  <a:extLst>
                    <a:ext uri="{9D8B030D-6E8A-4147-A177-3AD203B41FA5}">
                      <a16:colId xmlns:a16="http://schemas.microsoft.com/office/drawing/2014/main" val="748956557"/>
                    </a:ext>
                  </a:extLst>
                </a:gridCol>
                <a:gridCol w="956719">
                  <a:extLst>
                    <a:ext uri="{9D8B030D-6E8A-4147-A177-3AD203B41FA5}">
                      <a16:colId xmlns:a16="http://schemas.microsoft.com/office/drawing/2014/main" val="2052663771"/>
                    </a:ext>
                  </a:extLst>
                </a:gridCol>
                <a:gridCol w="956719">
                  <a:extLst>
                    <a:ext uri="{9D8B030D-6E8A-4147-A177-3AD203B41FA5}">
                      <a16:colId xmlns:a16="http://schemas.microsoft.com/office/drawing/2014/main" val="1774092345"/>
                    </a:ext>
                  </a:extLst>
                </a:gridCol>
                <a:gridCol w="956719">
                  <a:extLst>
                    <a:ext uri="{9D8B030D-6E8A-4147-A177-3AD203B41FA5}">
                      <a16:colId xmlns:a16="http://schemas.microsoft.com/office/drawing/2014/main" val="2811408782"/>
                    </a:ext>
                  </a:extLst>
                </a:gridCol>
              </a:tblGrid>
              <a:tr h="154824">
                <a:tc>
                  <a:txBody>
                    <a:bodyPr/>
                    <a:lstStyle/>
                    <a:p>
                      <a:pPr algn="l" latinLnBrk="1"/>
                      <a:r>
                        <a:rPr lang="en-US" altLang="ko-KR" sz="900" b="0">
                          <a:solidFill>
                            <a:schemeClr val="tx1"/>
                          </a:solidFill>
                          <a:latin typeface="+mn-ea"/>
                          <a:ea typeface="+mn-ea"/>
                        </a:rPr>
                        <a:t>Ver.</a:t>
                      </a:r>
                      <a:endParaRPr lang="ko-KR" altLang="en-US" sz="900" b="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Date.</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Writer.</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4114897" y="5793464"/>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6028930" y="5790052"/>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939616" y="5790052"/>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작성자 명</a:t>
            </a:r>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r>
              <a:rPr lang="en-US" altLang="ko-KR" dirty="0"/>
              <a:t>_</a:t>
            </a:r>
            <a:r>
              <a:rPr lang="ko-KR" altLang="en-US" dirty="0"/>
              <a:t>특급 비밀 </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628651" cy="10849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20</a:t>
            </a:r>
            <a:r>
              <a:rPr lang="en-US" sz="600" dirty="0">
                <a:solidFill>
                  <a:srgbClr val="8D95A0"/>
                </a:solidFill>
                <a:latin typeface="나눔고딕" pitchFamily="2" charset="-127"/>
                <a:ea typeface="나눔고딕" pitchFamily="2" charset="-127"/>
              </a:rPr>
              <a:t>21©</a:t>
            </a:r>
            <a:r>
              <a:rPr lang="en-US" altLang="ko-KR" sz="600" dirty="0">
                <a:solidFill>
                  <a:srgbClr val="8D95A0"/>
                </a:solidFill>
                <a:latin typeface="나눔고딕" pitchFamily="2" charset="-127"/>
                <a:ea typeface="나눔고딕" pitchFamily="2" charset="-127"/>
              </a:rPr>
              <a:t> </a:t>
            </a: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89695" y="3249263"/>
            <a:ext cx="1302868" cy="359473"/>
          </a:xfrm>
          <a:prstGeom prst="rect">
            <a:avLst/>
          </a:prstGeom>
          <a:solidFill>
            <a:srgbClr val="C0000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a:latin typeface="맑은 고딕" panose="020B0503020000020004" pitchFamily="50" charset="-127"/>
                <a:ea typeface="맑은 고딕" panose="020B0503020000020004" pitchFamily="50" charset="-127"/>
              </a:rPr>
              <a:t> Confidential</a:t>
            </a:r>
          </a:p>
        </p:txBody>
      </p:sp>
      <p:sp>
        <p:nvSpPr>
          <p:cNvPr id="3"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861209D0-DEFD-73F3-C402-9D533FC3F510}"/>
              </a:ext>
            </a:extLst>
          </p:cNvPr>
          <p:cNvSpPr txBox="1"/>
          <p:nvPr userDrawn="1"/>
        </p:nvSpPr>
        <p:spPr>
          <a:xfrm>
            <a:off x="2847515" y="6115648"/>
            <a:ext cx="7273676" cy="228524"/>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Tree>
    <p:extLst>
      <p:ext uri="{BB962C8B-B14F-4D97-AF65-F5344CB8AC3E}">
        <p14:creationId xmlns:p14="http://schemas.microsoft.com/office/powerpoint/2010/main" val="663144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2978178397"/>
              </p:ext>
            </p:extLst>
          </p:nvPr>
        </p:nvGraphicFramePr>
        <p:xfrm>
          <a:off x="3323691" y="5758816"/>
          <a:ext cx="5544618" cy="259080"/>
        </p:xfrm>
        <a:graphic>
          <a:graphicData uri="http://schemas.openxmlformats.org/drawingml/2006/table">
            <a:tbl>
              <a:tblPr firstRow="1" bandRow="1">
                <a:tableStyleId>{5C22544A-7EE6-4342-B048-85BDC9FD1C3A}</a:tableStyleId>
              </a:tblPr>
              <a:tblGrid>
                <a:gridCol w="761023">
                  <a:extLst>
                    <a:ext uri="{9D8B030D-6E8A-4147-A177-3AD203B41FA5}">
                      <a16:colId xmlns:a16="http://schemas.microsoft.com/office/drawing/2014/main" val="20000"/>
                    </a:ext>
                  </a:extLst>
                </a:gridCol>
                <a:gridCol w="956719">
                  <a:extLst>
                    <a:ext uri="{9D8B030D-6E8A-4147-A177-3AD203B41FA5}">
                      <a16:colId xmlns:a16="http://schemas.microsoft.com/office/drawing/2014/main" val="20001"/>
                    </a:ext>
                  </a:extLst>
                </a:gridCol>
                <a:gridCol w="956719">
                  <a:extLst>
                    <a:ext uri="{9D8B030D-6E8A-4147-A177-3AD203B41FA5}">
                      <a16:colId xmlns:a16="http://schemas.microsoft.com/office/drawing/2014/main" val="748956557"/>
                    </a:ext>
                  </a:extLst>
                </a:gridCol>
                <a:gridCol w="956719">
                  <a:extLst>
                    <a:ext uri="{9D8B030D-6E8A-4147-A177-3AD203B41FA5}">
                      <a16:colId xmlns:a16="http://schemas.microsoft.com/office/drawing/2014/main" val="2052663771"/>
                    </a:ext>
                  </a:extLst>
                </a:gridCol>
                <a:gridCol w="956719">
                  <a:extLst>
                    <a:ext uri="{9D8B030D-6E8A-4147-A177-3AD203B41FA5}">
                      <a16:colId xmlns:a16="http://schemas.microsoft.com/office/drawing/2014/main" val="1774092345"/>
                    </a:ext>
                  </a:extLst>
                </a:gridCol>
                <a:gridCol w="956719">
                  <a:extLst>
                    <a:ext uri="{9D8B030D-6E8A-4147-A177-3AD203B41FA5}">
                      <a16:colId xmlns:a16="http://schemas.microsoft.com/office/drawing/2014/main" val="2811408782"/>
                    </a:ext>
                  </a:extLst>
                </a:gridCol>
              </a:tblGrid>
              <a:tr h="154824">
                <a:tc>
                  <a:txBody>
                    <a:bodyPr/>
                    <a:lstStyle/>
                    <a:p>
                      <a:pPr algn="l" latinLnBrk="1"/>
                      <a:r>
                        <a:rPr lang="en-US" altLang="ko-KR" sz="900" b="0">
                          <a:solidFill>
                            <a:schemeClr val="tx1"/>
                          </a:solidFill>
                          <a:latin typeface="+mn-ea"/>
                          <a:ea typeface="+mn-ea"/>
                        </a:rPr>
                        <a:t>Ver.</a:t>
                      </a:r>
                      <a:endParaRPr lang="ko-KR" altLang="en-US" sz="900" b="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Date.</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Writer.</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4114897" y="5793464"/>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6028930" y="5790052"/>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939616" y="5790052"/>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작성자 명</a:t>
            </a:r>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r>
              <a:rPr lang="en-US" altLang="ko-KR" dirty="0"/>
              <a:t>_</a:t>
            </a:r>
            <a:r>
              <a:rPr lang="ko-KR" altLang="en-US" dirty="0"/>
              <a:t>비밀</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628651" cy="10849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20</a:t>
            </a:r>
            <a:r>
              <a:rPr lang="en-US" sz="600" dirty="0">
                <a:solidFill>
                  <a:srgbClr val="8D95A0"/>
                </a:solidFill>
                <a:latin typeface="나눔고딕" pitchFamily="2" charset="-127"/>
                <a:ea typeface="나눔고딕" pitchFamily="2" charset="-127"/>
              </a:rPr>
              <a:t>21©</a:t>
            </a:r>
            <a:r>
              <a:rPr lang="en-US" altLang="ko-KR" sz="600" dirty="0">
                <a:solidFill>
                  <a:srgbClr val="8D95A0"/>
                </a:solidFill>
                <a:latin typeface="나눔고딕" pitchFamily="2" charset="-127"/>
                <a:ea typeface="나눔고딕" pitchFamily="2" charset="-127"/>
              </a:rPr>
              <a:t> </a:t>
            </a: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75927" y="3249263"/>
            <a:ext cx="1302868" cy="359473"/>
          </a:xfrm>
          <a:prstGeom prst="rect">
            <a:avLst/>
          </a:prstGeom>
          <a:solidFill>
            <a:schemeClr val="tx1"/>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a:latin typeface="맑은 고딕" panose="020B0503020000020004" pitchFamily="50" charset="-127"/>
                <a:ea typeface="맑은 고딕" panose="020B0503020000020004" pitchFamily="50" charset="-127"/>
              </a:rPr>
              <a:t> Restricted</a:t>
            </a:r>
          </a:p>
        </p:txBody>
      </p:sp>
      <p:sp>
        <p:nvSpPr>
          <p:cNvPr id="3"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8C755075-4879-B884-28FB-0E6316068365}"/>
              </a:ext>
            </a:extLst>
          </p:cNvPr>
          <p:cNvSpPr txBox="1"/>
          <p:nvPr userDrawn="1"/>
        </p:nvSpPr>
        <p:spPr>
          <a:xfrm>
            <a:off x="2847515" y="6115648"/>
            <a:ext cx="7273676" cy="228524"/>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Tree>
    <p:extLst>
      <p:ext uri="{BB962C8B-B14F-4D97-AF65-F5344CB8AC3E}">
        <p14:creationId xmlns:p14="http://schemas.microsoft.com/office/powerpoint/2010/main" val="4029098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9530C8F-BBEB-CFF2-D373-A1EEB7A9E08E}"/>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B942056C-AE6F-A8CE-3443-F644C53645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5A0B45E9-ED9F-3F13-5A80-BD892C97DB80}"/>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1EEC7111-C62E-F4B3-90B9-41F5AC94EFCB}"/>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768404B-4451-9854-610E-549C1B48647C}"/>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0592127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제목 및 내용">
    <p:spTree>
      <p:nvGrpSpPr>
        <p:cNvPr id="1" name=""/>
        <p:cNvGrpSpPr/>
        <p:nvPr/>
      </p:nvGrpSpPr>
      <p:grpSpPr>
        <a:xfrm>
          <a:off x="0" y="0"/>
          <a:ext cx="0" cy="0"/>
          <a:chOff x="0" y="0"/>
          <a:chExt cx="0" cy="0"/>
        </a:xfrm>
      </p:grpSpPr>
      <p:pic>
        <p:nvPicPr>
          <p:cNvPr id="8" name="그림 7">
            <a:extLst>
              <a:ext uri="{FF2B5EF4-FFF2-40B4-BE49-F238E27FC236}">
                <a16:creationId xmlns:a16="http://schemas.microsoft.com/office/drawing/2014/main" id="{80F1D86E-75AE-96C9-BE9A-3A8658C0BA3B}"/>
              </a:ext>
            </a:extLst>
          </p:cNvPr>
          <p:cNvPicPr>
            <a:picLocks noChangeAspect="1"/>
          </p:cNvPicPr>
          <p:nvPr userDrawn="1"/>
        </p:nvPicPr>
        <p:blipFill>
          <a:blip r:embed="rId2"/>
          <a:stretch>
            <a:fillRect/>
          </a:stretch>
        </p:blipFill>
        <p:spPr>
          <a:xfrm>
            <a:off x="144087" y="0"/>
            <a:ext cx="11903825" cy="6858000"/>
          </a:xfrm>
          <a:prstGeom prst="rect">
            <a:avLst/>
          </a:prstGeom>
        </p:spPr>
      </p:pic>
      <p:sp>
        <p:nvSpPr>
          <p:cNvPr id="2" name="제목 1">
            <a:extLst>
              <a:ext uri="{FF2B5EF4-FFF2-40B4-BE49-F238E27FC236}">
                <a16:creationId xmlns:a16="http://schemas.microsoft.com/office/drawing/2014/main" id="{FD4306D7-509C-B981-E4A2-1B257FBD9B46}"/>
              </a:ext>
            </a:extLst>
          </p:cNvPr>
          <p:cNvSpPr>
            <a:spLocks noGrp="1"/>
          </p:cNvSpPr>
          <p:nvPr>
            <p:ph type="title" hasCustomPrompt="1"/>
          </p:nvPr>
        </p:nvSpPr>
        <p:spPr>
          <a:xfrm rot="10800000" flipV="1">
            <a:off x="269788" y="218904"/>
            <a:ext cx="1735223" cy="171621"/>
          </a:xfrm>
        </p:spPr>
        <p:txBody>
          <a:bodyPr>
            <a:noAutofit/>
          </a:bodyPr>
          <a:lstStyle>
            <a:lvl1pPr algn="ctr">
              <a:defRPr sz="1000"/>
            </a:lvl1pPr>
          </a:lstStyle>
          <a:p>
            <a:r>
              <a:rPr lang="ko-KR" altLang="en-US" dirty="0"/>
              <a:t>제목 </a:t>
            </a:r>
          </a:p>
        </p:txBody>
      </p:sp>
      <p:sp>
        <p:nvSpPr>
          <p:cNvPr id="3" name="내용 개체 틀 2">
            <a:extLst>
              <a:ext uri="{FF2B5EF4-FFF2-40B4-BE49-F238E27FC236}">
                <a16:creationId xmlns:a16="http://schemas.microsoft.com/office/drawing/2014/main" id="{B7DF8068-C3D7-D256-5328-6CF6D9E1C315}"/>
              </a:ext>
            </a:extLst>
          </p:cNvPr>
          <p:cNvSpPr>
            <a:spLocks noGrp="1"/>
          </p:cNvSpPr>
          <p:nvPr>
            <p:ph idx="1"/>
          </p:nvPr>
        </p:nvSpPr>
        <p:spPr>
          <a:xfrm>
            <a:off x="10033686" y="685800"/>
            <a:ext cx="1845276" cy="3978249"/>
          </a:xfrm>
        </p:spPr>
        <p:txBody>
          <a:bodyPr>
            <a:noAutofit/>
          </a:bodyPr>
          <a:lstStyle>
            <a:lvl1pPr>
              <a:defRPr sz="700"/>
            </a:lvl1pPr>
            <a:lvl2pPr>
              <a:defRPr sz="700"/>
            </a:lvl2pPr>
            <a:lvl3pPr>
              <a:defRPr sz="700"/>
            </a:lvl3pPr>
            <a:lvl4pPr>
              <a:defRPr sz="700"/>
            </a:lvl4pPr>
            <a:lvl5pPr>
              <a:defRPr sz="700"/>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17" name="텍스트 개체 틀 2">
            <a:extLst>
              <a:ext uri="{FF2B5EF4-FFF2-40B4-BE49-F238E27FC236}">
                <a16:creationId xmlns:a16="http://schemas.microsoft.com/office/drawing/2014/main" id="{ED8486CC-990F-C57C-8F51-7E374AD8D6AA}"/>
              </a:ext>
            </a:extLst>
          </p:cNvPr>
          <p:cNvSpPr>
            <a:spLocks noGrp="1"/>
          </p:cNvSpPr>
          <p:nvPr>
            <p:ph type="body" idx="10"/>
          </p:nvPr>
        </p:nvSpPr>
        <p:spPr>
          <a:xfrm>
            <a:off x="2130713" y="223666"/>
            <a:ext cx="2761328" cy="166860"/>
          </a:xfrm>
        </p:spPr>
        <p:txBody>
          <a:bodyPr anchor="ctr">
            <a:noAutofit/>
          </a:bodyPr>
          <a:lstStyle>
            <a:lvl1pPr marL="0" indent="0" algn="ctr">
              <a:buNone/>
              <a:defRPr sz="1000" b="0">
                <a:latin typeface="+mj-ea"/>
                <a:ea typeface="+mj-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9" name="텍스트 개체 틀 4">
            <a:extLst>
              <a:ext uri="{FF2B5EF4-FFF2-40B4-BE49-F238E27FC236}">
                <a16:creationId xmlns:a16="http://schemas.microsoft.com/office/drawing/2014/main" id="{E6BCAB59-78EE-A873-FA1C-32A17E53E1F3}"/>
              </a:ext>
            </a:extLst>
          </p:cNvPr>
          <p:cNvSpPr>
            <a:spLocks noGrp="1"/>
          </p:cNvSpPr>
          <p:nvPr>
            <p:ph type="body" sz="quarter" idx="3"/>
          </p:nvPr>
        </p:nvSpPr>
        <p:spPr>
          <a:xfrm>
            <a:off x="4960620" y="218903"/>
            <a:ext cx="2987040"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0" name="텍스트 개체 틀 4">
            <a:extLst>
              <a:ext uri="{FF2B5EF4-FFF2-40B4-BE49-F238E27FC236}">
                <a16:creationId xmlns:a16="http://schemas.microsoft.com/office/drawing/2014/main" id="{136575D1-394C-4A6B-B85A-D11BEF41668C}"/>
              </a:ext>
            </a:extLst>
          </p:cNvPr>
          <p:cNvSpPr>
            <a:spLocks noGrp="1"/>
          </p:cNvSpPr>
          <p:nvPr>
            <p:ph type="body" sz="quarter" idx="11"/>
          </p:nvPr>
        </p:nvSpPr>
        <p:spPr>
          <a:xfrm>
            <a:off x="9328134" y="218903"/>
            <a:ext cx="1239552"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pic>
        <p:nvPicPr>
          <p:cNvPr id="9" name="그림 8">
            <a:extLst>
              <a:ext uri="{FF2B5EF4-FFF2-40B4-BE49-F238E27FC236}">
                <a16:creationId xmlns:a16="http://schemas.microsoft.com/office/drawing/2014/main" id="{9A9DABA3-F5F1-4E48-B876-B0108F2599E9}"/>
              </a:ext>
            </a:extLst>
          </p:cNvPr>
          <p:cNvPicPr>
            <a:picLocks noChangeAspect="1"/>
          </p:cNvPicPr>
          <p:nvPr userDrawn="1"/>
        </p:nvPicPr>
        <p:blipFill rotWithShape="1">
          <a:blip r:embed="rId2"/>
          <a:srcRect l="82985" t="7128" r="1021" b="67475"/>
          <a:stretch/>
        </p:blipFill>
        <p:spPr>
          <a:xfrm>
            <a:off x="10025770" y="4664050"/>
            <a:ext cx="1904011" cy="1741716"/>
          </a:xfrm>
          <a:prstGeom prst="rect">
            <a:avLst/>
          </a:prstGeom>
        </p:spPr>
      </p:pic>
      <p:sp>
        <p:nvSpPr>
          <p:cNvPr id="11" name="내용 개체 틀 2">
            <a:extLst>
              <a:ext uri="{FF2B5EF4-FFF2-40B4-BE49-F238E27FC236}">
                <a16:creationId xmlns:a16="http://schemas.microsoft.com/office/drawing/2014/main" id="{5624C9D7-4FB9-4ED2-A978-950BF189B1DC}"/>
              </a:ext>
            </a:extLst>
          </p:cNvPr>
          <p:cNvSpPr>
            <a:spLocks noGrp="1"/>
          </p:cNvSpPr>
          <p:nvPr>
            <p:ph idx="12"/>
          </p:nvPr>
        </p:nvSpPr>
        <p:spPr>
          <a:xfrm>
            <a:off x="10025770" y="4884717"/>
            <a:ext cx="1845276" cy="1873350"/>
          </a:xfrm>
        </p:spPr>
        <p:txBody>
          <a:bodyPr>
            <a:noAutofit/>
          </a:bodyPr>
          <a:lstStyle>
            <a:lvl1pPr>
              <a:defRPr sz="700"/>
            </a:lvl1pPr>
            <a:lvl2pPr>
              <a:defRPr sz="700"/>
            </a:lvl2pPr>
            <a:lvl3pPr>
              <a:defRPr sz="700"/>
            </a:lvl3pPr>
            <a:lvl4pPr>
              <a:defRPr sz="700"/>
            </a:lvl4pPr>
            <a:lvl5pPr>
              <a:defRPr sz="700"/>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4" name="직사각형 3">
            <a:extLst>
              <a:ext uri="{FF2B5EF4-FFF2-40B4-BE49-F238E27FC236}">
                <a16:creationId xmlns:a16="http://schemas.microsoft.com/office/drawing/2014/main" id="{129DA458-A931-45F5-824F-92A790226A9F}"/>
              </a:ext>
            </a:extLst>
          </p:cNvPr>
          <p:cNvSpPr/>
          <p:nvPr userDrawn="1"/>
        </p:nvSpPr>
        <p:spPr>
          <a:xfrm>
            <a:off x="10296923" y="4692244"/>
            <a:ext cx="1361704" cy="144972"/>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7EA9372C-D391-4596-A3B4-3153136C9293}"/>
              </a:ext>
            </a:extLst>
          </p:cNvPr>
          <p:cNvSpPr/>
          <p:nvPr userDrawn="1"/>
        </p:nvSpPr>
        <p:spPr>
          <a:xfrm>
            <a:off x="10863634" y="52042"/>
            <a:ext cx="743171" cy="134005"/>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21" name="그림 20">
            <a:extLst>
              <a:ext uri="{FF2B5EF4-FFF2-40B4-BE49-F238E27FC236}">
                <a16:creationId xmlns:a16="http://schemas.microsoft.com/office/drawing/2014/main" id="{ECDCDC69-EC7F-4C9F-BBCB-82C4391B23A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036695" y="82203"/>
            <a:ext cx="397048" cy="103844"/>
          </a:xfrm>
          <a:prstGeom prst="rect">
            <a:avLst/>
          </a:prstGeom>
        </p:spPr>
      </p:pic>
      <p:sp>
        <p:nvSpPr>
          <p:cNvPr id="5" name="슬라이드 번호 개체 틀 6">
            <a:extLst>
              <a:ext uri="{FF2B5EF4-FFF2-40B4-BE49-F238E27FC236}">
                <a16:creationId xmlns:a16="http://schemas.microsoft.com/office/drawing/2014/main" id="{DD135F55-AD68-8ADD-F9F6-BA9D806752B8}"/>
              </a:ext>
            </a:extLst>
          </p:cNvPr>
          <p:cNvSpPr>
            <a:spLocks noGrp="1"/>
          </p:cNvSpPr>
          <p:nvPr>
            <p:ph type="sldNum" sz="quarter" idx="14"/>
          </p:nvPr>
        </p:nvSpPr>
        <p:spPr>
          <a:xfrm>
            <a:off x="10613561" y="203201"/>
            <a:ext cx="1303021" cy="182563"/>
          </a:xfrm>
        </p:spPr>
        <p:txBody>
          <a:bodyPr/>
          <a:lstStyle>
            <a:lvl1pPr algn="ctr">
              <a:defRPr/>
            </a:lvl1pPr>
          </a:lstStyle>
          <a:p>
            <a:fld id="{EB66B8C8-9F2F-4508-A8DB-1207EC41BFB8}" type="slidenum">
              <a:rPr lang="ko-KR" altLang="en-US" smtClean="0"/>
              <a:pPr/>
              <a:t>‹#›</a:t>
            </a:fld>
            <a:endParaRPr lang="ko-KR" altLang="en-US"/>
          </a:p>
        </p:txBody>
      </p:sp>
      <p:pic>
        <p:nvPicPr>
          <p:cNvPr id="14" name="내용 개체 틀 11">
            <a:extLst>
              <a:ext uri="{FF2B5EF4-FFF2-40B4-BE49-F238E27FC236}">
                <a16:creationId xmlns:a16="http://schemas.microsoft.com/office/drawing/2014/main" id="{43D391F7-5536-46DE-9C45-5B4859F7DA8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81945" y="4720651"/>
            <a:ext cx="583127" cy="120056"/>
          </a:xfrm>
          <a:prstGeom prst="rect">
            <a:avLst/>
          </a:prstGeom>
        </p:spPr>
      </p:pic>
      <p:sp>
        <p:nvSpPr>
          <p:cNvPr id="13" name="직사각형 12">
            <a:extLst>
              <a:ext uri="{FF2B5EF4-FFF2-40B4-BE49-F238E27FC236}">
                <a16:creationId xmlns:a16="http://schemas.microsoft.com/office/drawing/2014/main" id="{FF950DE0-9DEB-488A-8C41-97F8EB9B010C}"/>
              </a:ext>
            </a:extLst>
          </p:cNvPr>
          <p:cNvSpPr/>
          <p:nvPr userDrawn="1"/>
        </p:nvSpPr>
        <p:spPr>
          <a:xfrm>
            <a:off x="8161421" y="61721"/>
            <a:ext cx="790074" cy="124326"/>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7" name="그림 6">
            <a:extLst>
              <a:ext uri="{FF2B5EF4-FFF2-40B4-BE49-F238E27FC236}">
                <a16:creationId xmlns:a16="http://schemas.microsoft.com/office/drawing/2014/main" id="{D0145051-6A28-4E59-85C0-4C7600C4E46F}"/>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8528381" y="86897"/>
            <a:ext cx="214343" cy="107172"/>
          </a:xfrm>
          <a:prstGeom prst="rect">
            <a:avLst/>
          </a:prstGeom>
        </p:spPr>
      </p:pic>
    </p:spTree>
    <p:extLst>
      <p:ext uri="{BB962C8B-B14F-4D97-AF65-F5344CB8AC3E}">
        <p14:creationId xmlns:p14="http://schemas.microsoft.com/office/powerpoint/2010/main" val="11794400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6D3850A-F970-4F74-2BD3-DD282DB56320}"/>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43782543-B8E0-9CF6-85F4-504EC57796C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07B9D991-6938-1B49-6F95-0F57617CAE38}"/>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FE3D1E89-51C6-31DC-3B2E-A92BD8615C52}"/>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4CE8040D-FFDC-2A14-5202-3979777D321E}"/>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5715780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D6F8B74-677A-8265-B2F1-7BF52E00C793}"/>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15A28C36-F7A7-1441-ED35-87B085A85C5C}"/>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26D9CE16-045B-0734-EB63-74A863F154FD}"/>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EE182735-CBB7-AA7C-9D33-BEEC212B99A6}"/>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78CFEC35-FE92-2676-0240-8B170D801E4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A42C12C-3F5E-3BC0-5BAC-F1F82ED4405E}"/>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20167014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7004B0F-F6E6-4CF4-9C67-345AD39F5E47}"/>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2C3A8290-531F-7604-1D38-F7F16BCF20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4" name="내용 개체 틀 3">
            <a:extLst>
              <a:ext uri="{FF2B5EF4-FFF2-40B4-BE49-F238E27FC236}">
                <a16:creationId xmlns:a16="http://schemas.microsoft.com/office/drawing/2014/main" id="{DA16BC5A-EDA3-94B1-CB85-8DC21E5378F0}"/>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A38A0B7F-F8BF-34CD-5233-A0C5EB4F6F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F8505BCA-47F6-7D34-468B-8B59CDA2D0E1}"/>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AA19256F-A343-8116-4B58-C2B0634FB1C0}"/>
              </a:ext>
            </a:extLst>
          </p:cNvPr>
          <p:cNvSpPr>
            <a:spLocks noGrp="1"/>
          </p:cNvSpPr>
          <p:nvPr>
            <p:ph type="dt" sz="half" idx="10"/>
          </p:nvPr>
        </p:nvSpPr>
        <p:spPr/>
        <p:txBody>
          <a:bodyPr/>
          <a:lstStyle/>
          <a:p>
            <a:endParaRPr lang="ko-KR" altLang="en-US"/>
          </a:p>
        </p:txBody>
      </p:sp>
      <p:sp>
        <p:nvSpPr>
          <p:cNvPr id="8" name="바닥글 개체 틀 7">
            <a:extLst>
              <a:ext uri="{FF2B5EF4-FFF2-40B4-BE49-F238E27FC236}">
                <a16:creationId xmlns:a16="http://schemas.microsoft.com/office/drawing/2014/main" id="{24288723-3FE8-E298-A1D9-400D1832316B}"/>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0A3746E7-CE88-91C9-E45E-FE010EE65761}"/>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1561672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9182F99-362A-6034-E24A-2C37204EFFCD}"/>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A787B5F1-A130-D24B-3B2E-E8012DA397F1}"/>
              </a:ext>
            </a:extLst>
          </p:cNvPr>
          <p:cNvSpPr>
            <a:spLocks noGrp="1"/>
          </p:cNvSpPr>
          <p:nvPr>
            <p:ph type="dt" sz="half" idx="10"/>
          </p:nvPr>
        </p:nvSpPr>
        <p:spPr/>
        <p:txBody>
          <a:bodyPr/>
          <a:lstStyle/>
          <a:p>
            <a:endParaRPr lang="ko-KR" altLang="en-US"/>
          </a:p>
        </p:txBody>
      </p:sp>
      <p:sp>
        <p:nvSpPr>
          <p:cNvPr id="4" name="바닥글 개체 틀 3">
            <a:extLst>
              <a:ext uri="{FF2B5EF4-FFF2-40B4-BE49-F238E27FC236}">
                <a16:creationId xmlns:a16="http://schemas.microsoft.com/office/drawing/2014/main" id="{CE797140-EAE1-152A-5E95-0C3E89F2CEE1}"/>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95270F13-26A3-5BB8-CC83-469B2B084A41}"/>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8229329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4F734B43-1732-617C-6599-6BEA407A9C62}"/>
              </a:ext>
            </a:extLst>
          </p:cNvPr>
          <p:cNvSpPr>
            <a:spLocks noGrp="1"/>
          </p:cNvSpPr>
          <p:nvPr>
            <p:ph type="dt" sz="half" idx="10"/>
          </p:nvPr>
        </p:nvSpPr>
        <p:spPr/>
        <p:txBody>
          <a:bodyPr/>
          <a:lstStyle/>
          <a:p>
            <a:endParaRPr lang="ko-KR" altLang="en-US"/>
          </a:p>
        </p:txBody>
      </p:sp>
      <p:sp>
        <p:nvSpPr>
          <p:cNvPr id="3" name="바닥글 개체 틀 2">
            <a:extLst>
              <a:ext uri="{FF2B5EF4-FFF2-40B4-BE49-F238E27FC236}">
                <a16:creationId xmlns:a16="http://schemas.microsoft.com/office/drawing/2014/main" id="{13CBA9D6-0057-C748-01EA-D956D932DD21}"/>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30628AAB-2F8E-848E-E5E3-C9D1AAA72E9A}"/>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14796139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3F7B1E3-C0FC-56AC-0538-93B6E578F0E1}"/>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17015CC6-AF0D-FF54-DBB3-3B9ED265CD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DA07782D-CEE0-EBE7-B007-E5109D7154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CE3F125B-C9A9-6412-0464-3DEB8AB2981B}"/>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02EC907A-E552-D21F-BCE7-AE25F0AAC3E0}"/>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C40C2579-01DC-99F8-741F-A69722500092}"/>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5031994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5B1B332-DB45-CDA0-888D-B701FCFD5798}"/>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87190178-55B9-E206-6D3E-11B37FC5CA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21B11432-80C6-62D6-C862-93ECCAD5D0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529C49A8-9BDD-D46E-7BCE-A6505284A039}"/>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DF3E9430-50A0-1BF7-272D-61F0EEED819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8B7019E1-CDB8-DDAB-99E0-2635E4DB1AEA}"/>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6357110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F9E404A-575E-249A-56FA-86D4001C7401}"/>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F14381F9-18C9-B37E-DA4D-CE77F711E0DF}"/>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38DF204A-7E57-2FCD-9005-B7B906F8F109}"/>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BB678D06-E63B-2669-E90E-E37B8AAF6F04}"/>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6D696402-522B-F69B-EAFB-ECF228BAA41B}"/>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1178915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170F0E4C-C2C6-1DF3-E7D9-100596207341}"/>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A2C1EB3F-94B3-9C9A-02F8-7C263EE04DFA}"/>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D2C3F1BE-D08A-1661-64E3-AF5623AAD1DC}"/>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B60DEB1D-85BB-5F0E-0C65-B4E315400E1D}"/>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0E13A97E-C3FB-85F6-DF5D-3669ED6CB36D}"/>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0928139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제목 및 내용">
    <p:spTree>
      <p:nvGrpSpPr>
        <p:cNvPr id="1" name=""/>
        <p:cNvGrpSpPr/>
        <p:nvPr/>
      </p:nvGrpSpPr>
      <p:grpSpPr>
        <a:xfrm>
          <a:off x="0" y="0"/>
          <a:ext cx="0" cy="0"/>
          <a:chOff x="0" y="0"/>
          <a:chExt cx="0" cy="0"/>
        </a:xfrm>
      </p:grpSpPr>
      <p:pic>
        <p:nvPicPr>
          <p:cNvPr id="8" name="그림 7">
            <a:extLst>
              <a:ext uri="{FF2B5EF4-FFF2-40B4-BE49-F238E27FC236}">
                <a16:creationId xmlns:a16="http://schemas.microsoft.com/office/drawing/2014/main" id="{80F1D86E-75AE-96C9-BE9A-3A8658C0BA3B}"/>
              </a:ext>
            </a:extLst>
          </p:cNvPr>
          <p:cNvPicPr>
            <a:picLocks noChangeAspect="1"/>
          </p:cNvPicPr>
          <p:nvPr userDrawn="1"/>
        </p:nvPicPr>
        <p:blipFill>
          <a:blip r:embed="rId2"/>
          <a:stretch>
            <a:fillRect/>
          </a:stretch>
        </p:blipFill>
        <p:spPr>
          <a:xfrm>
            <a:off x="144087" y="0"/>
            <a:ext cx="11903825" cy="6858000"/>
          </a:xfrm>
          <a:prstGeom prst="rect">
            <a:avLst/>
          </a:prstGeom>
        </p:spPr>
      </p:pic>
      <p:sp>
        <p:nvSpPr>
          <p:cNvPr id="2" name="제목 1">
            <a:extLst>
              <a:ext uri="{FF2B5EF4-FFF2-40B4-BE49-F238E27FC236}">
                <a16:creationId xmlns:a16="http://schemas.microsoft.com/office/drawing/2014/main" id="{FD4306D7-509C-B981-E4A2-1B257FBD9B46}"/>
              </a:ext>
            </a:extLst>
          </p:cNvPr>
          <p:cNvSpPr>
            <a:spLocks noGrp="1"/>
          </p:cNvSpPr>
          <p:nvPr>
            <p:ph type="title" hasCustomPrompt="1"/>
          </p:nvPr>
        </p:nvSpPr>
        <p:spPr>
          <a:xfrm rot="10800000" flipV="1">
            <a:off x="269788" y="218904"/>
            <a:ext cx="1735223" cy="171621"/>
          </a:xfrm>
        </p:spPr>
        <p:txBody>
          <a:bodyPr>
            <a:noAutofit/>
          </a:bodyPr>
          <a:lstStyle>
            <a:lvl1pPr algn="ctr">
              <a:defRPr sz="1000"/>
            </a:lvl1pPr>
          </a:lstStyle>
          <a:p>
            <a:r>
              <a:rPr lang="ko-KR" altLang="en-US" dirty="0"/>
              <a:t>제목 </a:t>
            </a:r>
          </a:p>
        </p:txBody>
      </p:sp>
      <p:sp>
        <p:nvSpPr>
          <p:cNvPr id="3" name="내용 개체 틀 2">
            <a:extLst>
              <a:ext uri="{FF2B5EF4-FFF2-40B4-BE49-F238E27FC236}">
                <a16:creationId xmlns:a16="http://schemas.microsoft.com/office/drawing/2014/main" id="{B7DF8068-C3D7-D256-5328-6CF6D9E1C315}"/>
              </a:ext>
            </a:extLst>
          </p:cNvPr>
          <p:cNvSpPr>
            <a:spLocks noGrp="1"/>
          </p:cNvSpPr>
          <p:nvPr>
            <p:ph idx="1"/>
          </p:nvPr>
        </p:nvSpPr>
        <p:spPr>
          <a:xfrm>
            <a:off x="10033686" y="685800"/>
            <a:ext cx="1845276" cy="6035675"/>
          </a:xfrm>
        </p:spPr>
        <p:txBody>
          <a:bodyPr>
            <a:noAutofit/>
          </a:bodyPr>
          <a:lstStyle>
            <a:lvl1pPr>
              <a:defRPr sz="900"/>
            </a:lvl1pPr>
            <a:lvl2pPr>
              <a:defRPr sz="900"/>
            </a:lvl2pPr>
            <a:lvl3pPr>
              <a:defRPr sz="900"/>
            </a:lvl3pPr>
            <a:lvl4pPr>
              <a:defRPr sz="900"/>
            </a:lvl4pPr>
            <a:lvl5pPr>
              <a:defRPr sz="900"/>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17" name="텍스트 개체 틀 2">
            <a:extLst>
              <a:ext uri="{FF2B5EF4-FFF2-40B4-BE49-F238E27FC236}">
                <a16:creationId xmlns:a16="http://schemas.microsoft.com/office/drawing/2014/main" id="{ED8486CC-990F-C57C-8F51-7E374AD8D6AA}"/>
              </a:ext>
            </a:extLst>
          </p:cNvPr>
          <p:cNvSpPr>
            <a:spLocks noGrp="1"/>
          </p:cNvSpPr>
          <p:nvPr>
            <p:ph type="body" idx="10"/>
          </p:nvPr>
        </p:nvSpPr>
        <p:spPr>
          <a:xfrm>
            <a:off x="2130713" y="223666"/>
            <a:ext cx="2761328" cy="166860"/>
          </a:xfrm>
        </p:spPr>
        <p:txBody>
          <a:bodyPr anchor="ctr">
            <a:noAutofit/>
          </a:bodyPr>
          <a:lstStyle>
            <a:lvl1pPr marL="0" indent="0" algn="ctr">
              <a:buNone/>
              <a:defRPr sz="1000" b="0">
                <a:latin typeface="+mj-ea"/>
                <a:ea typeface="+mj-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9" name="텍스트 개체 틀 4">
            <a:extLst>
              <a:ext uri="{FF2B5EF4-FFF2-40B4-BE49-F238E27FC236}">
                <a16:creationId xmlns:a16="http://schemas.microsoft.com/office/drawing/2014/main" id="{E6BCAB59-78EE-A873-FA1C-32A17E53E1F3}"/>
              </a:ext>
            </a:extLst>
          </p:cNvPr>
          <p:cNvSpPr>
            <a:spLocks noGrp="1"/>
          </p:cNvSpPr>
          <p:nvPr>
            <p:ph type="body" sz="quarter" idx="3"/>
          </p:nvPr>
        </p:nvSpPr>
        <p:spPr>
          <a:xfrm>
            <a:off x="4960620" y="218903"/>
            <a:ext cx="2987040"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0" name="텍스트 개체 틀 4">
            <a:extLst>
              <a:ext uri="{FF2B5EF4-FFF2-40B4-BE49-F238E27FC236}">
                <a16:creationId xmlns:a16="http://schemas.microsoft.com/office/drawing/2014/main" id="{136575D1-394C-4A6B-B85A-D11BEF41668C}"/>
              </a:ext>
            </a:extLst>
          </p:cNvPr>
          <p:cNvSpPr>
            <a:spLocks noGrp="1"/>
          </p:cNvSpPr>
          <p:nvPr>
            <p:ph type="body" sz="quarter" idx="11"/>
          </p:nvPr>
        </p:nvSpPr>
        <p:spPr>
          <a:xfrm>
            <a:off x="9328134" y="218903"/>
            <a:ext cx="1239552"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Tree>
    <p:extLst>
      <p:ext uri="{BB962C8B-B14F-4D97-AF65-F5344CB8AC3E}">
        <p14:creationId xmlns:p14="http://schemas.microsoft.com/office/powerpoint/2010/main" val="37936278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3_사용자 지정 레이아웃">
    <p:spTree>
      <p:nvGrpSpPr>
        <p:cNvPr id="1" name=""/>
        <p:cNvGrpSpPr/>
        <p:nvPr/>
      </p:nvGrpSpPr>
      <p:grpSpPr>
        <a:xfrm>
          <a:off x="0" y="0"/>
          <a:ext cx="0" cy="0"/>
          <a:chOff x="0" y="0"/>
          <a:chExt cx="0" cy="0"/>
        </a:xfrm>
      </p:grpSpPr>
      <p:graphicFrame>
        <p:nvGraphicFramePr>
          <p:cNvPr id="6" name="Group 46"/>
          <p:cNvGraphicFramePr>
            <a:graphicFrameLocks noGrp="1"/>
          </p:cNvGraphicFramePr>
          <p:nvPr userDrawn="1">
            <p:extLst>
              <p:ext uri="{D42A27DB-BD31-4B8C-83A1-F6EECF244321}">
                <p14:modId xmlns:p14="http://schemas.microsoft.com/office/powerpoint/2010/main" val="2526625201"/>
              </p:ext>
            </p:extLst>
          </p:nvPr>
        </p:nvGraphicFramePr>
        <p:xfrm>
          <a:off x="142675" y="108512"/>
          <a:ext cx="11913630" cy="357333"/>
        </p:xfrm>
        <a:graphic>
          <a:graphicData uri="http://schemas.openxmlformats.org/drawingml/2006/table">
            <a:tbl>
              <a:tblPr/>
              <a:tblGrid>
                <a:gridCol w="1776294">
                  <a:extLst>
                    <a:ext uri="{9D8B030D-6E8A-4147-A177-3AD203B41FA5}">
                      <a16:colId xmlns:a16="http://schemas.microsoft.com/office/drawing/2014/main" val="20000"/>
                    </a:ext>
                  </a:extLst>
                </a:gridCol>
                <a:gridCol w="2974019">
                  <a:extLst>
                    <a:ext uri="{9D8B030D-6E8A-4147-A177-3AD203B41FA5}">
                      <a16:colId xmlns:a16="http://schemas.microsoft.com/office/drawing/2014/main" val="20001"/>
                    </a:ext>
                  </a:extLst>
                </a:gridCol>
                <a:gridCol w="3113529">
                  <a:extLst>
                    <a:ext uri="{9D8B030D-6E8A-4147-A177-3AD203B41FA5}">
                      <a16:colId xmlns:a16="http://schemas.microsoft.com/office/drawing/2014/main" val="20002"/>
                    </a:ext>
                  </a:extLst>
                </a:gridCol>
                <a:gridCol w="1349290">
                  <a:extLst>
                    <a:ext uri="{9D8B030D-6E8A-4147-A177-3AD203B41FA5}">
                      <a16:colId xmlns:a16="http://schemas.microsoft.com/office/drawing/2014/main" val="20003"/>
                    </a:ext>
                  </a:extLst>
                </a:gridCol>
                <a:gridCol w="1351208">
                  <a:extLst>
                    <a:ext uri="{9D8B030D-6E8A-4147-A177-3AD203B41FA5}">
                      <a16:colId xmlns:a16="http://schemas.microsoft.com/office/drawing/2014/main" val="20004"/>
                    </a:ext>
                  </a:extLst>
                </a:gridCol>
                <a:gridCol w="1349290">
                  <a:extLst>
                    <a:ext uri="{9D8B030D-6E8A-4147-A177-3AD203B41FA5}">
                      <a16:colId xmlns:a16="http://schemas.microsoft.com/office/drawing/2014/main" val="20005"/>
                    </a:ext>
                  </a:extLst>
                </a:gridCol>
              </a:tblGrid>
              <a:tr h="17042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Project</a:t>
                      </a:r>
                    </a:p>
                  </a:txBody>
                  <a:tcPr marL="84654" marR="84654"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Title (Location)</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Page</a:t>
                      </a: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mn-ea"/>
                        </a:rPr>
                        <a:t>Date</a:t>
                      </a: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700" b="1" i="0" u="none" strike="noStrike" cap="none" normalizeH="0" baseline="0">
                          <a:ln>
                            <a:noFill/>
                          </a:ln>
                          <a:solidFill>
                            <a:schemeClr val="tx1"/>
                          </a:solidFill>
                          <a:effectLst/>
                          <a:latin typeface="맑은 고딕" pitchFamily="50" charset="-127"/>
                          <a:ea typeface="+mn-ea"/>
                        </a:rPr>
                        <a:t>Screen</a:t>
                      </a:r>
                      <a:r>
                        <a:rPr kumimoji="1" lang="ko-KR" altLang="en-US" sz="700" b="1" i="0" u="none" strike="noStrike" cap="none" normalizeH="0" baseline="0">
                          <a:ln>
                            <a:noFill/>
                          </a:ln>
                          <a:solidFill>
                            <a:schemeClr val="tx1"/>
                          </a:solidFill>
                          <a:effectLst/>
                          <a:latin typeface="맑은 고딕" pitchFamily="50" charset="-127"/>
                          <a:ea typeface="+mn-ea"/>
                        </a:rPr>
                        <a:t> </a:t>
                      </a:r>
                      <a:r>
                        <a:rPr kumimoji="1" lang="en-US" altLang="ko-KR" sz="700" b="1" i="0" u="none" strike="noStrike" cap="none" normalizeH="0" baseline="0">
                          <a:ln>
                            <a:noFill/>
                          </a:ln>
                          <a:solidFill>
                            <a:schemeClr val="tx1"/>
                          </a:solidFill>
                          <a:effectLst/>
                          <a:latin typeface="맑은 고딕" pitchFamily="50" charset="-127"/>
                          <a:ea typeface="+mn-ea"/>
                        </a:rPr>
                        <a:t>ID</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Page Num</a:t>
                      </a: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186913">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700" b="0" i="0" u="none" strike="noStrike" kern="1200" cap="none" normalizeH="0" baseline="0">
                          <a:ln>
                            <a:noFill/>
                          </a:ln>
                          <a:solidFill>
                            <a:srgbClr val="1C1C1C"/>
                          </a:solidFill>
                          <a:effectLst/>
                          <a:latin typeface="+mj-ea"/>
                          <a:ea typeface="+mn-ea"/>
                          <a:cs typeface="+mn-cs"/>
                        </a:rPr>
                        <a:t> </a:t>
                      </a:r>
                      <a:r>
                        <a:rPr kumimoji="1" lang="ko-KR" altLang="en-US" sz="700" b="0" i="0" u="none" strike="noStrike" kern="0" cap="none" spc="-100" normalizeH="0" baseline="0">
                          <a:ln>
                            <a:noFill/>
                          </a:ln>
                          <a:solidFill>
                            <a:schemeClr val="tx1"/>
                          </a:solidFill>
                          <a:effectLst/>
                          <a:latin typeface="+mj-ea"/>
                          <a:ea typeface="+mn-ea"/>
                          <a:cs typeface="+mn-cs"/>
                        </a:rPr>
                        <a:t>청주 스마트관광 </a:t>
                      </a:r>
                      <a:r>
                        <a:rPr kumimoji="1" lang="en-US" altLang="ko-KR" sz="700" b="0" i="0" u="none" strike="noStrike" kern="0" cap="none" spc="-100" normalizeH="0" baseline="0">
                          <a:ln>
                            <a:noFill/>
                          </a:ln>
                          <a:solidFill>
                            <a:schemeClr val="tx1"/>
                          </a:solidFill>
                          <a:effectLst/>
                          <a:latin typeface="+mj-ea"/>
                          <a:ea typeface="+mn-ea"/>
                          <a:cs typeface="+mn-cs"/>
                        </a:rPr>
                        <a:t>APP </a:t>
                      </a:r>
                      <a:r>
                        <a:rPr kumimoji="1" lang="ko-KR" altLang="en-US" sz="700" b="0" i="0" u="none" strike="noStrike" kern="0" cap="none" spc="-100" normalizeH="0" baseline="0">
                          <a:ln>
                            <a:noFill/>
                          </a:ln>
                          <a:solidFill>
                            <a:schemeClr val="tx1"/>
                          </a:solidFill>
                          <a:effectLst/>
                          <a:latin typeface="+mj-ea"/>
                          <a:ea typeface="+mn-ea"/>
                          <a:cs typeface="+mn-cs"/>
                        </a:rPr>
                        <a:t>개발 </a:t>
                      </a:r>
                      <a:endParaRPr kumimoji="1" lang="en-US" altLang="ko-KR" sz="700" b="0" i="0" u="none" strike="noStrike" cap="none" normalizeH="0" baseline="0">
                        <a:ln>
                          <a:noFill/>
                        </a:ln>
                        <a:solidFill>
                          <a:srgbClr val="1C1C1C"/>
                        </a:solidFill>
                        <a:effectLst/>
                        <a:latin typeface="굴림" panose="020B0600000101010101" pitchFamily="50" charset="-127"/>
                        <a:ea typeface="굴림" panose="020B0600000101010101" pitchFamily="50" charset="-127"/>
                      </a:endParaRPr>
                    </a:p>
                  </a:txBody>
                  <a:tcPr marL="41707" marR="41707"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 name="제목 1"/>
          <p:cNvSpPr>
            <a:spLocks noGrp="1"/>
          </p:cNvSpPr>
          <p:nvPr>
            <p:ph type="title"/>
          </p:nvPr>
        </p:nvSpPr>
        <p:spPr>
          <a:xfrm>
            <a:off x="4876847" y="249681"/>
            <a:ext cx="3115613" cy="249358"/>
          </a:xfrm>
        </p:spPr>
        <p:txBody>
          <a:bodyPr>
            <a:normAutofit/>
          </a:bodyPr>
          <a:lstStyle>
            <a:lvl1pPr algn="ctr">
              <a:defRPr sz="700" spc="0"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3" name="날짜 개체 틀 2"/>
          <p:cNvSpPr>
            <a:spLocks noGrp="1"/>
          </p:cNvSpPr>
          <p:nvPr>
            <p:ph type="dt" sz="half" idx="10"/>
          </p:nvPr>
        </p:nvSpPr>
        <p:spPr>
          <a:xfrm>
            <a:off x="7974864" y="287178"/>
            <a:ext cx="1348774" cy="162534"/>
          </a:xfrm>
        </p:spPr>
        <p:txBody>
          <a:bodyPr/>
          <a:lstStyle>
            <a:lvl1pPr algn="ctr">
              <a:defRPr sz="700" b="0" spc="-52" baseline="0"/>
            </a:lvl1pPr>
          </a:lstStyle>
          <a:p>
            <a:fld id="{504A1324-50B9-44BD-8597-643A09D10686}" type="datetime1">
              <a:rPr lang="ko-KR" altLang="en-US" smtClean="0"/>
              <a:pPr/>
              <a:t>2025-04-09</a:t>
            </a:fld>
            <a:endParaRPr lang="ko-KR" altLang="en-US"/>
          </a:p>
        </p:txBody>
      </p:sp>
      <p:sp>
        <p:nvSpPr>
          <p:cNvPr id="5" name="슬라이드 번호 개체 틀 4"/>
          <p:cNvSpPr>
            <a:spLocks noGrp="1"/>
          </p:cNvSpPr>
          <p:nvPr>
            <p:ph type="sldNum" sz="quarter" idx="12"/>
          </p:nvPr>
        </p:nvSpPr>
        <p:spPr>
          <a:xfrm>
            <a:off x="10715083" y="274419"/>
            <a:ext cx="1348774" cy="162535"/>
          </a:xfrm>
        </p:spPr>
        <p:txBody>
          <a:bodyPr/>
          <a:lstStyle>
            <a:lvl1pPr algn="ctr">
              <a:defRPr sz="700" b="0">
                <a:latin typeface="나눔고딕" pitchFamily="2" charset="-127"/>
                <a:ea typeface="나눔고딕" pitchFamily="2" charset="-127"/>
              </a:defRPr>
            </a:lvl1pPr>
          </a:lstStyle>
          <a:p>
            <a:fld id="{86895BC2-7856-472F-9654-3A892AB34D75}" type="slidenum">
              <a:rPr lang="ko-KR" altLang="en-US" smtClean="0"/>
              <a:pPr/>
              <a:t>‹#›</a:t>
            </a:fld>
            <a:endParaRPr lang="ko-KR" altLang="en-US"/>
          </a:p>
        </p:txBody>
      </p:sp>
      <p:sp>
        <p:nvSpPr>
          <p:cNvPr id="8" name="Rectangle 170"/>
          <p:cNvSpPr>
            <a:spLocks noChangeArrowheads="1"/>
          </p:cNvSpPr>
          <p:nvPr userDrawn="1"/>
        </p:nvSpPr>
        <p:spPr bwMode="auto">
          <a:xfrm>
            <a:off x="142675" y="556133"/>
            <a:ext cx="9812779"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10016010" y="563940"/>
            <a:ext cx="2025706"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a:solidFill>
                  <a:srgbClr val="262626"/>
                </a:solidFill>
                <a:latin typeface="Arial" pitchFamily="34" charset="0"/>
                <a:ea typeface="나눔고딕" pitchFamily="50" charset="-127"/>
                <a:cs typeface="Arial" pitchFamily="34" charset="0"/>
              </a:rPr>
              <a:t>Description</a:t>
            </a:r>
            <a:endParaRPr kumimoji="0" lang="en-GB" altLang="ko-KR" sz="779">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10016011" y="561378"/>
            <a:ext cx="202570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sp>
        <p:nvSpPr>
          <p:cNvPr id="13" name="텍스트 개체 틀 12">
            <a:extLst>
              <a:ext uri="{FF2B5EF4-FFF2-40B4-BE49-F238E27FC236}">
                <a16:creationId xmlns:a16="http://schemas.microsoft.com/office/drawing/2014/main" id="{35ACC371-0B56-CF39-9116-ED476C47B116}"/>
              </a:ext>
            </a:extLst>
          </p:cNvPr>
          <p:cNvSpPr>
            <a:spLocks noGrp="1"/>
          </p:cNvSpPr>
          <p:nvPr>
            <p:ph type="body" sz="quarter" idx="13" hasCustomPrompt="1"/>
          </p:nvPr>
        </p:nvSpPr>
        <p:spPr>
          <a:xfrm>
            <a:off x="1955800" y="270100"/>
            <a:ext cx="2854325" cy="211137"/>
          </a:xfrm>
        </p:spPr>
        <p:txBody>
          <a:bodyPr>
            <a:normAutofit/>
          </a:bodyPr>
          <a:lstStyle>
            <a:lvl1pPr marL="0" indent="0" algn="ctr">
              <a:buNone/>
              <a:defRPr sz="700">
                <a:latin typeface="나눔고딕" pitchFamily="2" charset="-127"/>
                <a:ea typeface="나눔고딕" pitchFamily="2" charset="-127"/>
              </a:defRPr>
            </a:lvl1pPr>
          </a:lstStyle>
          <a:p>
            <a:pPr lvl="0"/>
            <a:r>
              <a:rPr lang="en-US" altLang="ko-KR" dirty="0"/>
              <a:t>title</a:t>
            </a:r>
            <a:endParaRPr lang="ko-KR" altLang="en-US" dirty="0"/>
          </a:p>
        </p:txBody>
      </p:sp>
      <p:sp>
        <p:nvSpPr>
          <p:cNvPr id="14" name="텍스트 개체 틀 12">
            <a:extLst>
              <a:ext uri="{FF2B5EF4-FFF2-40B4-BE49-F238E27FC236}">
                <a16:creationId xmlns:a16="http://schemas.microsoft.com/office/drawing/2014/main" id="{B61DA27D-2791-0307-20B7-58D32AF58E3F}"/>
              </a:ext>
            </a:extLst>
          </p:cNvPr>
          <p:cNvSpPr>
            <a:spLocks noGrp="1"/>
          </p:cNvSpPr>
          <p:nvPr>
            <p:ph type="body" sz="quarter" idx="14" hasCustomPrompt="1"/>
          </p:nvPr>
        </p:nvSpPr>
        <p:spPr>
          <a:xfrm>
            <a:off x="9360823" y="276328"/>
            <a:ext cx="1348775" cy="211137"/>
          </a:xfrm>
        </p:spPr>
        <p:txBody>
          <a:bodyPr>
            <a:normAutofit/>
          </a:bodyPr>
          <a:lstStyle>
            <a:lvl1pPr marL="0" indent="0" algn="ctr">
              <a:buNone/>
              <a:defRPr sz="700">
                <a:latin typeface="나눔고딕" pitchFamily="2" charset="-127"/>
                <a:ea typeface="나눔고딕" pitchFamily="2" charset="-127"/>
              </a:defRPr>
            </a:lvl1pPr>
          </a:lstStyle>
          <a:p>
            <a:pPr lvl="0"/>
            <a:r>
              <a:rPr lang="en-US" altLang="ko-KR" dirty="0"/>
              <a:t>Screen ID </a:t>
            </a:r>
            <a:endParaRPr lang="ko-KR" altLang="en-US" dirty="0"/>
          </a:p>
        </p:txBody>
      </p:sp>
    </p:spTree>
    <p:extLst>
      <p:ext uri="{BB962C8B-B14F-4D97-AF65-F5344CB8AC3E}">
        <p14:creationId xmlns:p14="http://schemas.microsoft.com/office/powerpoint/2010/main" val="33004623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115_화면디스크립션_화이트">
    <p:spTree>
      <p:nvGrpSpPr>
        <p:cNvPr id="1" name=""/>
        <p:cNvGrpSpPr/>
        <p:nvPr/>
      </p:nvGrpSpPr>
      <p:grpSpPr>
        <a:xfrm>
          <a:off x="0" y="0"/>
          <a:ext cx="0" cy="0"/>
          <a:chOff x="0" y="0"/>
          <a:chExt cx="0" cy="0"/>
        </a:xfrm>
      </p:grpSpPr>
      <p:sp>
        <p:nvSpPr>
          <p:cNvPr id="8" name="Rectangle 170"/>
          <p:cNvSpPr>
            <a:spLocks noChangeArrowheads="1"/>
          </p:cNvSpPr>
          <p:nvPr userDrawn="1"/>
        </p:nvSpPr>
        <p:spPr bwMode="auto">
          <a:xfrm>
            <a:off x="142675" y="556133"/>
            <a:ext cx="9812779"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10016010" y="563940"/>
            <a:ext cx="2025706"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a:solidFill>
                  <a:srgbClr val="262626"/>
                </a:solidFill>
                <a:latin typeface="Arial" pitchFamily="34" charset="0"/>
                <a:ea typeface="나눔고딕" pitchFamily="50" charset="-127"/>
                <a:cs typeface="Arial" pitchFamily="34" charset="0"/>
              </a:rPr>
              <a:t>Description</a:t>
            </a:r>
            <a:endParaRPr kumimoji="0" lang="en-GB" altLang="ko-KR" sz="779">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10016011" y="561378"/>
            <a:ext cx="202570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graphicFrame>
        <p:nvGraphicFramePr>
          <p:cNvPr id="17" name="Group 46">
            <a:extLst>
              <a:ext uri="{FF2B5EF4-FFF2-40B4-BE49-F238E27FC236}">
                <a16:creationId xmlns:a16="http://schemas.microsoft.com/office/drawing/2014/main" id="{64E55E83-9028-4647-AF2C-9CC20A730148}"/>
              </a:ext>
            </a:extLst>
          </p:cNvPr>
          <p:cNvGraphicFramePr>
            <a:graphicFrameLocks noGrp="1"/>
          </p:cNvGraphicFramePr>
          <p:nvPr userDrawn="1">
            <p:extLst>
              <p:ext uri="{D42A27DB-BD31-4B8C-83A1-F6EECF244321}">
                <p14:modId xmlns:p14="http://schemas.microsoft.com/office/powerpoint/2010/main" val="2066124542"/>
              </p:ext>
            </p:extLst>
          </p:nvPr>
        </p:nvGraphicFramePr>
        <p:xfrm>
          <a:off x="135409" y="96078"/>
          <a:ext cx="11921181" cy="412669"/>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78551">
                  <a:extLst>
                    <a:ext uri="{9D8B030D-6E8A-4147-A177-3AD203B41FA5}">
                      <a16:colId xmlns:a16="http://schemas.microsoft.com/office/drawing/2014/main" val="20002"/>
                    </a:ext>
                  </a:extLst>
                </a:gridCol>
                <a:gridCol w="2297146">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기획</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설계</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800" b="0" i="0" u="none" strike="noStrike" kern="1200" cap="none" normalizeH="0" baseline="0" dirty="0">
                          <a:ln>
                            <a:noFill/>
                          </a:ln>
                          <a:solidFill>
                            <a:srgbClr val="1C1C1C"/>
                          </a:solidFill>
                          <a:effectLst/>
                          <a:latin typeface="+mj-ea"/>
                          <a:ea typeface="+mn-ea"/>
                          <a:cs typeface="+mn-cs"/>
                        </a:rPr>
                        <a:t> </a:t>
                      </a:r>
                      <a:r>
                        <a:rPr kumimoji="1" lang="ko-KR" altLang="en-US" sz="800" b="0" kern="0" spc="-100" dirty="0" err="1">
                          <a:solidFill>
                            <a:schemeClr val="tx1"/>
                          </a:solidFill>
                          <a:latin typeface="+mj-ea"/>
                          <a:ea typeface="+mn-ea"/>
                          <a:cs typeface="+mn-cs"/>
                        </a:rPr>
                        <a:t>든든하이</a:t>
                      </a:r>
                      <a:r>
                        <a:rPr kumimoji="1" lang="ko-KR" altLang="en-US" sz="800" b="0" kern="0" spc="-100" dirty="0">
                          <a:solidFill>
                            <a:schemeClr val="tx1"/>
                          </a:solidFill>
                          <a:latin typeface="+mj-ea"/>
                          <a:ea typeface="+mn-ea"/>
                          <a:cs typeface="+mn-cs"/>
                        </a:rPr>
                        <a:t> 고객센터</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8" name="제목 1">
            <a:extLst>
              <a:ext uri="{FF2B5EF4-FFF2-40B4-BE49-F238E27FC236}">
                <a16:creationId xmlns:a16="http://schemas.microsoft.com/office/drawing/2014/main" id="{CE5768AC-C18E-FC6F-E0E2-0CF5CF58DC4B}"/>
              </a:ext>
            </a:extLst>
          </p:cNvPr>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19" name="텍스트 개체 틀 12">
            <a:extLst>
              <a:ext uri="{FF2B5EF4-FFF2-40B4-BE49-F238E27FC236}">
                <a16:creationId xmlns:a16="http://schemas.microsoft.com/office/drawing/2014/main" id="{AC8DB026-0A8F-26B7-747B-CD22BF2015BD}"/>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20" name="텍스트 개체 틀 21">
            <a:extLst>
              <a:ext uri="{FF2B5EF4-FFF2-40B4-BE49-F238E27FC236}">
                <a16:creationId xmlns:a16="http://schemas.microsoft.com/office/drawing/2014/main" id="{D922F5B2-B4D7-4852-734C-1C777B135B8D}"/>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1" name="텍스트 개체 틀 23">
            <a:extLst>
              <a:ext uri="{FF2B5EF4-FFF2-40B4-BE49-F238E27FC236}">
                <a16:creationId xmlns:a16="http://schemas.microsoft.com/office/drawing/2014/main" id="{79C3F405-072F-270A-10B9-CA7CDA8CB379}"/>
              </a:ext>
            </a:extLst>
          </p:cNvPr>
          <p:cNvSpPr>
            <a:spLocks noGrp="1"/>
          </p:cNvSpPr>
          <p:nvPr>
            <p:ph type="body" sz="quarter" idx="16"/>
          </p:nvPr>
        </p:nvSpPr>
        <p:spPr>
          <a:xfrm>
            <a:off x="9779976" y="318927"/>
            <a:ext cx="654164" cy="141371"/>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
        <p:nvSpPr>
          <p:cNvPr id="2" name="텍스트 개체 틀 23">
            <a:extLst>
              <a:ext uri="{FF2B5EF4-FFF2-40B4-BE49-F238E27FC236}">
                <a16:creationId xmlns:a16="http://schemas.microsoft.com/office/drawing/2014/main" id="{191B2E79-93AB-4693-C720-75AA270E9587}"/>
              </a:ext>
            </a:extLst>
          </p:cNvPr>
          <p:cNvSpPr>
            <a:spLocks noGrp="1"/>
          </p:cNvSpPr>
          <p:nvPr>
            <p:ph type="body" sz="quarter" idx="17"/>
          </p:nvPr>
        </p:nvSpPr>
        <p:spPr>
          <a:xfrm>
            <a:off x="11146317" y="321725"/>
            <a:ext cx="654164" cy="141371"/>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Tree>
    <p:extLst>
      <p:ext uri="{BB962C8B-B14F-4D97-AF65-F5344CB8AC3E}">
        <p14:creationId xmlns:p14="http://schemas.microsoft.com/office/powerpoint/2010/main" val="36372567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1115_화면디스크립션_화이트">
    <p:spTree>
      <p:nvGrpSpPr>
        <p:cNvPr id="1" name=""/>
        <p:cNvGrpSpPr/>
        <p:nvPr/>
      </p:nvGrpSpPr>
      <p:grpSpPr>
        <a:xfrm>
          <a:off x="0" y="0"/>
          <a:ext cx="0" cy="0"/>
          <a:chOff x="0" y="0"/>
          <a:chExt cx="0" cy="0"/>
        </a:xfrm>
      </p:grpSpPr>
      <p:sp>
        <p:nvSpPr>
          <p:cNvPr id="8" name="Rectangle 170"/>
          <p:cNvSpPr>
            <a:spLocks noChangeArrowheads="1"/>
          </p:cNvSpPr>
          <p:nvPr userDrawn="1"/>
        </p:nvSpPr>
        <p:spPr bwMode="auto">
          <a:xfrm>
            <a:off x="142675" y="556133"/>
            <a:ext cx="9812779"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10016010" y="563940"/>
            <a:ext cx="2025706"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a:solidFill>
                  <a:srgbClr val="262626"/>
                </a:solidFill>
                <a:latin typeface="Arial" pitchFamily="34" charset="0"/>
                <a:ea typeface="나눔고딕" pitchFamily="50" charset="-127"/>
                <a:cs typeface="Arial" pitchFamily="34" charset="0"/>
              </a:rPr>
              <a:t>Description</a:t>
            </a:r>
            <a:endParaRPr kumimoji="0" lang="en-GB" altLang="ko-KR" sz="779">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10016011" y="561378"/>
            <a:ext cx="202570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graphicFrame>
        <p:nvGraphicFramePr>
          <p:cNvPr id="17" name="Group 46">
            <a:extLst>
              <a:ext uri="{FF2B5EF4-FFF2-40B4-BE49-F238E27FC236}">
                <a16:creationId xmlns:a16="http://schemas.microsoft.com/office/drawing/2014/main" id="{64E55E83-9028-4647-AF2C-9CC20A730148}"/>
              </a:ext>
            </a:extLst>
          </p:cNvPr>
          <p:cNvGraphicFramePr>
            <a:graphicFrameLocks noGrp="1"/>
          </p:cNvGraphicFramePr>
          <p:nvPr userDrawn="1">
            <p:extLst>
              <p:ext uri="{D42A27DB-BD31-4B8C-83A1-F6EECF244321}">
                <p14:modId xmlns:p14="http://schemas.microsoft.com/office/powerpoint/2010/main" val="2419371118"/>
              </p:ext>
            </p:extLst>
          </p:nvPr>
        </p:nvGraphicFramePr>
        <p:xfrm>
          <a:off x="135409" y="96078"/>
          <a:ext cx="11906307" cy="412669"/>
        </p:xfrm>
        <a:graphic>
          <a:graphicData uri="http://schemas.openxmlformats.org/drawingml/2006/table">
            <a:tbl>
              <a:tblPr/>
              <a:tblGrid>
                <a:gridCol w="2002297">
                  <a:extLst>
                    <a:ext uri="{9D8B030D-6E8A-4147-A177-3AD203B41FA5}">
                      <a16:colId xmlns:a16="http://schemas.microsoft.com/office/drawing/2014/main" val="20000"/>
                    </a:ext>
                  </a:extLst>
                </a:gridCol>
                <a:gridCol w="1651313">
                  <a:extLst>
                    <a:ext uri="{9D8B030D-6E8A-4147-A177-3AD203B41FA5}">
                      <a16:colId xmlns:a16="http://schemas.microsoft.com/office/drawing/2014/main" val="20001"/>
                    </a:ext>
                  </a:extLst>
                </a:gridCol>
                <a:gridCol w="4143956">
                  <a:extLst>
                    <a:ext uri="{9D8B030D-6E8A-4147-A177-3AD203B41FA5}">
                      <a16:colId xmlns:a16="http://schemas.microsoft.com/office/drawing/2014/main" val="20002"/>
                    </a:ext>
                  </a:extLst>
                </a:gridCol>
                <a:gridCol w="2587778">
                  <a:extLst>
                    <a:ext uri="{9D8B030D-6E8A-4147-A177-3AD203B41FA5}">
                      <a16:colId xmlns:a16="http://schemas.microsoft.com/office/drawing/2014/main" val="20003"/>
                    </a:ext>
                  </a:extLst>
                </a:gridCol>
                <a:gridCol w="1520963">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설계</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800" b="0" i="0" u="none" strike="noStrike" kern="1200" cap="none" normalizeH="0" baseline="0" dirty="0">
                          <a:ln>
                            <a:noFill/>
                          </a:ln>
                          <a:solidFill>
                            <a:srgbClr val="1C1C1C"/>
                          </a:solidFill>
                          <a:effectLst/>
                          <a:latin typeface="+mj-ea"/>
                          <a:ea typeface="+mn-ea"/>
                          <a:cs typeface="+mn-cs"/>
                        </a:rPr>
                        <a:t> </a:t>
                      </a:r>
                      <a:r>
                        <a:rPr kumimoji="1" lang="ko-KR" altLang="en-US" sz="800" b="0" kern="0" spc="-100" dirty="0" err="1">
                          <a:solidFill>
                            <a:schemeClr val="tx1"/>
                          </a:solidFill>
                          <a:latin typeface="+mj-ea"/>
                          <a:ea typeface="+mn-ea"/>
                          <a:cs typeface="+mn-cs"/>
                        </a:rPr>
                        <a:t>든든하이</a:t>
                      </a:r>
                      <a:r>
                        <a:rPr kumimoji="1" lang="ko-KR" altLang="en-US" sz="800" b="0" kern="0" spc="-100" dirty="0">
                          <a:solidFill>
                            <a:schemeClr val="tx1"/>
                          </a:solidFill>
                          <a:latin typeface="+mj-ea"/>
                          <a:ea typeface="+mn-ea"/>
                          <a:cs typeface="+mn-cs"/>
                        </a:rPr>
                        <a:t> 고객센터</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8" name="제목 1">
            <a:extLst>
              <a:ext uri="{FF2B5EF4-FFF2-40B4-BE49-F238E27FC236}">
                <a16:creationId xmlns:a16="http://schemas.microsoft.com/office/drawing/2014/main" id="{CE5768AC-C18E-FC6F-E0E2-0CF5CF58DC4B}"/>
              </a:ext>
            </a:extLst>
          </p:cNvPr>
          <p:cNvSpPr>
            <a:spLocks noGrp="1"/>
          </p:cNvSpPr>
          <p:nvPr>
            <p:ph type="title"/>
          </p:nvPr>
        </p:nvSpPr>
        <p:spPr>
          <a:xfrm>
            <a:off x="2348440" y="324395"/>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19" name="텍스트 개체 틀 12">
            <a:extLst>
              <a:ext uri="{FF2B5EF4-FFF2-40B4-BE49-F238E27FC236}">
                <a16:creationId xmlns:a16="http://schemas.microsoft.com/office/drawing/2014/main" id="{AC8DB026-0A8F-26B7-747B-CD22BF2015BD}"/>
              </a:ext>
            </a:extLst>
          </p:cNvPr>
          <p:cNvSpPr>
            <a:spLocks noGrp="1"/>
          </p:cNvSpPr>
          <p:nvPr>
            <p:ph type="body" sz="quarter" idx="13" hasCustomPrompt="1"/>
          </p:nvPr>
        </p:nvSpPr>
        <p:spPr>
          <a:xfrm>
            <a:off x="3844424" y="317864"/>
            <a:ext cx="4039101" cy="147191"/>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20" name="텍스트 개체 틀 21">
            <a:extLst>
              <a:ext uri="{FF2B5EF4-FFF2-40B4-BE49-F238E27FC236}">
                <a16:creationId xmlns:a16="http://schemas.microsoft.com/office/drawing/2014/main" id="{D922F5B2-B4D7-4852-734C-1C777B135B8D}"/>
              </a:ext>
            </a:extLst>
          </p:cNvPr>
          <p:cNvSpPr>
            <a:spLocks noGrp="1"/>
          </p:cNvSpPr>
          <p:nvPr>
            <p:ph type="body" sz="quarter" idx="15"/>
          </p:nvPr>
        </p:nvSpPr>
        <p:spPr>
          <a:xfrm>
            <a:off x="8001000" y="311331"/>
            <a:ext cx="2457450" cy="169627"/>
          </a:xfrm>
        </p:spPr>
        <p:txBody>
          <a:bodyPr>
            <a:noAutofit/>
          </a:bodyPr>
          <a:lstStyle>
            <a:lvl1pPr marL="0" indent="0" algn="ctr">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 name="텍스트 개체 틀 23">
            <a:extLst>
              <a:ext uri="{FF2B5EF4-FFF2-40B4-BE49-F238E27FC236}">
                <a16:creationId xmlns:a16="http://schemas.microsoft.com/office/drawing/2014/main" id="{191B2E79-93AB-4693-C720-75AA270E9587}"/>
              </a:ext>
            </a:extLst>
          </p:cNvPr>
          <p:cNvSpPr>
            <a:spLocks noGrp="1"/>
          </p:cNvSpPr>
          <p:nvPr>
            <p:ph type="body" sz="quarter" idx="17"/>
          </p:nvPr>
        </p:nvSpPr>
        <p:spPr>
          <a:xfrm>
            <a:off x="10595919" y="317864"/>
            <a:ext cx="1377006" cy="156563"/>
          </a:xfrm>
        </p:spPr>
        <p:txBody>
          <a:bodyPr>
            <a:noAutofit/>
          </a:bodyPr>
          <a:lstStyle>
            <a:lvl1pPr marL="0" indent="0" algn="ctr">
              <a:buNone/>
              <a:defRPr sz="800">
                <a:latin typeface="나눔명조" panose="02020603020101020101" pitchFamily="18" charset="-127"/>
                <a:ea typeface="돋움" panose="020B0600000101010101" pitchFamily="50" charset="-127"/>
              </a:defRPr>
            </a:lvl1pPr>
          </a:lstStyle>
          <a:p>
            <a:pPr lvl="0"/>
            <a:endParaRPr lang="ko-KR" altLang="en-US" dirty="0"/>
          </a:p>
        </p:txBody>
      </p:sp>
      <p:pic>
        <p:nvPicPr>
          <p:cNvPr id="3" name="그림 2">
            <a:extLst>
              <a:ext uri="{FF2B5EF4-FFF2-40B4-BE49-F238E27FC236}">
                <a16:creationId xmlns:a16="http://schemas.microsoft.com/office/drawing/2014/main" id="{DBC11DF1-86AD-B69B-446F-F2B07C9296B0}"/>
              </a:ext>
            </a:extLst>
          </p:cNvPr>
          <p:cNvPicPr>
            <a:picLocks noChangeAspect="1"/>
          </p:cNvPicPr>
          <p:nvPr userDrawn="1"/>
        </p:nvPicPr>
        <p:blipFill rotWithShape="1">
          <a:blip r:embed="rId2"/>
          <a:srcRect t="999" r="11051" b="8510"/>
          <a:stretch/>
        </p:blipFill>
        <p:spPr>
          <a:xfrm>
            <a:off x="150282" y="556133"/>
            <a:ext cx="9805171" cy="6205789"/>
          </a:xfrm>
          <a:prstGeom prst="rect">
            <a:avLst/>
          </a:prstGeom>
        </p:spPr>
      </p:pic>
      <p:sp>
        <p:nvSpPr>
          <p:cNvPr id="4" name="직사각형 3">
            <a:extLst>
              <a:ext uri="{FF2B5EF4-FFF2-40B4-BE49-F238E27FC236}">
                <a16:creationId xmlns:a16="http://schemas.microsoft.com/office/drawing/2014/main" id="{E1D9EE39-5BAF-F1E8-058E-B608A072D006}"/>
              </a:ext>
            </a:extLst>
          </p:cNvPr>
          <p:cNvSpPr/>
          <p:nvPr userDrawn="1"/>
        </p:nvSpPr>
        <p:spPr>
          <a:xfrm>
            <a:off x="1562100" y="590550"/>
            <a:ext cx="8394700" cy="61468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직사각형 4">
            <a:extLst>
              <a:ext uri="{FF2B5EF4-FFF2-40B4-BE49-F238E27FC236}">
                <a16:creationId xmlns:a16="http://schemas.microsoft.com/office/drawing/2014/main" id="{F9540FA8-EEF6-814F-F4C8-6F525D268FE8}"/>
              </a:ext>
            </a:extLst>
          </p:cNvPr>
          <p:cNvSpPr/>
          <p:nvPr userDrawn="1"/>
        </p:nvSpPr>
        <p:spPr>
          <a:xfrm>
            <a:off x="209550" y="1466850"/>
            <a:ext cx="1282212" cy="2933700"/>
          </a:xfrm>
          <a:prstGeom prst="rect">
            <a:avLst/>
          </a:prstGeom>
          <a:solidFill>
            <a:srgbClr val="2A3F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2603001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1115_화면디스크립션_화이트">
    <p:spTree>
      <p:nvGrpSpPr>
        <p:cNvPr id="1" name=""/>
        <p:cNvGrpSpPr/>
        <p:nvPr/>
      </p:nvGrpSpPr>
      <p:grpSpPr>
        <a:xfrm>
          <a:off x="0" y="0"/>
          <a:ext cx="0" cy="0"/>
          <a:chOff x="0" y="0"/>
          <a:chExt cx="0" cy="0"/>
        </a:xfrm>
      </p:grpSpPr>
      <p:sp>
        <p:nvSpPr>
          <p:cNvPr id="8" name="Rectangle 170"/>
          <p:cNvSpPr>
            <a:spLocks noChangeArrowheads="1"/>
          </p:cNvSpPr>
          <p:nvPr userDrawn="1"/>
        </p:nvSpPr>
        <p:spPr bwMode="auto">
          <a:xfrm>
            <a:off x="142677" y="556133"/>
            <a:ext cx="7799708"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8012722" y="556133"/>
            <a:ext cx="4028994"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a:solidFill>
                  <a:srgbClr val="262626"/>
                </a:solidFill>
                <a:latin typeface="Arial" pitchFamily="34" charset="0"/>
                <a:ea typeface="나눔고딕" pitchFamily="50" charset="-127"/>
                <a:cs typeface="Arial" pitchFamily="34" charset="0"/>
              </a:rPr>
              <a:t>Description</a:t>
            </a:r>
            <a:endParaRPr kumimoji="0" lang="en-GB" altLang="ko-KR" sz="779">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8012723" y="561378"/>
            <a:ext cx="4028994"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graphicFrame>
        <p:nvGraphicFramePr>
          <p:cNvPr id="17" name="Group 46">
            <a:extLst>
              <a:ext uri="{FF2B5EF4-FFF2-40B4-BE49-F238E27FC236}">
                <a16:creationId xmlns:a16="http://schemas.microsoft.com/office/drawing/2014/main" id="{64E55E83-9028-4647-AF2C-9CC20A730148}"/>
              </a:ext>
            </a:extLst>
          </p:cNvPr>
          <p:cNvGraphicFramePr>
            <a:graphicFrameLocks noGrp="1"/>
          </p:cNvGraphicFramePr>
          <p:nvPr userDrawn="1">
            <p:extLst>
              <p:ext uri="{D42A27DB-BD31-4B8C-83A1-F6EECF244321}">
                <p14:modId xmlns:p14="http://schemas.microsoft.com/office/powerpoint/2010/main" val="1163787936"/>
              </p:ext>
            </p:extLst>
          </p:nvPr>
        </p:nvGraphicFramePr>
        <p:xfrm>
          <a:off x="135409" y="96078"/>
          <a:ext cx="11921181" cy="412669"/>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78551">
                  <a:extLst>
                    <a:ext uri="{9D8B030D-6E8A-4147-A177-3AD203B41FA5}">
                      <a16:colId xmlns:a16="http://schemas.microsoft.com/office/drawing/2014/main" val="20002"/>
                    </a:ext>
                  </a:extLst>
                </a:gridCol>
                <a:gridCol w="2297146">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기획</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설계</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800" b="0" i="0" u="none" strike="noStrike" kern="1200" cap="none" normalizeH="0" baseline="0" dirty="0">
                          <a:ln>
                            <a:noFill/>
                          </a:ln>
                          <a:solidFill>
                            <a:srgbClr val="1C1C1C"/>
                          </a:solidFill>
                          <a:effectLst/>
                          <a:latin typeface="+mj-ea"/>
                          <a:ea typeface="+mn-ea"/>
                          <a:cs typeface="+mn-cs"/>
                        </a:rPr>
                        <a:t> </a:t>
                      </a:r>
                      <a:r>
                        <a:rPr kumimoji="1" lang="ko-KR" altLang="en-US" sz="800" b="0" kern="0" spc="-100" dirty="0" err="1">
                          <a:solidFill>
                            <a:schemeClr val="tx1"/>
                          </a:solidFill>
                          <a:latin typeface="+mj-ea"/>
                          <a:ea typeface="+mn-ea"/>
                          <a:cs typeface="+mn-cs"/>
                        </a:rPr>
                        <a:t>든든하이</a:t>
                      </a:r>
                      <a:r>
                        <a:rPr kumimoji="1" lang="ko-KR" altLang="en-US" sz="800" b="0" kern="0" spc="-100" dirty="0">
                          <a:solidFill>
                            <a:schemeClr val="tx1"/>
                          </a:solidFill>
                          <a:latin typeface="+mj-ea"/>
                          <a:ea typeface="+mn-ea"/>
                          <a:cs typeface="+mn-cs"/>
                        </a:rPr>
                        <a:t> 관리기 구축</a:t>
                      </a:r>
                      <a:r>
                        <a:rPr kumimoji="1" lang="en-US" altLang="ko-KR" sz="800" b="0" i="0" u="none" strike="noStrike" cap="none" spc="-60" normalizeH="0" baseline="0" dirty="0">
                          <a:ln>
                            <a:noFill/>
                          </a:ln>
                          <a:solidFill>
                            <a:srgbClr val="1C1C1C"/>
                          </a:solidFill>
                          <a:effectLst/>
                          <a:latin typeface="+mn-ea"/>
                          <a:ea typeface="+mn-ea"/>
                        </a:rPr>
                        <a:t> </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8" name="제목 1">
            <a:extLst>
              <a:ext uri="{FF2B5EF4-FFF2-40B4-BE49-F238E27FC236}">
                <a16:creationId xmlns:a16="http://schemas.microsoft.com/office/drawing/2014/main" id="{CE5768AC-C18E-FC6F-E0E2-0CF5CF58DC4B}"/>
              </a:ext>
            </a:extLst>
          </p:cNvPr>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19" name="텍스트 개체 틀 12">
            <a:extLst>
              <a:ext uri="{FF2B5EF4-FFF2-40B4-BE49-F238E27FC236}">
                <a16:creationId xmlns:a16="http://schemas.microsoft.com/office/drawing/2014/main" id="{AC8DB026-0A8F-26B7-747B-CD22BF2015BD}"/>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20" name="텍스트 개체 틀 21">
            <a:extLst>
              <a:ext uri="{FF2B5EF4-FFF2-40B4-BE49-F238E27FC236}">
                <a16:creationId xmlns:a16="http://schemas.microsoft.com/office/drawing/2014/main" id="{D922F5B2-B4D7-4852-734C-1C777B135B8D}"/>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1" name="텍스트 개체 틀 23">
            <a:extLst>
              <a:ext uri="{FF2B5EF4-FFF2-40B4-BE49-F238E27FC236}">
                <a16:creationId xmlns:a16="http://schemas.microsoft.com/office/drawing/2014/main" id="{79C3F405-072F-270A-10B9-CA7CDA8CB379}"/>
              </a:ext>
            </a:extLst>
          </p:cNvPr>
          <p:cNvSpPr>
            <a:spLocks noGrp="1"/>
          </p:cNvSpPr>
          <p:nvPr>
            <p:ph type="body" sz="quarter" idx="16"/>
          </p:nvPr>
        </p:nvSpPr>
        <p:spPr>
          <a:xfrm>
            <a:off x="9753600" y="314242"/>
            <a:ext cx="654164" cy="141371"/>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
        <p:nvSpPr>
          <p:cNvPr id="2" name="텍스트 개체 틀 23">
            <a:extLst>
              <a:ext uri="{FF2B5EF4-FFF2-40B4-BE49-F238E27FC236}">
                <a16:creationId xmlns:a16="http://schemas.microsoft.com/office/drawing/2014/main" id="{070997B8-ACC0-D1D1-AC27-F9836B923B45}"/>
              </a:ext>
            </a:extLst>
          </p:cNvPr>
          <p:cNvSpPr>
            <a:spLocks noGrp="1"/>
          </p:cNvSpPr>
          <p:nvPr>
            <p:ph type="body" sz="quarter" idx="17"/>
          </p:nvPr>
        </p:nvSpPr>
        <p:spPr>
          <a:xfrm>
            <a:off x="11056066" y="325459"/>
            <a:ext cx="654164" cy="141371"/>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pic>
        <p:nvPicPr>
          <p:cNvPr id="4" name="그림 3">
            <a:extLst>
              <a:ext uri="{FF2B5EF4-FFF2-40B4-BE49-F238E27FC236}">
                <a16:creationId xmlns:a16="http://schemas.microsoft.com/office/drawing/2014/main" id="{D399DE66-824F-A706-F054-FEB2EE1D2E98}"/>
              </a:ext>
            </a:extLst>
          </p:cNvPr>
          <p:cNvPicPr>
            <a:picLocks noChangeAspect="1"/>
          </p:cNvPicPr>
          <p:nvPr userDrawn="1"/>
        </p:nvPicPr>
        <p:blipFill rotWithShape="1">
          <a:blip r:embed="rId2"/>
          <a:srcRect t="999" r="29313" b="8510"/>
          <a:stretch/>
        </p:blipFill>
        <p:spPr>
          <a:xfrm>
            <a:off x="150283" y="556133"/>
            <a:ext cx="7792102" cy="6205789"/>
          </a:xfrm>
          <a:prstGeom prst="rect">
            <a:avLst/>
          </a:prstGeom>
        </p:spPr>
      </p:pic>
      <p:sp>
        <p:nvSpPr>
          <p:cNvPr id="5" name="직사각형 4">
            <a:extLst>
              <a:ext uri="{FF2B5EF4-FFF2-40B4-BE49-F238E27FC236}">
                <a16:creationId xmlns:a16="http://schemas.microsoft.com/office/drawing/2014/main" id="{085A526C-5E2E-68DB-2496-670E8A310553}"/>
              </a:ext>
            </a:extLst>
          </p:cNvPr>
          <p:cNvSpPr/>
          <p:nvPr userDrawn="1"/>
        </p:nvSpPr>
        <p:spPr>
          <a:xfrm>
            <a:off x="1569706" y="556133"/>
            <a:ext cx="6380285" cy="61468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직사각형 2">
            <a:extLst>
              <a:ext uri="{FF2B5EF4-FFF2-40B4-BE49-F238E27FC236}">
                <a16:creationId xmlns:a16="http://schemas.microsoft.com/office/drawing/2014/main" id="{7B057C9C-B16C-3AB6-9DB7-3BD8B39A7482}"/>
              </a:ext>
            </a:extLst>
          </p:cNvPr>
          <p:cNvSpPr/>
          <p:nvPr userDrawn="1"/>
        </p:nvSpPr>
        <p:spPr>
          <a:xfrm>
            <a:off x="209550" y="1466850"/>
            <a:ext cx="1282212" cy="2933700"/>
          </a:xfrm>
          <a:prstGeom prst="rect">
            <a:avLst/>
          </a:prstGeom>
          <a:solidFill>
            <a:srgbClr val="2A3F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40650593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4_사용자 지정 레이아웃">
    <p:spTree>
      <p:nvGrpSpPr>
        <p:cNvPr id="1" name=""/>
        <p:cNvGrpSpPr/>
        <p:nvPr/>
      </p:nvGrpSpPr>
      <p:grpSpPr>
        <a:xfrm>
          <a:off x="0" y="0"/>
          <a:ext cx="0" cy="0"/>
          <a:chOff x="0" y="0"/>
          <a:chExt cx="0" cy="0"/>
        </a:xfrm>
      </p:grpSpPr>
      <p:graphicFrame>
        <p:nvGraphicFramePr>
          <p:cNvPr id="6" name="Group 46"/>
          <p:cNvGraphicFramePr>
            <a:graphicFrameLocks noGrp="1"/>
          </p:cNvGraphicFramePr>
          <p:nvPr userDrawn="1">
            <p:extLst>
              <p:ext uri="{D42A27DB-BD31-4B8C-83A1-F6EECF244321}">
                <p14:modId xmlns:p14="http://schemas.microsoft.com/office/powerpoint/2010/main" val="428595710"/>
              </p:ext>
            </p:extLst>
          </p:nvPr>
        </p:nvGraphicFramePr>
        <p:xfrm>
          <a:off x="142675" y="108512"/>
          <a:ext cx="11921182" cy="357333"/>
        </p:xfrm>
        <a:graphic>
          <a:graphicData uri="http://schemas.openxmlformats.org/drawingml/2006/table">
            <a:tbl>
              <a:tblPr/>
              <a:tblGrid>
                <a:gridCol w="2004798">
                  <a:extLst>
                    <a:ext uri="{9D8B030D-6E8A-4147-A177-3AD203B41FA5}">
                      <a16:colId xmlns:a16="http://schemas.microsoft.com/office/drawing/2014/main" val="20000"/>
                    </a:ext>
                  </a:extLst>
                </a:gridCol>
                <a:gridCol w="3356600">
                  <a:extLst>
                    <a:ext uri="{9D8B030D-6E8A-4147-A177-3AD203B41FA5}">
                      <a16:colId xmlns:a16="http://schemas.microsoft.com/office/drawing/2014/main" val="20001"/>
                    </a:ext>
                  </a:extLst>
                </a:gridCol>
                <a:gridCol w="3514056">
                  <a:extLst>
                    <a:ext uri="{9D8B030D-6E8A-4147-A177-3AD203B41FA5}">
                      <a16:colId xmlns:a16="http://schemas.microsoft.com/office/drawing/2014/main" val="20002"/>
                    </a:ext>
                  </a:extLst>
                </a:gridCol>
                <a:gridCol w="1522864">
                  <a:extLst>
                    <a:ext uri="{9D8B030D-6E8A-4147-A177-3AD203B41FA5}">
                      <a16:colId xmlns:a16="http://schemas.microsoft.com/office/drawing/2014/main" val="20003"/>
                    </a:ext>
                  </a:extLst>
                </a:gridCol>
                <a:gridCol w="1522864">
                  <a:extLst>
                    <a:ext uri="{9D8B030D-6E8A-4147-A177-3AD203B41FA5}">
                      <a16:colId xmlns:a16="http://schemas.microsoft.com/office/drawing/2014/main" val="20005"/>
                    </a:ext>
                  </a:extLst>
                </a:gridCol>
              </a:tblGrid>
              <a:tr h="17042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Project</a:t>
                      </a:r>
                    </a:p>
                  </a:txBody>
                  <a:tcPr marL="84654" marR="84654"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Title (Location)</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Page</a:t>
                      </a: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mn-ea"/>
                        </a:rPr>
                        <a:t>Date</a:t>
                      </a: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Page Num</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186913">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700" b="0" i="0" u="none" strike="noStrike" kern="1200" cap="none" normalizeH="0" baseline="0">
                          <a:ln>
                            <a:noFill/>
                          </a:ln>
                          <a:solidFill>
                            <a:srgbClr val="1C1C1C"/>
                          </a:solidFill>
                          <a:effectLst/>
                          <a:latin typeface="+mj-ea"/>
                          <a:ea typeface="+mn-ea"/>
                          <a:cs typeface="+mn-cs"/>
                        </a:rPr>
                        <a:t> </a:t>
                      </a:r>
                      <a:r>
                        <a:rPr kumimoji="1" lang="ko-KR" altLang="en-US" sz="700" b="0" i="0" u="none" strike="noStrike" kern="0" cap="none" spc="-100" normalizeH="0" baseline="0">
                          <a:ln>
                            <a:noFill/>
                          </a:ln>
                          <a:solidFill>
                            <a:schemeClr val="tx1"/>
                          </a:solidFill>
                          <a:effectLst/>
                          <a:latin typeface="+mj-ea"/>
                          <a:ea typeface="+mn-ea"/>
                          <a:cs typeface="+mn-cs"/>
                        </a:rPr>
                        <a:t>청주 스마트관광 </a:t>
                      </a:r>
                      <a:r>
                        <a:rPr kumimoji="1" lang="en-US" altLang="ko-KR" sz="700" b="0" i="0" u="none" strike="noStrike" kern="0" cap="none" spc="-100" normalizeH="0" baseline="0">
                          <a:ln>
                            <a:noFill/>
                          </a:ln>
                          <a:solidFill>
                            <a:schemeClr val="tx1"/>
                          </a:solidFill>
                          <a:effectLst/>
                          <a:latin typeface="+mj-ea"/>
                          <a:ea typeface="+mn-ea"/>
                          <a:cs typeface="+mn-cs"/>
                        </a:rPr>
                        <a:t>APP </a:t>
                      </a:r>
                      <a:r>
                        <a:rPr kumimoji="1" lang="ko-KR" altLang="en-US" sz="700" b="0" i="0" u="none" strike="noStrike" kern="0" cap="none" spc="-100" normalizeH="0" baseline="0">
                          <a:ln>
                            <a:noFill/>
                          </a:ln>
                          <a:solidFill>
                            <a:schemeClr val="tx1"/>
                          </a:solidFill>
                          <a:effectLst/>
                          <a:latin typeface="+mj-ea"/>
                          <a:ea typeface="+mn-ea"/>
                          <a:cs typeface="+mn-cs"/>
                        </a:rPr>
                        <a:t>개발 </a:t>
                      </a:r>
                      <a:endParaRPr kumimoji="1" lang="en-US" altLang="ko-KR" sz="700" b="0" i="0" u="none" strike="noStrike" cap="none" normalizeH="0" baseline="0">
                        <a:ln>
                          <a:noFill/>
                        </a:ln>
                        <a:solidFill>
                          <a:srgbClr val="1C1C1C"/>
                        </a:solidFill>
                        <a:effectLst/>
                        <a:latin typeface="굴림" panose="020B0600000101010101" pitchFamily="50" charset="-127"/>
                        <a:ea typeface="굴림" panose="020B0600000101010101" pitchFamily="50" charset="-127"/>
                      </a:endParaRPr>
                    </a:p>
                  </a:txBody>
                  <a:tcPr marL="41707" marR="41707"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 name="제목 1"/>
          <p:cNvSpPr>
            <a:spLocks noGrp="1"/>
          </p:cNvSpPr>
          <p:nvPr>
            <p:ph type="title"/>
          </p:nvPr>
        </p:nvSpPr>
        <p:spPr>
          <a:xfrm>
            <a:off x="5638847" y="243766"/>
            <a:ext cx="3115613" cy="249358"/>
          </a:xfrm>
        </p:spPr>
        <p:txBody>
          <a:bodyPr>
            <a:normAutofit/>
          </a:bodyPr>
          <a:lstStyle>
            <a:lvl1pPr algn="ctr">
              <a:defRPr sz="693"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3" name="날짜 개체 틀 2"/>
          <p:cNvSpPr>
            <a:spLocks noGrp="1"/>
          </p:cNvSpPr>
          <p:nvPr>
            <p:ph type="dt" sz="half" idx="10"/>
          </p:nvPr>
        </p:nvSpPr>
        <p:spPr>
          <a:xfrm>
            <a:off x="9102098" y="287178"/>
            <a:ext cx="1348774" cy="162534"/>
          </a:xfrm>
        </p:spPr>
        <p:txBody>
          <a:bodyPr/>
          <a:lstStyle>
            <a:lvl1pPr algn="ctr">
              <a:defRPr sz="700" b="0" spc="-52" baseline="0"/>
            </a:lvl1pPr>
          </a:lstStyle>
          <a:p>
            <a:fld id="{504A1324-50B9-44BD-8597-643A09D10686}" type="datetime1">
              <a:rPr lang="ko-KR" altLang="en-US" smtClean="0"/>
              <a:pPr/>
              <a:t>2025-04-09</a:t>
            </a:fld>
            <a:endParaRPr lang="ko-KR" altLang="en-US"/>
          </a:p>
        </p:txBody>
      </p:sp>
      <p:sp>
        <p:nvSpPr>
          <p:cNvPr id="5" name="슬라이드 번호 개체 틀 4"/>
          <p:cNvSpPr>
            <a:spLocks noGrp="1"/>
          </p:cNvSpPr>
          <p:nvPr>
            <p:ph type="sldNum" sz="quarter" idx="12"/>
          </p:nvPr>
        </p:nvSpPr>
        <p:spPr>
          <a:xfrm>
            <a:off x="10715083" y="274419"/>
            <a:ext cx="1348774" cy="162535"/>
          </a:xfrm>
        </p:spPr>
        <p:txBody>
          <a:bodyPr/>
          <a:lstStyle>
            <a:lvl1pPr algn="ctr">
              <a:defRPr sz="700" b="0">
                <a:latin typeface="나눔고딕" pitchFamily="2" charset="-127"/>
                <a:ea typeface="나눔고딕" pitchFamily="2" charset="-127"/>
              </a:defRPr>
            </a:lvl1pPr>
          </a:lstStyle>
          <a:p>
            <a:fld id="{86895BC2-7856-472F-9654-3A892AB34D75}" type="slidenum">
              <a:rPr lang="ko-KR" altLang="en-US" smtClean="0"/>
              <a:pPr/>
              <a:t>‹#›</a:t>
            </a:fld>
            <a:endParaRPr lang="ko-KR" altLang="en-US"/>
          </a:p>
        </p:txBody>
      </p:sp>
      <p:sp>
        <p:nvSpPr>
          <p:cNvPr id="8" name="Rectangle 170"/>
          <p:cNvSpPr>
            <a:spLocks noChangeArrowheads="1"/>
          </p:cNvSpPr>
          <p:nvPr userDrawn="1"/>
        </p:nvSpPr>
        <p:spPr bwMode="auto">
          <a:xfrm>
            <a:off x="142675" y="556133"/>
            <a:ext cx="11921182" cy="6233267"/>
          </a:xfrm>
          <a:prstGeom prst="rect">
            <a:avLst/>
          </a:prstGeom>
          <a:solidFill>
            <a:srgbClr val="F7F7F7"/>
          </a:solid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3" name="텍스트 개체 틀 12">
            <a:extLst>
              <a:ext uri="{FF2B5EF4-FFF2-40B4-BE49-F238E27FC236}">
                <a16:creationId xmlns:a16="http://schemas.microsoft.com/office/drawing/2014/main" id="{35ACC371-0B56-CF39-9116-ED476C47B116}"/>
              </a:ext>
            </a:extLst>
          </p:cNvPr>
          <p:cNvSpPr>
            <a:spLocks noGrp="1"/>
          </p:cNvSpPr>
          <p:nvPr>
            <p:ph type="body" sz="quarter" idx="13" hasCustomPrompt="1"/>
          </p:nvPr>
        </p:nvSpPr>
        <p:spPr>
          <a:xfrm>
            <a:off x="2333123" y="281987"/>
            <a:ext cx="2854325" cy="211137"/>
          </a:xfrm>
        </p:spPr>
        <p:txBody>
          <a:bodyPr>
            <a:normAutofit/>
          </a:bodyPr>
          <a:lstStyle>
            <a:lvl1pPr marL="0" indent="0" algn="ctr">
              <a:buNone/>
              <a:defRPr sz="700">
                <a:latin typeface="나눔고딕" pitchFamily="2" charset="-127"/>
                <a:ea typeface="나눔고딕" pitchFamily="2" charset="-127"/>
              </a:defRPr>
            </a:lvl1pPr>
          </a:lstStyle>
          <a:p>
            <a:pPr lvl="0"/>
            <a:r>
              <a:rPr lang="en-US" altLang="ko-KR" dirty="0"/>
              <a:t>title</a:t>
            </a:r>
            <a:endParaRPr lang="ko-KR" altLang="en-US" dirty="0"/>
          </a:p>
        </p:txBody>
      </p:sp>
      <p:sp>
        <p:nvSpPr>
          <p:cNvPr id="7" name="텍스트 개체 틀 6">
            <a:extLst>
              <a:ext uri="{FF2B5EF4-FFF2-40B4-BE49-F238E27FC236}">
                <a16:creationId xmlns:a16="http://schemas.microsoft.com/office/drawing/2014/main" id="{FBCFBE44-8DBE-5261-3C66-244D00274B33}"/>
              </a:ext>
            </a:extLst>
          </p:cNvPr>
          <p:cNvSpPr>
            <a:spLocks noGrp="1"/>
          </p:cNvSpPr>
          <p:nvPr>
            <p:ph type="body" sz="quarter" idx="14"/>
          </p:nvPr>
        </p:nvSpPr>
        <p:spPr>
          <a:xfrm>
            <a:off x="246063" y="615950"/>
            <a:ext cx="5715000" cy="368788"/>
          </a:xfrm>
        </p:spPr>
        <p:txBody>
          <a:bodyPr>
            <a:normAutofit/>
          </a:bodyPr>
          <a:lstStyle>
            <a:lvl1pPr marL="285750" indent="-285750">
              <a:buSzPct val="120000"/>
              <a:buFont typeface="맑은 고딕" panose="020B0503020000020004" pitchFamily="50" charset="-127"/>
              <a:buChar char="┃"/>
              <a:defRPr sz="1400" b="1"/>
            </a:lvl1pPr>
            <a:lvl2pPr marL="457200" indent="0">
              <a:buNone/>
              <a:defRPr/>
            </a:lvl2pPr>
          </a:lstStyle>
          <a:p>
            <a:pPr lvl="0"/>
            <a:r>
              <a:rPr lang="ko-KR" altLang="en-US" dirty="0"/>
              <a:t>마스터 텍스트 스타일을 편집하려면 클릭</a:t>
            </a:r>
          </a:p>
        </p:txBody>
      </p:sp>
    </p:spTree>
    <p:extLst>
      <p:ext uri="{BB962C8B-B14F-4D97-AF65-F5344CB8AC3E}">
        <p14:creationId xmlns:p14="http://schemas.microsoft.com/office/powerpoint/2010/main" val="23246950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115_화면상단레이아웃_그레이">
    <p:spTree>
      <p:nvGrpSpPr>
        <p:cNvPr id="1" name=""/>
        <p:cNvGrpSpPr/>
        <p:nvPr/>
      </p:nvGrpSpPr>
      <p:grpSpPr>
        <a:xfrm>
          <a:off x="0" y="0"/>
          <a:ext cx="0" cy="0"/>
          <a:chOff x="0" y="0"/>
          <a:chExt cx="0" cy="0"/>
        </a:xfrm>
      </p:grpSpPr>
      <p:graphicFrame>
        <p:nvGraphicFramePr>
          <p:cNvPr id="4" name="Group 46">
            <a:extLst>
              <a:ext uri="{FF2B5EF4-FFF2-40B4-BE49-F238E27FC236}">
                <a16:creationId xmlns:a16="http://schemas.microsoft.com/office/drawing/2014/main" id="{295FF059-79A5-2F7C-0896-4F2681F7342D}"/>
              </a:ext>
            </a:extLst>
          </p:cNvPr>
          <p:cNvGraphicFramePr>
            <a:graphicFrameLocks noGrp="1"/>
          </p:cNvGraphicFramePr>
          <p:nvPr userDrawn="1">
            <p:extLst>
              <p:ext uri="{D42A27DB-BD31-4B8C-83A1-F6EECF244321}">
                <p14:modId xmlns:p14="http://schemas.microsoft.com/office/powerpoint/2010/main" val="2570884465"/>
              </p:ext>
            </p:extLst>
          </p:nvPr>
        </p:nvGraphicFramePr>
        <p:xfrm>
          <a:off x="135409" y="96078"/>
          <a:ext cx="11921181" cy="412669"/>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78551">
                  <a:extLst>
                    <a:ext uri="{9D8B030D-6E8A-4147-A177-3AD203B41FA5}">
                      <a16:colId xmlns:a16="http://schemas.microsoft.com/office/drawing/2014/main" val="20002"/>
                    </a:ext>
                  </a:extLst>
                </a:gridCol>
                <a:gridCol w="2297146">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작성자</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작성일</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ko-KR" altLang="en-US" sz="800" b="0" i="0" u="none" strike="noStrike" kern="1200" cap="none" normalizeH="0" baseline="0" dirty="0" err="1">
                          <a:ln>
                            <a:noFill/>
                          </a:ln>
                          <a:solidFill>
                            <a:srgbClr val="1C1C1C"/>
                          </a:solidFill>
                          <a:effectLst/>
                          <a:latin typeface="+mj-ea"/>
                          <a:ea typeface="+mn-ea"/>
                          <a:cs typeface="+mn-cs"/>
                        </a:rPr>
                        <a:t>든든하이</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 name="제목 1"/>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8" name="Rectangle 170"/>
          <p:cNvSpPr>
            <a:spLocks noChangeArrowheads="1"/>
          </p:cNvSpPr>
          <p:nvPr userDrawn="1"/>
        </p:nvSpPr>
        <p:spPr bwMode="auto">
          <a:xfrm>
            <a:off x="142675" y="556133"/>
            <a:ext cx="11921182" cy="6233267"/>
          </a:xfrm>
          <a:prstGeom prst="rect">
            <a:avLst/>
          </a:prstGeom>
          <a:solidFill>
            <a:srgbClr val="F7F7F7"/>
          </a:solid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3" name="텍스트 개체 틀 12">
            <a:extLst>
              <a:ext uri="{FF2B5EF4-FFF2-40B4-BE49-F238E27FC236}">
                <a16:creationId xmlns:a16="http://schemas.microsoft.com/office/drawing/2014/main" id="{35ACC371-0B56-CF39-9116-ED476C47B116}"/>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7" name="텍스트 개체 틀 6">
            <a:extLst>
              <a:ext uri="{FF2B5EF4-FFF2-40B4-BE49-F238E27FC236}">
                <a16:creationId xmlns:a16="http://schemas.microsoft.com/office/drawing/2014/main" id="{FBCFBE44-8DBE-5261-3C66-244D00274B33}"/>
              </a:ext>
            </a:extLst>
          </p:cNvPr>
          <p:cNvSpPr>
            <a:spLocks noGrp="1"/>
          </p:cNvSpPr>
          <p:nvPr>
            <p:ph type="body" sz="quarter" idx="14"/>
          </p:nvPr>
        </p:nvSpPr>
        <p:spPr>
          <a:xfrm>
            <a:off x="246063" y="615950"/>
            <a:ext cx="5715000" cy="368788"/>
          </a:xfrm>
        </p:spPr>
        <p:txBody>
          <a:bodyPr>
            <a:normAutofit/>
          </a:bodyPr>
          <a:lstStyle>
            <a:lvl1pPr marL="285750" indent="-285750">
              <a:buSzPct val="120000"/>
              <a:buFont typeface="맑은 고딕" panose="020B0503020000020004" pitchFamily="50" charset="-127"/>
              <a:buChar char="┃"/>
              <a:defRPr sz="1400" b="1"/>
            </a:lvl1pPr>
            <a:lvl2pPr marL="457200" indent="0">
              <a:buNone/>
              <a:defRPr/>
            </a:lvl2pPr>
          </a:lstStyle>
          <a:p>
            <a:pPr lvl="0"/>
            <a:r>
              <a:rPr lang="ko-KR" altLang="en-US" dirty="0"/>
              <a:t>마스터 텍스트 스타일을 편집하려면 클릭</a:t>
            </a:r>
          </a:p>
        </p:txBody>
      </p:sp>
      <p:sp>
        <p:nvSpPr>
          <p:cNvPr id="22" name="텍스트 개체 틀 21">
            <a:extLst>
              <a:ext uri="{FF2B5EF4-FFF2-40B4-BE49-F238E27FC236}">
                <a16:creationId xmlns:a16="http://schemas.microsoft.com/office/drawing/2014/main" id="{B9289445-4A17-91FD-F2C3-DB0315CC7C33}"/>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4" name="텍스트 개체 틀 23">
            <a:extLst>
              <a:ext uri="{FF2B5EF4-FFF2-40B4-BE49-F238E27FC236}">
                <a16:creationId xmlns:a16="http://schemas.microsoft.com/office/drawing/2014/main" id="{B170FA8D-9DD3-A0DF-0717-E5F4938BBAD8}"/>
              </a:ext>
            </a:extLst>
          </p:cNvPr>
          <p:cNvSpPr>
            <a:spLocks noGrp="1"/>
          </p:cNvSpPr>
          <p:nvPr>
            <p:ph type="body" sz="quarter" idx="16"/>
          </p:nvPr>
        </p:nvSpPr>
        <p:spPr>
          <a:xfrm>
            <a:off x="9567863" y="293688"/>
            <a:ext cx="1031875" cy="161925"/>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Tree>
    <p:extLst>
      <p:ext uri="{BB962C8B-B14F-4D97-AF65-F5344CB8AC3E}">
        <p14:creationId xmlns:p14="http://schemas.microsoft.com/office/powerpoint/2010/main" val="274283927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3_1115_화면디스크립션_화이트">
    <p:spTree>
      <p:nvGrpSpPr>
        <p:cNvPr id="1" name=""/>
        <p:cNvGrpSpPr/>
        <p:nvPr/>
      </p:nvGrpSpPr>
      <p:grpSpPr>
        <a:xfrm>
          <a:off x="0" y="0"/>
          <a:ext cx="0" cy="0"/>
          <a:chOff x="0" y="0"/>
          <a:chExt cx="0" cy="0"/>
        </a:xfrm>
      </p:grpSpPr>
      <p:sp>
        <p:nvSpPr>
          <p:cNvPr id="8" name="Rectangle 170"/>
          <p:cNvSpPr>
            <a:spLocks noChangeArrowheads="1"/>
          </p:cNvSpPr>
          <p:nvPr userDrawn="1"/>
        </p:nvSpPr>
        <p:spPr bwMode="auto">
          <a:xfrm>
            <a:off x="142675" y="556133"/>
            <a:ext cx="9812779"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dirty="0">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10016010" y="563940"/>
            <a:ext cx="2025706"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dirty="0">
                <a:solidFill>
                  <a:srgbClr val="262626"/>
                </a:solidFill>
                <a:latin typeface="Arial" pitchFamily="34" charset="0"/>
                <a:ea typeface="나눔고딕" pitchFamily="50" charset="-127"/>
                <a:cs typeface="Arial" pitchFamily="34" charset="0"/>
              </a:rPr>
              <a:t>Description</a:t>
            </a:r>
            <a:endParaRPr kumimoji="0" lang="en-GB" altLang="ko-KR" sz="779" dirty="0">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10016011" y="561378"/>
            <a:ext cx="202570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dirty="0">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dirty="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dirty="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graphicFrame>
        <p:nvGraphicFramePr>
          <p:cNvPr id="17" name="Group 46">
            <a:extLst>
              <a:ext uri="{FF2B5EF4-FFF2-40B4-BE49-F238E27FC236}">
                <a16:creationId xmlns:a16="http://schemas.microsoft.com/office/drawing/2014/main" id="{64E55E83-9028-4647-AF2C-9CC20A730148}"/>
              </a:ext>
            </a:extLst>
          </p:cNvPr>
          <p:cNvGraphicFramePr>
            <a:graphicFrameLocks noGrp="1"/>
          </p:cNvGraphicFramePr>
          <p:nvPr userDrawn="1">
            <p:extLst>
              <p:ext uri="{D42A27DB-BD31-4B8C-83A1-F6EECF244321}">
                <p14:modId xmlns:p14="http://schemas.microsoft.com/office/powerpoint/2010/main" val="396736159"/>
              </p:ext>
            </p:extLst>
          </p:nvPr>
        </p:nvGraphicFramePr>
        <p:xfrm>
          <a:off x="135409" y="96078"/>
          <a:ext cx="11921181" cy="412669"/>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78551">
                  <a:extLst>
                    <a:ext uri="{9D8B030D-6E8A-4147-A177-3AD203B41FA5}">
                      <a16:colId xmlns:a16="http://schemas.microsoft.com/office/drawing/2014/main" val="20002"/>
                    </a:ext>
                  </a:extLst>
                </a:gridCol>
                <a:gridCol w="2297146">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dirty="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dirty="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작성자</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작성일</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ko-KR" altLang="en-US" sz="800" b="0" i="0" u="none" strike="noStrike" kern="1200" cap="none" normalizeH="0" baseline="0">
                          <a:ln>
                            <a:noFill/>
                          </a:ln>
                          <a:solidFill>
                            <a:srgbClr val="1C1C1C"/>
                          </a:solidFill>
                          <a:effectLst/>
                          <a:latin typeface="+mj-ea"/>
                          <a:ea typeface="+mn-ea"/>
                          <a:cs typeface="+mn-cs"/>
                        </a:rPr>
                        <a:t>든든하이</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8" name="제목 1">
            <a:extLst>
              <a:ext uri="{FF2B5EF4-FFF2-40B4-BE49-F238E27FC236}">
                <a16:creationId xmlns:a16="http://schemas.microsoft.com/office/drawing/2014/main" id="{CE5768AC-C18E-FC6F-E0E2-0CF5CF58DC4B}"/>
              </a:ext>
            </a:extLst>
          </p:cNvPr>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19" name="텍스트 개체 틀 12">
            <a:extLst>
              <a:ext uri="{FF2B5EF4-FFF2-40B4-BE49-F238E27FC236}">
                <a16:creationId xmlns:a16="http://schemas.microsoft.com/office/drawing/2014/main" id="{AC8DB026-0A8F-26B7-747B-CD22BF2015BD}"/>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20" name="텍스트 개체 틀 21">
            <a:extLst>
              <a:ext uri="{FF2B5EF4-FFF2-40B4-BE49-F238E27FC236}">
                <a16:creationId xmlns:a16="http://schemas.microsoft.com/office/drawing/2014/main" id="{D922F5B2-B4D7-4852-734C-1C777B135B8D}"/>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1" name="텍스트 개체 틀 23">
            <a:extLst>
              <a:ext uri="{FF2B5EF4-FFF2-40B4-BE49-F238E27FC236}">
                <a16:creationId xmlns:a16="http://schemas.microsoft.com/office/drawing/2014/main" id="{79C3F405-072F-270A-10B9-CA7CDA8CB379}"/>
              </a:ext>
            </a:extLst>
          </p:cNvPr>
          <p:cNvSpPr>
            <a:spLocks noGrp="1"/>
          </p:cNvSpPr>
          <p:nvPr>
            <p:ph type="body" sz="quarter" idx="16"/>
          </p:nvPr>
        </p:nvSpPr>
        <p:spPr>
          <a:xfrm>
            <a:off x="9567863" y="293688"/>
            <a:ext cx="1031875" cy="161925"/>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Tree>
    <p:extLst>
      <p:ext uri="{BB962C8B-B14F-4D97-AF65-F5344CB8AC3E}">
        <p14:creationId xmlns:p14="http://schemas.microsoft.com/office/powerpoint/2010/main" val="27110203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_1115_화면디스크립션_화이트">
    <p:spTree>
      <p:nvGrpSpPr>
        <p:cNvPr id="1" name=""/>
        <p:cNvGrpSpPr/>
        <p:nvPr/>
      </p:nvGrpSpPr>
      <p:grpSpPr>
        <a:xfrm>
          <a:off x="0" y="0"/>
          <a:ext cx="0" cy="0"/>
          <a:chOff x="0" y="0"/>
          <a:chExt cx="0" cy="0"/>
        </a:xfrm>
      </p:grpSpPr>
      <p:sp>
        <p:nvSpPr>
          <p:cNvPr id="8" name="Rectangle 170"/>
          <p:cNvSpPr>
            <a:spLocks noChangeArrowheads="1"/>
          </p:cNvSpPr>
          <p:nvPr userDrawn="1"/>
        </p:nvSpPr>
        <p:spPr bwMode="auto">
          <a:xfrm>
            <a:off x="142675" y="556133"/>
            <a:ext cx="7994395"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dirty="0">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8275900" y="563939"/>
            <a:ext cx="3765816" cy="212237"/>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dirty="0">
                <a:solidFill>
                  <a:srgbClr val="262626"/>
                </a:solidFill>
                <a:latin typeface="Arial" pitchFamily="34" charset="0"/>
                <a:ea typeface="나눔고딕" pitchFamily="50" charset="-127"/>
                <a:cs typeface="Arial" pitchFamily="34" charset="0"/>
              </a:rPr>
              <a:t>Description</a:t>
            </a:r>
            <a:endParaRPr kumimoji="0" lang="en-GB" altLang="ko-KR" sz="779" dirty="0">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8275901" y="561378"/>
            <a:ext cx="376581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dirty="0">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dirty="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dirty="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graphicFrame>
        <p:nvGraphicFramePr>
          <p:cNvPr id="17" name="Group 46">
            <a:extLst>
              <a:ext uri="{FF2B5EF4-FFF2-40B4-BE49-F238E27FC236}">
                <a16:creationId xmlns:a16="http://schemas.microsoft.com/office/drawing/2014/main" id="{64E55E83-9028-4647-AF2C-9CC20A730148}"/>
              </a:ext>
            </a:extLst>
          </p:cNvPr>
          <p:cNvGraphicFramePr>
            <a:graphicFrameLocks noGrp="1"/>
          </p:cNvGraphicFramePr>
          <p:nvPr userDrawn="1">
            <p:extLst>
              <p:ext uri="{D42A27DB-BD31-4B8C-83A1-F6EECF244321}">
                <p14:modId xmlns:p14="http://schemas.microsoft.com/office/powerpoint/2010/main" val="1255058382"/>
              </p:ext>
            </p:extLst>
          </p:nvPr>
        </p:nvGraphicFramePr>
        <p:xfrm>
          <a:off x="135409" y="96077"/>
          <a:ext cx="11921181" cy="420993"/>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86145">
                  <a:extLst>
                    <a:ext uri="{9D8B030D-6E8A-4147-A177-3AD203B41FA5}">
                      <a16:colId xmlns:a16="http://schemas.microsoft.com/office/drawing/2014/main" val="20002"/>
                    </a:ext>
                  </a:extLst>
                </a:gridCol>
                <a:gridCol w="2289552">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79044">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dirty="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dirty="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작성자</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작성일</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41949">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ko-KR" altLang="en-US" sz="800" b="0" i="0" u="none" strike="noStrike" kern="1200" cap="none" normalizeH="0" baseline="0">
                          <a:ln>
                            <a:noFill/>
                          </a:ln>
                          <a:solidFill>
                            <a:srgbClr val="1C1C1C"/>
                          </a:solidFill>
                          <a:effectLst/>
                          <a:latin typeface="+mj-ea"/>
                          <a:ea typeface="+mn-ea"/>
                          <a:cs typeface="+mn-cs"/>
                        </a:rPr>
                        <a:t>든든하이</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8" name="제목 1">
            <a:extLst>
              <a:ext uri="{FF2B5EF4-FFF2-40B4-BE49-F238E27FC236}">
                <a16:creationId xmlns:a16="http://schemas.microsoft.com/office/drawing/2014/main" id="{CE5768AC-C18E-FC6F-E0E2-0CF5CF58DC4B}"/>
              </a:ext>
            </a:extLst>
          </p:cNvPr>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19" name="텍스트 개체 틀 12">
            <a:extLst>
              <a:ext uri="{FF2B5EF4-FFF2-40B4-BE49-F238E27FC236}">
                <a16:creationId xmlns:a16="http://schemas.microsoft.com/office/drawing/2014/main" id="{AC8DB026-0A8F-26B7-747B-CD22BF2015BD}"/>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20" name="텍스트 개체 틀 21">
            <a:extLst>
              <a:ext uri="{FF2B5EF4-FFF2-40B4-BE49-F238E27FC236}">
                <a16:creationId xmlns:a16="http://schemas.microsoft.com/office/drawing/2014/main" id="{D922F5B2-B4D7-4852-734C-1C777B135B8D}"/>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1" name="텍스트 개체 틀 23">
            <a:extLst>
              <a:ext uri="{FF2B5EF4-FFF2-40B4-BE49-F238E27FC236}">
                <a16:creationId xmlns:a16="http://schemas.microsoft.com/office/drawing/2014/main" id="{79C3F405-072F-270A-10B9-CA7CDA8CB379}"/>
              </a:ext>
            </a:extLst>
          </p:cNvPr>
          <p:cNvSpPr>
            <a:spLocks noGrp="1"/>
          </p:cNvSpPr>
          <p:nvPr>
            <p:ph type="body" sz="quarter" idx="16"/>
          </p:nvPr>
        </p:nvSpPr>
        <p:spPr>
          <a:xfrm>
            <a:off x="9567863" y="293688"/>
            <a:ext cx="1031875" cy="161925"/>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Tree>
    <p:extLst>
      <p:ext uri="{BB962C8B-B14F-4D97-AF65-F5344CB8AC3E}">
        <p14:creationId xmlns:p14="http://schemas.microsoft.com/office/powerpoint/2010/main" val="37609240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2_사용자 지정 레이아웃">
    <p:spTree>
      <p:nvGrpSpPr>
        <p:cNvPr id="1" name=""/>
        <p:cNvGrpSpPr/>
        <p:nvPr/>
      </p:nvGrpSpPr>
      <p:grpSpPr>
        <a:xfrm>
          <a:off x="0" y="0"/>
          <a:ext cx="0" cy="0"/>
          <a:chOff x="0" y="0"/>
          <a:chExt cx="0" cy="0"/>
        </a:xfrm>
      </p:grpSpPr>
      <p:sp>
        <p:nvSpPr>
          <p:cNvPr id="3" name="날짜 개체 틀 2"/>
          <p:cNvSpPr>
            <a:spLocks noGrp="1"/>
          </p:cNvSpPr>
          <p:nvPr>
            <p:ph type="dt" sz="half" idx="10"/>
          </p:nvPr>
        </p:nvSpPr>
        <p:spPr/>
        <p:txBody>
          <a:bodyPr/>
          <a:lstStyle/>
          <a:p>
            <a:fld id="{F5F14F84-101F-47FB-8969-AEADC03E37C5}" type="datetime1">
              <a:rPr lang="ko-KR" altLang="en-US" smtClean="0"/>
              <a:pPr/>
              <a:t>2025-04-09</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86895BC2-7856-472F-9654-3A892AB34D75}" type="slidenum">
              <a:rPr lang="ko-KR" altLang="en-US" smtClean="0"/>
              <a:pPr/>
              <a:t>‹#›</a:t>
            </a:fld>
            <a:endParaRPr lang="ko-KR" altLang="en-US"/>
          </a:p>
        </p:txBody>
      </p:sp>
      <p:sp>
        <p:nvSpPr>
          <p:cNvPr id="6" name="직사각형 5"/>
          <p:cNvSpPr/>
          <p:nvPr userDrawn="1"/>
        </p:nvSpPr>
        <p:spPr bwMode="auto">
          <a:xfrm>
            <a:off x="1" y="1932851"/>
            <a:ext cx="12191999" cy="1558316"/>
          </a:xfrm>
          <a:prstGeom prst="rect">
            <a:avLst/>
          </a:prstGeom>
          <a:solidFill>
            <a:schemeClr val="bg1">
              <a:lumMod val="95000"/>
            </a:schemeClr>
          </a:solidFill>
          <a:ln w="3175" algn="ctr">
            <a:noFill/>
            <a:prstDash val="solid"/>
            <a:round/>
            <a:headEnd/>
            <a:tailEnd/>
          </a:ln>
        </p:spPr>
        <p:txBody>
          <a:bodyPr rtlCol="0" anchor="ctr"/>
          <a:lstStyle/>
          <a:p>
            <a:pPr algn="ctr" defTabSz="871333"/>
            <a:endParaRPr lang="ko-KR" altLang="en-US" sz="693" dirty="0">
              <a:latin typeface="돋움" pitchFamily="50" charset="-127"/>
              <a:ea typeface="돋움" pitchFamily="50" charset="-127"/>
            </a:endParaRPr>
          </a:p>
        </p:txBody>
      </p:sp>
      <p:sp>
        <p:nvSpPr>
          <p:cNvPr id="2" name="제목 1"/>
          <p:cNvSpPr>
            <a:spLocks noGrp="1"/>
          </p:cNvSpPr>
          <p:nvPr>
            <p:ph type="title"/>
          </p:nvPr>
        </p:nvSpPr>
        <p:spPr>
          <a:xfrm>
            <a:off x="0" y="2119868"/>
            <a:ext cx="12192000" cy="1143000"/>
          </a:xfrm>
        </p:spPr>
        <p:txBody>
          <a:bodyPr>
            <a:normAutofit/>
          </a:bodyPr>
          <a:lstStyle>
            <a:lvl1pPr>
              <a:defRPr sz="2770" spc="-52" baseline="0">
                <a:latin typeface="HY헤드라인M" pitchFamily="18" charset="-127"/>
                <a:ea typeface="HY헤드라인M" pitchFamily="18" charset="-127"/>
              </a:defRPr>
            </a:lvl1pPr>
          </a:lstStyle>
          <a:p>
            <a:r>
              <a:rPr lang="ko-KR" altLang="en-US" dirty="0"/>
              <a:t>마스터 제목 스타일 편집</a:t>
            </a:r>
          </a:p>
        </p:txBody>
      </p:sp>
    </p:spTree>
    <p:extLst>
      <p:ext uri="{BB962C8B-B14F-4D97-AF65-F5344CB8AC3E}">
        <p14:creationId xmlns:p14="http://schemas.microsoft.com/office/powerpoint/2010/main" val="260793925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E1DB526-052B-CA1A-651E-3F0747B1DC5F}"/>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86CB4A95-08B0-7B87-46C1-57C9589290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BE95820A-F30E-5702-A6C9-3411B707961B}"/>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986BF04A-F655-DA02-B0B2-5D9D318C9D81}"/>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EEF5E68E-968A-D0D7-9FC3-42C934A14DC4}"/>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220258702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71286EC-D967-2096-9573-432579E40897}"/>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DB5FF012-3CB9-C30E-37A0-250B852F12CE}"/>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8AFCBDDA-A257-4175-635C-96ACEB26354F}"/>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B08024E4-E827-A6CA-BB7B-7C5BF1D43C88}"/>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8386A8B-CC25-D4E3-3048-54B218EFACDD}"/>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171634917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55DA16A-0594-9F3E-ADE3-235ED4267932}"/>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5683ED78-CD9A-43CC-D577-89BEA74250E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779A7F2D-1D7A-32DF-A140-8083FB6F4679}"/>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2E00E511-C763-AF7F-109B-764E1E1B3539}"/>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FD6F652-2466-C44D-2230-116AB8061B1C}"/>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9182562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6143EAF-8228-A12E-38CE-4D0C74B23F9F}"/>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DFC2E77E-E6B9-F260-C840-677A520F6832}"/>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183BA875-A334-4AE9-10B4-AC431F95DBD4}"/>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ADC9E1FE-D298-6C02-B5BE-7555568592AD}"/>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250B6A96-7C5E-459D-F346-E71C3AF8EA58}"/>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5FE59361-7FFC-9CC2-9DB7-F44D7C239FE3}"/>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82813566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04A8413-9B5B-4E66-968F-CB569105D42D}"/>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A79A015B-99CE-7B8F-D4FE-E66AE787E3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2DAAF45E-9A36-93A1-79C7-5C2C32BBAC4D}"/>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D5232659-803F-723C-1AC2-388FF3F7807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5A84CE10-FC95-C438-3D8C-0975FDBD7404}"/>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6BADC5D9-49C4-2FC2-E077-E941342B7F42}"/>
              </a:ext>
            </a:extLst>
          </p:cNvPr>
          <p:cNvSpPr>
            <a:spLocks noGrp="1"/>
          </p:cNvSpPr>
          <p:nvPr>
            <p:ph type="dt" sz="half" idx="10"/>
          </p:nvPr>
        </p:nvSpPr>
        <p:spPr/>
        <p:txBody>
          <a:bodyPr/>
          <a:lstStyle/>
          <a:p>
            <a:endParaRPr lang="ko-KR" altLang="en-US"/>
          </a:p>
        </p:txBody>
      </p:sp>
      <p:sp>
        <p:nvSpPr>
          <p:cNvPr id="8" name="바닥글 개체 틀 7">
            <a:extLst>
              <a:ext uri="{FF2B5EF4-FFF2-40B4-BE49-F238E27FC236}">
                <a16:creationId xmlns:a16="http://schemas.microsoft.com/office/drawing/2014/main" id="{E3195473-B206-3D26-6318-49A351E36731}"/>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6153C9A3-163F-DF8A-3C7B-F379507EB063}"/>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0149172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4CF7D4A-C2A9-BE73-7FA1-9F4B513154DB}"/>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C1FD6F8E-D7AB-0659-8228-DDAE1247F4B5}"/>
              </a:ext>
            </a:extLst>
          </p:cNvPr>
          <p:cNvSpPr>
            <a:spLocks noGrp="1"/>
          </p:cNvSpPr>
          <p:nvPr>
            <p:ph type="dt" sz="half" idx="10"/>
          </p:nvPr>
        </p:nvSpPr>
        <p:spPr/>
        <p:txBody>
          <a:bodyPr/>
          <a:lstStyle/>
          <a:p>
            <a:endParaRPr lang="ko-KR" altLang="en-US"/>
          </a:p>
        </p:txBody>
      </p:sp>
      <p:sp>
        <p:nvSpPr>
          <p:cNvPr id="4" name="바닥글 개체 틀 3">
            <a:extLst>
              <a:ext uri="{FF2B5EF4-FFF2-40B4-BE49-F238E27FC236}">
                <a16:creationId xmlns:a16="http://schemas.microsoft.com/office/drawing/2014/main" id="{6A68D9B3-9881-12DC-8725-0313E908912B}"/>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43A3DFA8-3DDF-FF18-7D7B-CC361D63F246}"/>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5627932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6EF0055A-55FC-D597-AE8B-6CCF03D73286}"/>
              </a:ext>
            </a:extLst>
          </p:cNvPr>
          <p:cNvSpPr>
            <a:spLocks noGrp="1"/>
          </p:cNvSpPr>
          <p:nvPr>
            <p:ph type="dt" sz="half" idx="10"/>
          </p:nvPr>
        </p:nvSpPr>
        <p:spPr/>
        <p:txBody>
          <a:bodyPr/>
          <a:lstStyle/>
          <a:p>
            <a:endParaRPr lang="ko-KR" altLang="en-US"/>
          </a:p>
        </p:txBody>
      </p:sp>
      <p:sp>
        <p:nvSpPr>
          <p:cNvPr id="3" name="바닥글 개체 틀 2">
            <a:extLst>
              <a:ext uri="{FF2B5EF4-FFF2-40B4-BE49-F238E27FC236}">
                <a16:creationId xmlns:a16="http://schemas.microsoft.com/office/drawing/2014/main" id="{D0FCA65A-8A75-9970-E7BA-0C1D804ECDF0}"/>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23C8D0E6-AB24-7C5F-17D8-9E333BA347F9}"/>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4861872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DE8AC2F-027F-1E3A-6B54-EC6F1167E2EF}"/>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C83DD431-1793-6DCA-E22B-86E09B3453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BE13F23F-91DE-D28F-7BE3-FF9E8334BF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F0CA9E10-6054-BD62-B71D-098DA3BEF4CD}"/>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29694A7A-8F09-640A-0676-A32E6A5FA725}"/>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484F85C3-CD2F-5A1C-8064-1CA26D17E31D}"/>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422736472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39A27E2-AD27-DBAC-135C-9E828C65688E}"/>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C70E6E69-E045-A30D-EC85-AF05DA412B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690E9F16-033A-7258-4674-18EB40F429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3D20819E-0FAC-AF76-E598-112661B1FAE6}"/>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8160C980-B1CD-3382-D9AA-AA91738A644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060038FC-7C65-DDB3-3639-F6359FEEA974}"/>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59758208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219E130-A10B-E17E-2728-23EA05134399}"/>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F4226912-145D-22EE-D550-0515F3991432}"/>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CBE4A1E3-4484-B25A-3684-76847D1B036E}"/>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CF588227-8E8F-D14F-A605-52071076986F}"/>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BA13DEC-C0C1-DF58-FF0F-1B7F67D007D5}"/>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423089179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A4E17FB3-2C82-5B1E-B6D5-A6545C091DDF}"/>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069DC27B-0C23-F59A-E5E1-0CC0D3B4B977}"/>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CED1C7C7-9116-DE5C-F62D-CE593D3A78D6}"/>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20B7DBBB-3532-9E48-3217-24DB491B2CA3}"/>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CCC5B2A3-B4D7-8DC7-7D71-B81D6495E0C7}"/>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1921028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theme" Target="../theme/theme2.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F0DFACE7-1878-A978-96A0-017483365A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6BCD7EB2-B428-7CB7-A577-0598E532ED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6D5512D6-9864-048D-ACEF-FA3D2ACB96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ko-KR" altLang="en-US"/>
          </a:p>
        </p:txBody>
      </p:sp>
      <p:sp>
        <p:nvSpPr>
          <p:cNvPr id="5" name="바닥글 개체 틀 4">
            <a:extLst>
              <a:ext uri="{FF2B5EF4-FFF2-40B4-BE49-F238E27FC236}">
                <a16:creationId xmlns:a16="http://schemas.microsoft.com/office/drawing/2014/main" id="{ABCC5FAE-E766-00C7-3FC8-59EC53EFB2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8C38E936-3AFD-ACDE-8391-B15E97975B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2559331267"/>
      </p:ext>
    </p:extLst>
  </p:cSld>
  <p:clrMap bg1="lt1" tx1="dk1" bg2="lt2" tx2="dk2" accent1="accent1" accent2="accent2" accent3="accent3" accent4="accent4" accent5="accent5" accent6="accent6" hlink="hlink" folHlink="folHlink"/>
  <p:sldLayoutIdLst>
    <p:sldLayoutId id="2147483672" r:id="rId1"/>
    <p:sldLayoutId id="2147483675" r:id="rId2"/>
    <p:sldLayoutId id="2147483676" r:id="rId3"/>
    <p:sldLayoutId id="2147483678" r:id="rId4"/>
    <p:sldLayoutId id="2147483649" r:id="rId5"/>
    <p:sldLayoutId id="214748365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 id="2147483674" r:id="rId16"/>
    <p:sldLayoutId id="2147483681" r:id="rId17"/>
    <p:sldLayoutId id="2147483684" r:id="rId18"/>
    <p:sldLayoutId id="2147483686" r:id="rId19"/>
    <p:sldLayoutId id="2147483685" r:id="rId20"/>
    <p:sldLayoutId id="2147483682" r:id="rId21"/>
    <p:sldLayoutId id="2147483683" r:id="rId22"/>
    <p:sldLayoutId id="2147483687" r:id="rId23"/>
    <p:sldLayoutId id="2147483690" r:id="rId24"/>
    <p:sldLayoutId id="2147483689" r:id="rId25"/>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FF1214EF-932F-C63F-A1CF-0BA9820320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C95E1B0A-E79E-AA59-A569-8D9F4CB5CD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6118CAF7-B323-4D5B-5796-9E1DD35DA4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ko-KR" altLang="en-US"/>
          </a:p>
        </p:txBody>
      </p:sp>
      <p:sp>
        <p:nvSpPr>
          <p:cNvPr id="5" name="바닥글 개체 틀 4">
            <a:extLst>
              <a:ext uri="{FF2B5EF4-FFF2-40B4-BE49-F238E27FC236}">
                <a16:creationId xmlns:a16="http://schemas.microsoft.com/office/drawing/2014/main" id="{8C5439D7-020C-FA22-2AC9-711797D100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B8CC3FF0-6586-5483-0FB8-F5D6506E50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6725363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4.xml"/><Relationship Id="rId4" Type="http://schemas.openxmlformats.org/officeDocument/2006/relationships/image" Target="../media/image13.svg"/></Relationships>
</file>

<file path=ppt/slides/_rels/slide7.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slide" Target="slide10.xml"/><Relationship Id="rId1" Type="http://schemas.openxmlformats.org/officeDocument/2006/relationships/slideLayout" Target="../slideLayouts/slideLayout24.xml"/><Relationship Id="rId5" Type="http://schemas.openxmlformats.org/officeDocument/2006/relationships/image" Target="../media/image15.png"/><Relationship Id="rId4" Type="http://schemas.openxmlformats.org/officeDocument/2006/relationships/slide" Target="slide12.xml"/></Relationships>
</file>

<file path=ppt/slides/_rels/slide10.xml.rels><?xml version="1.0" encoding="UTF-8" standalone="yes"?>
<Relationships xmlns="http://schemas.openxmlformats.org/package/2006/relationships"><Relationship Id="rId3" Type="http://schemas.openxmlformats.org/officeDocument/2006/relationships/slide" Target="slide12.xml"/><Relationship Id="rId2" Type="http://schemas.openxmlformats.org/officeDocument/2006/relationships/image" Target="../media/image16.png"/><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그림 25">
            <a:extLst>
              <a:ext uri="{FF2B5EF4-FFF2-40B4-BE49-F238E27FC236}">
                <a16:creationId xmlns:a16="http://schemas.microsoft.com/office/drawing/2014/main" id="{AE8E65BA-F854-71A7-686E-D196862C13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04104" y="1449653"/>
            <a:ext cx="2446712" cy="4860000"/>
          </a:xfrm>
          <a:prstGeom prst="rect">
            <a:avLst/>
          </a:prstGeom>
          <a:ln>
            <a:solidFill>
              <a:schemeClr val="tx1"/>
            </a:solidFill>
          </a:ln>
        </p:spPr>
      </p:pic>
      <p:sp>
        <p:nvSpPr>
          <p:cNvPr id="3" name="제목 2">
            <a:extLst>
              <a:ext uri="{FF2B5EF4-FFF2-40B4-BE49-F238E27FC236}">
                <a16:creationId xmlns:a16="http://schemas.microsoft.com/office/drawing/2014/main" id="{A7FE2A37-A5F2-8010-2A01-84154BC19A2B}"/>
              </a:ext>
            </a:extLst>
          </p:cNvPr>
          <p:cNvSpPr>
            <a:spLocks noGrp="1"/>
          </p:cNvSpPr>
          <p:nvPr>
            <p:ph type="title"/>
          </p:nvPr>
        </p:nvSpPr>
        <p:spPr/>
        <p:txBody>
          <a:bodyPr/>
          <a:lstStyle/>
          <a:p>
            <a:endParaRPr lang="ko-KR" altLang="en-US"/>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a:xfrm>
            <a:off x="3844424" y="294364"/>
            <a:ext cx="2854325" cy="150813"/>
          </a:xfrm>
        </p:spPr>
        <p:txBody>
          <a:bodyPr/>
          <a:lstStyle/>
          <a:p>
            <a:r>
              <a:rPr lang="ko-KR" altLang="en-US" sz="1000"/>
              <a:t>근처 찾기</a:t>
            </a:r>
            <a:endParaRPr lang="ko-KR" altLang="en-US" sz="1000" dirty="0"/>
          </a:p>
        </p:txBody>
      </p:sp>
      <p:sp>
        <p:nvSpPr>
          <p:cNvPr id="10" name="텍스트 개체 틀 9">
            <a:extLst>
              <a:ext uri="{FF2B5EF4-FFF2-40B4-BE49-F238E27FC236}">
                <a16:creationId xmlns:a16="http://schemas.microsoft.com/office/drawing/2014/main" id="{626C422E-9948-9D4D-310C-0DF61E8A00ED}"/>
              </a:ext>
            </a:extLst>
          </p:cNvPr>
          <p:cNvSpPr>
            <a:spLocks noGrp="1"/>
          </p:cNvSpPr>
          <p:nvPr>
            <p:ph type="body" sz="quarter" idx="15"/>
          </p:nvPr>
        </p:nvSpPr>
        <p:spPr/>
        <p:txBody>
          <a:bodyPr/>
          <a:lstStyle/>
          <a:p>
            <a:r>
              <a:rPr lang="ko-KR" altLang="en-US" dirty="0" err="1"/>
              <a:t>기입요망</a:t>
            </a:r>
            <a:endParaRPr lang="ko-KR" altLang="en-US" dirty="0"/>
          </a:p>
        </p:txBody>
      </p:sp>
      <p:sp>
        <p:nvSpPr>
          <p:cNvPr id="4" name="텍스트 개체 틀 3">
            <a:extLst>
              <a:ext uri="{FF2B5EF4-FFF2-40B4-BE49-F238E27FC236}">
                <a16:creationId xmlns:a16="http://schemas.microsoft.com/office/drawing/2014/main" id="{CB241259-D235-6E73-E424-933C3F58CDA7}"/>
              </a:ext>
            </a:extLst>
          </p:cNvPr>
          <p:cNvSpPr>
            <a:spLocks noGrp="1"/>
          </p:cNvSpPr>
          <p:nvPr>
            <p:ph type="body" sz="quarter" idx="16"/>
          </p:nvPr>
        </p:nvSpPr>
        <p:spPr/>
        <p:txBody>
          <a:bodyPr/>
          <a:lstStyle/>
          <a:p>
            <a:endParaRPr lang="ko-KR" altLang="en-US"/>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extLst>
              <p:ext uri="{D42A27DB-BD31-4B8C-83A1-F6EECF244321}">
                <p14:modId xmlns:p14="http://schemas.microsoft.com/office/powerpoint/2010/main" val="2110297279"/>
              </p:ext>
            </p:extLst>
          </p:nvPr>
        </p:nvGraphicFramePr>
        <p:xfrm>
          <a:off x="8275899" y="755897"/>
          <a:ext cx="3761966" cy="1651637"/>
        </p:xfrm>
        <a:graphic>
          <a:graphicData uri="http://schemas.openxmlformats.org/drawingml/2006/table">
            <a:tbl>
              <a:tblPr firstRow="1" bandRow="1">
                <a:tableStyleId>{5C22544A-7EE6-4342-B048-85BDC9FD1C3A}</a:tableStyleId>
              </a:tblPr>
              <a:tblGrid>
                <a:gridCol w="472126">
                  <a:extLst>
                    <a:ext uri="{9D8B030D-6E8A-4147-A177-3AD203B41FA5}">
                      <a16:colId xmlns:a16="http://schemas.microsoft.com/office/drawing/2014/main" val="3530039664"/>
                    </a:ext>
                  </a:extLst>
                </a:gridCol>
                <a:gridCol w="3289840">
                  <a:extLst>
                    <a:ext uri="{9D8B030D-6E8A-4147-A177-3AD203B41FA5}">
                      <a16:colId xmlns:a16="http://schemas.microsoft.com/office/drawing/2014/main" val="2911310704"/>
                    </a:ext>
                  </a:extLst>
                </a:gridCol>
              </a:tblGrid>
              <a:tr h="539986">
                <a:tc>
                  <a:txBody>
                    <a:bodyPr/>
                    <a:lstStyle/>
                    <a:p>
                      <a:pPr algn="ctr" latinLnBrk="1">
                        <a:lnSpc>
                          <a:spcPct val="150000"/>
                        </a:lnSpc>
                      </a:pPr>
                      <a:r>
                        <a:rPr lang="en-US" altLang="ko-KR" sz="10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50000"/>
                        </a:lnSpc>
                        <a:buFont typeface="Arial" panose="020B0604020202020204" pitchFamily="34" charset="0"/>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근처 찾기의 첫 페이지</a:t>
                      </a:r>
                      <a:endParaRPr kumimoji="0" lang="en-US" altLang="ko-KR" sz="10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707392">
                <a:tc>
                  <a:txBody>
                    <a:bodyPr/>
                    <a:lstStyle/>
                    <a:p>
                      <a:pPr algn="ctr" latinLnBrk="1">
                        <a:lnSpc>
                          <a:spcPct val="150000"/>
                        </a:lnSpc>
                      </a:pPr>
                      <a:r>
                        <a:rPr lang="en-US" altLang="ko-KR" sz="10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Tx/>
                        <a:buNone/>
                        <a:tabLst/>
                        <a:defRPr/>
                      </a:pPr>
                      <a:r>
                        <a:rPr lang="ko-KR" altLang="en-US" sz="1000" b="0" spc="0" baseline="0">
                          <a:solidFill>
                            <a:schemeClr val="tx1"/>
                          </a:solidFill>
                          <a:latin typeface="나눔고딕" panose="020D0604000000000000" pitchFamily="50" charset="-127"/>
                          <a:ea typeface="나눔고딕" panose="020D0604000000000000" pitchFamily="50" charset="-127"/>
                        </a:rPr>
                        <a:t>장소를 </a:t>
                      </a:r>
                      <a:r>
                        <a:rPr lang="en-US" altLang="ko-KR" sz="1000" b="0" spc="0" baseline="0">
                          <a:solidFill>
                            <a:schemeClr val="tx1"/>
                          </a:solidFill>
                          <a:latin typeface="나눔고딕" panose="020D0604000000000000" pitchFamily="50" charset="-127"/>
                          <a:ea typeface="나눔고딕" panose="020D0604000000000000" pitchFamily="50" charset="-127"/>
                        </a:rPr>
                        <a:t>3</a:t>
                      </a:r>
                      <a:r>
                        <a:rPr lang="ko-KR" altLang="en-US" sz="1000" b="0" spc="0" baseline="0">
                          <a:solidFill>
                            <a:schemeClr val="tx1"/>
                          </a:solidFill>
                          <a:latin typeface="나눔고딕" panose="020D0604000000000000" pitchFamily="50" charset="-127"/>
                          <a:ea typeface="나눔고딕" panose="020D0604000000000000" pitchFamily="50" charset="-127"/>
                        </a:rPr>
                        <a:t>가지 항목으로 분류한다</a:t>
                      </a:r>
                      <a:r>
                        <a:rPr lang="en-US" altLang="ko-KR" sz="1000" b="0" spc="0" baseline="0">
                          <a:solidFill>
                            <a:schemeClr val="tx1"/>
                          </a:solidFill>
                          <a:latin typeface="나눔고딕" panose="020D0604000000000000" pitchFamily="50" charset="-127"/>
                          <a:ea typeface="나눔고딕" panose="020D0604000000000000" pitchFamily="50" charset="-127"/>
                        </a:rPr>
                        <a:t>. </a:t>
                      </a:r>
                      <a:r>
                        <a:rPr lang="en-US" altLang="ko-KR" sz="1000">
                          <a:latin typeface="나눔고딕" panose="020D0604000000000000" pitchFamily="50" charset="-127"/>
                          <a:ea typeface="나눔고딕" panose="020D0604000000000000" pitchFamily="50" charset="-127"/>
                        </a:rPr>
                        <a:t>FloatingActionButton</a:t>
                      </a:r>
                      <a:endParaRPr lang="en-US" altLang="ko-KR" sz="1000" b="0" spc="0" baseline="0">
                        <a:solidFill>
                          <a:schemeClr val="tx1"/>
                        </a:solidFill>
                        <a:latin typeface="나눔고딕" panose="020D0604000000000000" pitchFamily="50" charset="-127"/>
                        <a:ea typeface="나눔고딕" panose="020D0604000000000000" pitchFamily="50" charset="-127"/>
                      </a:endParaRPr>
                    </a:p>
                    <a:p>
                      <a:pPr>
                        <a:lnSpc>
                          <a:spcPct val="150000"/>
                        </a:lnSpc>
                      </a:pPr>
                      <a:r>
                        <a:rPr lang="en-US" altLang="ko-KR" sz="800" b="0" spc="0" baseline="0">
                          <a:solidFill>
                            <a:schemeClr val="tx1"/>
                          </a:solidFill>
                          <a:latin typeface="나눔고딕" panose="020D0604000000000000" pitchFamily="50" charset="-127"/>
                          <a:ea typeface="나눔고딕" panose="020D0604000000000000" pitchFamily="50" charset="-127"/>
                        </a:rPr>
                        <a:t> - </a:t>
                      </a:r>
                      <a:r>
                        <a:rPr lang="ko-KR" altLang="en-US" sz="800" b="0" spc="0" baseline="0">
                          <a:solidFill>
                            <a:schemeClr val="tx1"/>
                          </a:solidFill>
                          <a:latin typeface="나눔고딕" panose="020D0604000000000000" pitchFamily="50" charset="-127"/>
                          <a:ea typeface="나눔고딕" panose="020D0604000000000000" pitchFamily="50" charset="-127"/>
                        </a:rPr>
                        <a:t>병원</a:t>
                      </a:r>
                      <a:r>
                        <a:rPr lang="en-US" altLang="ko-KR" sz="800" b="0" spc="0" baseline="0">
                          <a:solidFill>
                            <a:schemeClr val="tx1"/>
                          </a:solidFill>
                          <a:latin typeface="나눔고딕" panose="020D0604000000000000" pitchFamily="50" charset="-127"/>
                          <a:ea typeface="나눔고딕" panose="020D0604000000000000" pitchFamily="50" charset="-127"/>
                        </a:rPr>
                        <a:t>, </a:t>
                      </a:r>
                      <a:r>
                        <a:rPr lang="ko-KR" altLang="en-US" sz="800" b="0" spc="0" baseline="0">
                          <a:solidFill>
                            <a:schemeClr val="tx1"/>
                          </a:solidFill>
                          <a:latin typeface="나눔고딕" panose="020D0604000000000000" pitchFamily="50" charset="-127"/>
                          <a:ea typeface="나눔고딕" panose="020D0604000000000000" pitchFamily="50" charset="-127"/>
                        </a:rPr>
                        <a:t>경로당</a:t>
                      </a:r>
                      <a:r>
                        <a:rPr lang="en-US" altLang="ko-KR" sz="800" b="0" spc="0" baseline="0">
                          <a:solidFill>
                            <a:schemeClr val="tx1"/>
                          </a:solidFill>
                          <a:latin typeface="나눔고딕" panose="020D0604000000000000" pitchFamily="50" charset="-127"/>
                          <a:ea typeface="나눔고딕" panose="020D0604000000000000" pitchFamily="50" charset="-127"/>
                        </a:rPr>
                        <a:t>, </a:t>
                      </a:r>
                      <a:r>
                        <a:rPr lang="ko-KR" altLang="en-US" sz="800" b="0" spc="0" baseline="0">
                          <a:solidFill>
                            <a:schemeClr val="tx1"/>
                          </a:solidFill>
                          <a:latin typeface="나눔고딕" panose="020D0604000000000000" pitchFamily="50" charset="-127"/>
                          <a:ea typeface="나눔고딕" panose="020D0604000000000000" pitchFamily="50" charset="-127"/>
                        </a:rPr>
                        <a:t>쉼터</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404259">
                <a:tc gridSpan="2">
                  <a:txBody>
                    <a:bodyPr/>
                    <a:lstStyle/>
                    <a:p>
                      <a:pPr algn="ctr" latinLnBrk="1"/>
                      <a:r>
                        <a:rPr lang="ko-KR" altLang="en-US" sz="10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35" name="왼쪽 중괄호 34">
            <a:extLst>
              <a:ext uri="{FF2B5EF4-FFF2-40B4-BE49-F238E27FC236}">
                <a16:creationId xmlns:a16="http://schemas.microsoft.com/office/drawing/2014/main" id="{E58AE4C6-6F33-FB6E-FC28-8923809B7252}"/>
              </a:ext>
            </a:extLst>
          </p:cNvPr>
          <p:cNvSpPr/>
          <p:nvPr/>
        </p:nvSpPr>
        <p:spPr>
          <a:xfrm rot="5400000">
            <a:off x="3867541" y="252603"/>
            <a:ext cx="268141" cy="2249326"/>
          </a:xfrm>
          <a:prstGeom prst="leftBrace">
            <a:avLst>
              <a:gd name="adj1" fmla="val 49697"/>
              <a:gd name="adj2" fmla="val 49097"/>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6" name="타원 15">
            <a:extLst>
              <a:ext uri="{FF2B5EF4-FFF2-40B4-BE49-F238E27FC236}">
                <a16:creationId xmlns:a16="http://schemas.microsoft.com/office/drawing/2014/main" id="{1BD7F0F3-6AB9-2E97-A1D9-E1740BAB0E77}"/>
              </a:ext>
            </a:extLst>
          </p:cNvPr>
          <p:cNvSpPr/>
          <p:nvPr/>
        </p:nvSpPr>
        <p:spPr>
          <a:xfrm>
            <a:off x="3921974" y="96927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2" name="Rectangle 1">
            <a:extLst>
              <a:ext uri="{FF2B5EF4-FFF2-40B4-BE49-F238E27FC236}">
                <a16:creationId xmlns:a16="http://schemas.microsoft.com/office/drawing/2014/main" id="{1881C8BB-3941-C390-1B41-08DE623C3A80}"/>
              </a:ext>
            </a:extLst>
          </p:cNvPr>
          <p:cNvSpPr>
            <a:spLocks noChangeArrowheads="1"/>
          </p:cNvSpPr>
          <p:nvPr/>
        </p:nvSpPr>
        <p:spPr bwMode="auto">
          <a:xfrm>
            <a:off x="4174590" y="918713"/>
            <a:ext cx="175768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a:t>FloatingActionButton</a:t>
            </a:r>
            <a:endParaRPr kumimoji="0" lang="ko-KR" altLang="ko-KR" sz="1200" b="0" i="0" u="none" strike="noStrike" cap="none" normalizeH="0" baseline="0">
              <a:ln>
                <a:noFill/>
              </a:ln>
              <a:solidFill>
                <a:schemeClr val="tx1"/>
              </a:solidFill>
              <a:effectLst/>
            </a:endParaRPr>
          </a:p>
        </p:txBody>
      </p:sp>
    </p:spTree>
    <p:extLst>
      <p:ext uri="{BB962C8B-B14F-4D97-AF65-F5344CB8AC3E}">
        <p14:creationId xmlns:p14="http://schemas.microsoft.com/office/powerpoint/2010/main" val="5602476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제목 5">
            <a:extLst>
              <a:ext uri="{FF2B5EF4-FFF2-40B4-BE49-F238E27FC236}">
                <a16:creationId xmlns:a16="http://schemas.microsoft.com/office/drawing/2014/main" id="{1DBC26B9-9116-73FD-5361-40342771D9C0}"/>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5469C861-4659-50FA-A60F-6798C767E4CE}"/>
              </a:ext>
            </a:extLst>
          </p:cNvPr>
          <p:cNvSpPr>
            <a:spLocks noGrp="1"/>
          </p:cNvSpPr>
          <p:nvPr>
            <p:ph type="body" sz="quarter" idx="13"/>
          </p:nvPr>
        </p:nvSpPr>
        <p:spPr>
          <a:xfrm>
            <a:off x="3844424" y="294364"/>
            <a:ext cx="2854325" cy="150813"/>
          </a:xfrm>
        </p:spPr>
        <p:txBody>
          <a:bodyPr/>
          <a:lstStyle/>
          <a:p>
            <a:r>
              <a:rPr lang="ko-KR" altLang="en-US" sz="1000"/>
              <a:t>근처 찾기 </a:t>
            </a:r>
            <a:r>
              <a:rPr lang="en-US" altLang="ko-KR" sz="1000"/>
              <a:t>- </a:t>
            </a:r>
            <a:r>
              <a:rPr lang="ko-KR" altLang="en-US" sz="1000"/>
              <a:t>병원 버튼 클릭</a:t>
            </a:r>
          </a:p>
        </p:txBody>
      </p:sp>
      <p:sp>
        <p:nvSpPr>
          <p:cNvPr id="11" name="텍스트 개체 틀 10">
            <a:extLst>
              <a:ext uri="{FF2B5EF4-FFF2-40B4-BE49-F238E27FC236}">
                <a16:creationId xmlns:a16="http://schemas.microsoft.com/office/drawing/2014/main" id="{3FC74AAD-A613-9B94-A9F7-2C3FE1C693EC}"/>
              </a:ext>
            </a:extLst>
          </p:cNvPr>
          <p:cNvSpPr>
            <a:spLocks noGrp="1"/>
          </p:cNvSpPr>
          <p:nvPr>
            <p:ph type="body" sz="quarter" idx="15"/>
          </p:nvPr>
        </p:nvSpPr>
        <p:spPr/>
        <p:txBody>
          <a:bodyPr/>
          <a:lstStyle/>
          <a:p>
            <a:endParaRPr lang="ko-KR" altLang="en-US"/>
          </a:p>
        </p:txBody>
      </p:sp>
      <p:sp>
        <p:nvSpPr>
          <p:cNvPr id="12" name="텍스트 개체 틀 11">
            <a:extLst>
              <a:ext uri="{FF2B5EF4-FFF2-40B4-BE49-F238E27FC236}">
                <a16:creationId xmlns:a16="http://schemas.microsoft.com/office/drawing/2014/main" id="{C5DACFF2-F2FC-9D39-3412-52BD3C4E37F1}"/>
              </a:ext>
            </a:extLst>
          </p:cNvPr>
          <p:cNvSpPr>
            <a:spLocks noGrp="1"/>
          </p:cNvSpPr>
          <p:nvPr>
            <p:ph type="body" sz="quarter" idx="16"/>
          </p:nvPr>
        </p:nvSpPr>
        <p:spPr/>
        <p:txBody>
          <a:bodyPr/>
          <a:lstStyle/>
          <a:p>
            <a:endParaRPr lang="ko-KR" altLang="en-US"/>
          </a:p>
        </p:txBody>
      </p:sp>
      <p:pic>
        <p:nvPicPr>
          <p:cNvPr id="7" name="그림 6">
            <a:extLst>
              <a:ext uri="{FF2B5EF4-FFF2-40B4-BE49-F238E27FC236}">
                <a16:creationId xmlns:a16="http://schemas.microsoft.com/office/drawing/2014/main" id="{5D1123D9-4CA4-D463-6151-13FB0FCDB0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07878" y="1436496"/>
            <a:ext cx="2446714" cy="4860000"/>
          </a:xfrm>
          <a:prstGeom prst="rect">
            <a:avLst/>
          </a:prstGeom>
          <a:ln>
            <a:solidFill>
              <a:schemeClr val="tx1"/>
            </a:solidFill>
          </a:ln>
        </p:spPr>
      </p:pic>
      <p:graphicFrame>
        <p:nvGraphicFramePr>
          <p:cNvPr id="8" name="표 7">
            <a:extLst>
              <a:ext uri="{FF2B5EF4-FFF2-40B4-BE49-F238E27FC236}">
                <a16:creationId xmlns:a16="http://schemas.microsoft.com/office/drawing/2014/main" id="{74E2E9AD-6834-0887-4B4C-F68F9261542B}"/>
              </a:ext>
            </a:extLst>
          </p:cNvPr>
          <p:cNvGraphicFramePr>
            <a:graphicFrameLocks noGrp="1"/>
          </p:cNvGraphicFramePr>
          <p:nvPr>
            <p:extLst>
              <p:ext uri="{D42A27DB-BD31-4B8C-83A1-F6EECF244321}">
                <p14:modId xmlns:p14="http://schemas.microsoft.com/office/powerpoint/2010/main" val="2982082106"/>
              </p:ext>
            </p:extLst>
          </p:nvPr>
        </p:nvGraphicFramePr>
        <p:xfrm>
          <a:off x="8287473" y="755897"/>
          <a:ext cx="3750391" cy="3483212"/>
        </p:xfrm>
        <a:graphic>
          <a:graphicData uri="http://schemas.openxmlformats.org/drawingml/2006/table">
            <a:tbl>
              <a:tblPr firstRow="1" bandRow="1">
                <a:tableStyleId>{5C22544A-7EE6-4342-B048-85BDC9FD1C3A}</a:tableStyleId>
              </a:tblPr>
              <a:tblGrid>
                <a:gridCol w="470674">
                  <a:extLst>
                    <a:ext uri="{9D8B030D-6E8A-4147-A177-3AD203B41FA5}">
                      <a16:colId xmlns:a16="http://schemas.microsoft.com/office/drawing/2014/main" val="3530039664"/>
                    </a:ext>
                  </a:extLst>
                </a:gridCol>
                <a:gridCol w="3279717">
                  <a:extLst>
                    <a:ext uri="{9D8B030D-6E8A-4147-A177-3AD203B41FA5}">
                      <a16:colId xmlns:a16="http://schemas.microsoft.com/office/drawing/2014/main" val="2911310704"/>
                    </a:ext>
                  </a:extLst>
                </a:gridCol>
              </a:tblGrid>
              <a:tr h="797311">
                <a:tc>
                  <a:txBody>
                    <a:bodyPr/>
                    <a:lstStyle/>
                    <a:p>
                      <a:pPr algn="ctr" latinLnBrk="1">
                        <a:lnSpc>
                          <a:spcPct val="150000"/>
                        </a:lnSpc>
                      </a:pPr>
                      <a:r>
                        <a:rPr lang="en-US" altLang="ko-KR" sz="10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50000"/>
                        </a:lnSpc>
                        <a:buFont typeface="Arial" panose="020B0604020202020204" pitchFamily="34" charset="0"/>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항목 중 하나를 선택하면　나타나는 페이지</a:t>
                      </a:r>
                      <a:endParaRPr kumimoji="0" lang="en-US" altLang="ko-KR" sz="10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1044497">
                <a:tc>
                  <a:txBody>
                    <a:bodyPr/>
                    <a:lstStyle/>
                    <a:p>
                      <a:pPr algn="ctr" latinLnBrk="1">
                        <a:lnSpc>
                          <a:spcPct val="150000"/>
                        </a:lnSpc>
                      </a:pPr>
                      <a:r>
                        <a:rPr lang="en-US" altLang="ko-KR" sz="10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50000"/>
                        </a:lnSpc>
                        <a:buFont typeface="Arial" panose="020B0604020202020204" pitchFamily="34" charset="0"/>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항목 중 하나 선택했을 때 버튼의 배경색이 변경된다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p>
                      <a:pPr marL="0" marR="0" lvl="0" indent="0"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en-US" altLang="ko-KR" sz="1000">
                          <a:latin typeface="나눔고딕" panose="020D0604000000000000" pitchFamily="50" charset="-127"/>
                          <a:ea typeface="나눔고딕" panose="020D0604000000000000" pitchFamily="50" charset="-127"/>
                        </a:rPr>
                        <a:t>FloatingActionButton</a:t>
                      </a:r>
                      <a:endPar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indent="0" algn="l" latinLnBrk="1">
                        <a:lnSpc>
                          <a:spcPct val="150000"/>
                        </a:lnSpc>
                        <a:buFont typeface="Arial" panose="020B0604020202020204" pitchFamily="34" charset="0"/>
                        <a:buNone/>
                      </a:pPr>
                      <a:r>
                        <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예시</a:t>
                      </a:r>
                      <a:r>
                        <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병원 선택 시</a:t>
                      </a:r>
                      <a:r>
                        <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병원 버튼 배경 색상 변경</a:t>
                      </a:r>
                      <a:endPar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1044497">
                <a:tc>
                  <a:txBody>
                    <a:bodyPr/>
                    <a:lstStyle/>
                    <a:p>
                      <a:pPr algn="ctr" latinLnBrk="1">
                        <a:lnSpc>
                          <a:spcPct val="150000"/>
                        </a:lnSpc>
                      </a:pPr>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Tx/>
                        <a:buNone/>
                        <a:tabLst/>
                        <a:defRPr/>
                      </a:pPr>
                      <a:r>
                        <a:rPr lang="ko-KR" altLang="en-US" sz="1000" b="0" spc="0" baseline="0">
                          <a:solidFill>
                            <a:schemeClr val="tx1"/>
                          </a:solidFill>
                          <a:latin typeface="나눔고딕" panose="020D0604000000000000" pitchFamily="50" charset="-127"/>
                          <a:ea typeface="나눔고딕" panose="020D0604000000000000" pitchFamily="50" charset="-127"/>
                        </a:rPr>
                        <a:t>선택한 함목의 장소들을 지도에 나타낸다</a:t>
                      </a:r>
                      <a:r>
                        <a:rPr lang="en-US" altLang="ko-KR" sz="1000" b="0" spc="0" baseline="0">
                          <a:solidFill>
                            <a:schemeClr val="tx1"/>
                          </a:solidFill>
                          <a:latin typeface="나눔고딕" panose="020D0604000000000000" pitchFamily="50" charset="-127"/>
                          <a:ea typeface="나눔고딕" panose="020D0604000000000000" pitchFamily="50" charset="-127"/>
                        </a:rPr>
                        <a:t>. </a:t>
                      </a:r>
                      <a:r>
                        <a:rPr lang="en-US" altLang="ko-KR" sz="1000">
                          <a:latin typeface="나눔고딕" panose="020D0604000000000000" pitchFamily="50" charset="-127"/>
                          <a:ea typeface="나눔고딕" panose="020D0604000000000000" pitchFamily="50" charset="-127"/>
                        </a:rPr>
                        <a:t>MapView</a:t>
                      </a:r>
                      <a:endParaRPr lang="en-US" altLang="ko-KR" sz="1000" b="0" spc="0" baseline="0">
                        <a:solidFill>
                          <a:schemeClr val="tx1"/>
                        </a:solidFill>
                        <a:latin typeface="나눔고딕" panose="020D0604000000000000" pitchFamily="50" charset="-127"/>
                        <a:ea typeface="나눔고딕" panose="020D0604000000000000" pitchFamily="50" charset="-127"/>
                      </a:endParaRPr>
                    </a:p>
                    <a:p>
                      <a:pPr>
                        <a:lnSpc>
                          <a:spcPct val="150000"/>
                        </a:lnSpc>
                      </a:pPr>
                      <a:r>
                        <a:rPr lang="en-US" altLang="ko-KR" sz="800" b="0" spc="0" baseline="0">
                          <a:solidFill>
                            <a:schemeClr val="tx1"/>
                          </a:solidFill>
                          <a:latin typeface="나눔고딕" panose="020D0604000000000000" pitchFamily="50" charset="-127"/>
                          <a:ea typeface="나눔고딕" panose="020D0604000000000000" pitchFamily="50" charset="-127"/>
                        </a:rPr>
                        <a:t> - </a:t>
                      </a:r>
                      <a:r>
                        <a:rPr lang="ko-KR" altLang="en-US" sz="800" b="0" spc="0" baseline="0">
                          <a:solidFill>
                            <a:schemeClr val="tx1"/>
                          </a:solidFill>
                          <a:latin typeface="나눔고딕" panose="020D0604000000000000" pitchFamily="50" charset="-127"/>
                          <a:ea typeface="나눔고딕" panose="020D0604000000000000" pitchFamily="50" charset="-127"/>
                        </a:rPr>
                        <a:t>지도에 장소들</a:t>
                      </a:r>
                      <a:r>
                        <a:rPr lang="en-US" altLang="ko-KR" sz="800" b="0" spc="0" baseline="0">
                          <a:solidFill>
                            <a:schemeClr val="tx1"/>
                          </a:solidFill>
                          <a:latin typeface="나눔고딕" panose="020D0604000000000000" pitchFamily="50" charset="-127"/>
                          <a:ea typeface="나눔고딕" panose="020D0604000000000000" pitchFamily="50" charset="-127"/>
                        </a:rPr>
                        <a:t>(</a:t>
                      </a:r>
                      <a:r>
                        <a:rPr lang="ko-KR" altLang="en-US" sz="800" b="0" spc="0" baseline="0">
                          <a:solidFill>
                            <a:schemeClr val="tx1"/>
                          </a:solidFill>
                          <a:latin typeface="나눔고딕" panose="020D0604000000000000" pitchFamily="50" charset="-127"/>
                          <a:ea typeface="나눔고딕" panose="020D0604000000000000" pitchFamily="50" charset="-127"/>
                        </a:rPr>
                        <a:t>병원</a:t>
                      </a:r>
                      <a:r>
                        <a:rPr lang="en-US" altLang="ko-KR" sz="800" b="0" spc="0" baseline="0">
                          <a:solidFill>
                            <a:schemeClr val="tx1"/>
                          </a:solidFill>
                          <a:latin typeface="나눔고딕" panose="020D0604000000000000" pitchFamily="50" charset="-127"/>
                          <a:ea typeface="나눔고딕" panose="020D0604000000000000" pitchFamily="50" charset="-127"/>
                        </a:rPr>
                        <a:t>)</a:t>
                      </a:r>
                      <a:r>
                        <a:rPr lang="ko-KR" altLang="en-US" sz="800" b="0" spc="0" baseline="0">
                          <a:solidFill>
                            <a:schemeClr val="tx1"/>
                          </a:solidFill>
                          <a:latin typeface="나눔고딕" panose="020D0604000000000000" pitchFamily="50" charset="-127"/>
                          <a:ea typeface="나눔고딕" panose="020D0604000000000000" pitchFamily="50" charset="-127"/>
                        </a:rPr>
                        <a:t>이 핀으로 나타남</a:t>
                      </a:r>
                      <a:endParaRPr lang="en-US" altLang="ko-KR" sz="800" b="0" spc="0" baseline="0">
                        <a:solidFill>
                          <a:schemeClr val="tx1"/>
                        </a:solidFill>
                        <a:latin typeface="나눔고딕" panose="020D0604000000000000" pitchFamily="50" charset="-127"/>
                        <a:ea typeface="나눔고딕" panose="020D0604000000000000" pitchFamily="50" charset="-127"/>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23900026"/>
                  </a:ext>
                </a:extLst>
              </a:tr>
              <a:tr h="596907">
                <a:tc gridSpan="2">
                  <a:txBody>
                    <a:bodyPr/>
                    <a:lstStyle/>
                    <a:p>
                      <a:pPr algn="ctr" latinLnBrk="1"/>
                      <a:r>
                        <a:rPr lang="ko-KR" altLang="en-US" sz="1000" b="1" spc="0" baseline="0" dirty="0">
                          <a:latin typeface="+mn-ea"/>
                          <a:ea typeface="+mn-ea"/>
                        </a:rPr>
                        <a:t>확인 및 이슈사항</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9" name="왼쪽 중괄호 8">
            <a:extLst>
              <a:ext uri="{FF2B5EF4-FFF2-40B4-BE49-F238E27FC236}">
                <a16:creationId xmlns:a16="http://schemas.microsoft.com/office/drawing/2014/main" id="{DD51DC3C-4BA0-8F9F-29D4-FFC9BC6B55CB}"/>
              </a:ext>
            </a:extLst>
          </p:cNvPr>
          <p:cNvSpPr/>
          <p:nvPr/>
        </p:nvSpPr>
        <p:spPr>
          <a:xfrm rot="10800000">
            <a:off x="5219863" y="2123005"/>
            <a:ext cx="216274" cy="3780083"/>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0" name="타원 9">
            <a:extLst>
              <a:ext uri="{FF2B5EF4-FFF2-40B4-BE49-F238E27FC236}">
                <a16:creationId xmlns:a16="http://schemas.microsoft.com/office/drawing/2014/main" id="{C64866E1-05D9-02F9-4EBC-28839E8C9778}"/>
              </a:ext>
            </a:extLst>
          </p:cNvPr>
          <p:cNvSpPr/>
          <p:nvPr/>
        </p:nvSpPr>
        <p:spPr>
          <a:xfrm>
            <a:off x="5541921" y="389676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4" name="왼쪽 중괄호 3">
            <a:extLst>
              <a:ext uri="{FF2B5EF4-FFF2-40B4-BE49-F238E27FC236}">
                <a16:creationId xmlns:a16="http://schemas.microsoft.com/office/drawing/2014/main" id="{12FF14F0-1475-4C4B-B879-572003A12579}"/>
              </a:ext>
            </a:extLst>
          </p:cNvPr>
          <p:cNvSpPr/>
          <p:nvPr/>
        </p:nvSpPr>
        <p:spPr>
          <a:xfrm rot="5400000">
            <a:off x="3786558" y="155312"/>
            <a:ext cx="259644" cy="2279240"/>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5" name="타원 4">
            <a:extLst>
              <a:ext uri="{FF2B5EF4-FFF2-40B4-BE49-F238E27FC236}">
                <a16:creationId xmlns:a16="http://schemas.microsoft.com/office/drawing/2014/main" id="{124EBC6B-194A-F708-91D5-FF00B3371BCF}"/>
              </a:ext>
            </a:extLst>
          </p:cNvPr>
          <p:cNvSpPr/>
          <p:nvPr/>
        </p:nvSpPr>
        <p:spPr>
          <a:xfrm>
            <a:off x="3819818" y="90793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13" name="Rectangle 1">
            <a:extLst>
              <a:ext uri="{FF2B5EF4-FFF2-40B4-BE49-F238E27FC236}">
                <a16:creationId xmlns:a16="http://schemas.microsoft.com/office/drawing/2014/main" id="{28197B45-338B-17C8-5B21-8B15A0EE01C5}"/>
              </a:ext>
            </a:extLst>
          </p:cNvPr>
          <p:cNvSpPr>
            <a:spLocks noChangeArrowheads="1"/>
          </p:cNvSpPr>
          <p:nvPr/>
        </p:nvSpPr>
        <p:spPr bwMode="auto">
          <a:xfrm>
            <a:off x="4056739" y="858861"/>
            <a:ext cx="175768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ko-KR" altLang="ko-KR" sz="1200" b="0" i="0" u="none" strike="noStrike" cap="none" normalizeH="0" baseline="0">
              <a:ln>
                <a:noFill/>
              </a:ln>
              <a:solidFill>
                <a:schemeClr val="tx1"/>
              </a:solidFill>
              <a:effectLst/>
            </a:endParaRPr>
          </a:p>
        </p:txBody>
      </p:sp>
      <p:sp>
        <p:nvSpPr>
          <p:cNvPr id="14" name="TextBox 13">
            <a:extLst>
              <a:ext uri="{FF2B5EF4-FFF2-40B4-BE49-F238E27FC236}">
                <a16:creationId xmlns:a16="http://schemas.microsoft.com/office/drawing/2014/main" id="{BB1A7100-A07B-9680-82AA-BAEBF15D33F5}"/>
              </a:ext>
            </a:extLst>
          </p:cNvPr>
          <p:cNvSpPr txBox="1"/>
          <p:nvPr/>
        </p:nvSpPr>
        <p:spPr>
          <a:xfrm>
            <a:off x="5772801" y="3866403"/>
            <a:ext cx="1292860" cy="276999"/>
          </a:xfrm>
          <a:prstGeom prst="rect">
            <a:avLst/>
          </a:prstGeom>
          <a:noFill/>
        </p:spPr>
        <p:txBody>
          <a:bodyPr wrap="square" rtlCol="0">
            <a:spAutoFit/>
          </a:bodyPr>
          <a:lstStyle/>
          <a:p>
            <a:r>
              <a:rPr lang="en-US" altLang="ko-KR" sz="1200"/>
              <a:t>MapView</a:t>
            </a:r>
            <a:endParaRPr lang="ko-KR" altLang="en-US" sz="1200"/>
          </a:p>
        </p:txBody>
      </p:sp>
      <p:sp>
        <p:nvSpPr>
          <p:cNvPr id="15" name="Rectangle 1">
            <a:extLst>
              <a:ext uri="{FF2B5EF4-FFF2-40B4-BE49-F238E27FC236}">
                <a16:creationId xmlns:a16="http://schemas.microsoft.com/office/drawing/2014/main" id="{B8679D88-0620-B1B0-33FC-0D84F9730822}"/>
              </a:ext>
            </a:extLst>
          </p:cNvPr>
          <p:cNvSpPr>
            <a:spLocks noChangeArrowheads="1"/>
          </p:cNvSpPr>
          <p:nvPr/>
        </p:nvSpPr>
        <p:spPr bwMode="auto">
          <a:xfrm>
            <a:off x="4209139" y="1011261"/>
            <a:ext cx="175768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a:t>FloatingActionButton</a:t>
            </a:r>
            <a:endParaRPr kumimoji="0" lang="ko-KR" altLang="ko-KR" sz="1200" b="0" i="0" u="none" strike="noStrike" cap="none" normalizeH="0" baseline="0">
              <a:ln>
                <a:noFill/>
              </a:ln>
              <a:solidFill>
                <a:schemeClr val="tx1"/>
              </a:solidFill>
              <a:effectLst/>
            </a:endParaRPr>
          </a:p>
        </p:txBody>
      </p:sp>
    </p:spTree>
    <p:extLst>
      <p:ext uri="{BB962C8B-B14F-4D97-AF65-F5344CB8AC3E}">
        <p14:creationId xmlns:p14="http://schemas.microsoft.com/office/powerpoint/2010/main" val="27380989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4">
            <a:extLst>
              <a:ext uri="{FF2B5EF4-FFF2-40B4-BE49-F238E27FC236}">
                <a16:creationId xmlns:a16="http://schemas.microsoft.com/office/drawing/2014/main" id="{A1263AD7-6407-023F-D34B-3FB0DAF813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83127" y="978402"/>
            <a:ext cx="2506303" cy="4978367"/>
          </a:xfrm>
          <a:prstGeom prst="rect">
            <a:avLst/>
          </a:prstGeom>
          <a:ln>
            <a:solidFill>
              <a:schemeClr val="tx1"/>
            </a:solidFill>
          </a:ln>
        </p:spPr>
      </p:pic>
      <p:sp>
        <p:nvSpPr>
          <p:cNvPr id="6" name="제목 5">
            <a:extLst>
              <a:ext uri="{FF2B5EF4-FFF2-40B4-BE49-F238E27FC236}">
                <a16:creationId xmlns:a16="http://schemas.microsoft.com/office/drawing/2014/main" id="{BB541B84-1F53-4C2D-4EC7-9F5669589176}"/>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7E7E07DC-70CB-1817-25C2-3CC7DE795CA3}"/>
              </a:ext>
            </a:extLst>
          </p:cNvPr>
          <p:cNvSpPr>
            <a:spLocks noGrp="1"/>
          </p:cNvSpPr>
          <p:nvPr>
            <p:ph type="body" sz="quarter" idx="13"/>
          </p:nvPr>
        </p:nvSpPr>
        <p:spPr>
          <a:xfrm>
            <a:off x="3844424" y="294364"/>
            <a:ext cx="2854325" cy="150813"/>
          </a:xfrm>
        </p:spPr>
        <p:txBody>
          <a:bodyPr/>
          <a:lstStyle/>
          <a:p>
            <a:r>
              <a:rPr lang="ko-KR" altLang="en-US" sz="1000"/>
              <a:t>병원 찾기 </a:t>
            </a:r>
            <a:r>
              <a:rPr lang="en-US" altLang="ko-KR" sz="1000"/>
              <a:t>- </a:t>
            </a:r>
            <a:r>
              <a:rPr lang="ko-KR" altLang="en-US" sz="1000"/>
              <a:t>장소 선택</a:t>
            </a:r>
          </a:p>
        </p:txBody>
      </p:sp>
      <p:sp>
        <p:nvSpPr>
          <p:cNvPr id="7" name="텍스트 개체 틀 6">
            <a:extLst>
              <a:ext uri="{FF2B5EF4-FFF2-40B4-BE49-F238E27FC236}">
                <a16:creationId xmlns:a16="http://schemas.microsoft.com/office/drawing/2014/main" id="{E44DDFF9-8C3E-929A-E89B-85F0D6B575D1}"/>
              </a:ext>
            </a:extLst>
          </p:cNvPr>
          <p:cNvSpPr>
            <a:spLocks noGrp="1"/>
          </p:cNvSpPr>
          <p:nvPr>
            <p:ph type="body" sz="quarter" idx="15"/>
          </p:nvPr>
        </p:nvSpPr>
        <p:spPr/>
        <p:txBody>
          <a:bodyPr/>
          <a:lstStyle/>
          <a:p>
            <a:endParaRPr lang="ko-KR" altLang="en-US"/>
          </a:p>
        </p:txBody>
      </p:sp>
      <p:sp>
        <p:nvSpPr>
          <p:cNvPr id="8" name="텍스트 개체 틀 7">
            <a:extLst>
              <a:ext uri="{FF2B5EF4-FFF2-40B4-BE49-F238E27FC236}">
                <a16:creationId xmlns:a16="http://schemas.microsoft.com/office/drawing/2014/main" id="{FC81D033-CDB5-B5AA-0CB0-34E2480F7EAB}"/>
              </a:ext>
            </a:extLst>
          </p:cNvPr>
          <p:cNvSpPr>
            <a:spLocks noGrp="1"/>
          </p:cNvSpPr>
          <p:nvPr>
            <p:ph type="body" sz="quarter" idx="16"/>
          </p:nvPr>
        </p:nvSpPr>
        <p:spPr/>
        <p:txBody>
          <a:bodyPr/>
          <a:lstStyle/>
          <a:p>
            <a:endParaRPr lang="ko-KR" altLang="en-US"/>
          </a:p>
        </p:txBody>
      </p:sp>
      <p:graphicFrame>
        <p:nvGraphicFramePr>
          <p:cNvPr id="14" name="표 13">
            <a:extLst>
              <a:ext uri="{FF2B5EF4-FFF2-40B4-BE49-F238E27FC236}">
                <a16:creationId xmlns:a16="http://schemas.microsoft.com/office/drawing/2014/main" id="{A4030592-9EFF-E201-F4CE-313888397D76}"/>
              </a:ext>
            </a:extLst>
          </p:cNvPr>
          <p:cNvGraphicFramePr>
            <a:graphicFrameLocks noGrp="1"/>
          </p:cNvGraphicFramePr>
          <p:nvPr>
            <p:extLst>
              <p:ext uri="{D42A27DB-BD31-4B8C-83A1-F6EECF244321}">
                <p14:modId xmlns:p14="http://schemas.microsoft.com/office/powerpoint/2010/main" val="3116032893"/>
              </p:ext>
            </p:extLst>
          </p:nvPr>
        </p:nvGraphicFramePr>
        <p:xfrm>
          <a:off x="8299048" y="755897"/>
          <a:ext cx="3744000" cy="4825474"/>
        </p:xfrm>
        <a:graphic>
          <a:graphicData uri="http://schemas.openxmlformats.org/drawingml/2006/table">
            <a:tbl>
              <a:tblPr firstRow="1" bandRow="1">
                <a:tableStyleId>{5C22544A-7EE6-4342-B048-85BDC9FD1C3A}</a:tableStyleId>
              </a:tblPr>
              <a:tblGrid>
                <a:gridCol w="469872">
                  <a:extLst>
                    <a:ext uri="{9D8B030D-6E8A-4147-A177-3AD203B41FA5}">
                      <a16:colId xmlns:a16="http://schemas.microsoft.com/office/drawing/2014/main" val="3530039664"/>
                    </a:ext>
                  </a:extLst>
                </a:gridCol>
                <a:gridCol w="3274128">
                  <a:extLst>
                    <a:ext uri="{9D8B030D-6E8A-4147-A177-3AD203B41FA5}">
                      <a16:colId xmlns:a16="http://schemas.microsoft.com/office/drawing/2014/main" val="2911310704"/>
                    </a:ext>
                  </a:extLst>
                </a:gridCol>
              </a:tblGrid>
              <a:tr h="841281">
                <a:tc>
                  <a:txBody>
                    <a:bodyPr/>
                    <a:lstStyle/>
                    <a:p>
                      <a:pPr algn="ctr" latinLnBrk="1">
                        <a:lnSpc>
                          <a:spcPct val="150000"/>
                        </a:lnSpc>
                      </a:pPr>
                      <a:r>
                        <a:rPr lang="en-US" altLang="ko-KR" sz="10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b="0">
                          <a:solidFill>
                            <a:schemeClr val="tx1"/>
                          </a:solidFill>
                          <a:latin typeface="나눔고딕" panose="020D0604000000000000" pitchFamily="50" charset="-127"/>
                          <a:ea typeface="나눔고딕" panose="020D0604000000000000" pitchFamily="50" charset="-127"/>
                        </a:rPr>
                        <a:t>선택한 장소의 상세 정보를 보여주는 페이지</a:t>
                      </a:r>
                      <a:endPar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841281">
                <a:tc>
                  <a:txBody>
                    <a:bodyPr/>
                    <a:lstStyle/>
                    <a:p>
                      <a:pPr algn="ctr" latinLnBrk="1">
                        <a:lnSpc>
                          <a:spcPct val="150000"/>
                        </a:lnSpc>
                      </a:pPr>
                      <a:r>
                        <a:rPr lang="en-US" altLang="ko-KR" sz="10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Tx/>
                        <a:buNone/>
                        <a:tabLst/>
                        <a:defRPr/>
                      </a:pPr>
                      <a:r>
                        <a:rPr lang="ko-KR" altLang="en-US" sz="1000" b="0" spc="0" baseline="0">
                          <a:solidFill>
                            <a:schemeClr val="tx1"/>
                          </a:solidFill>
                          <a:latin typeface="나눔고딕" panose="020D0604000000000000" pitchFamily="50" charset="-127"/>
                          <a:ea typeface="나눔고딕" panose="020D0604000000000000" pitchFamily="50" charset="-127"/>
                        </a:rPr>
                        <a:t>하나의 장소를 선택하면 </a:t>
                      </a:r>
                      <a:r>
                        <a:rPr lang="en-US" altLang="ko-KR" sz="1000" b="0" spc="0" baseline="0">
                          <a:solidFill>
                            <a:schemeClr val="tx1"/>
                          </a:solidFill>
                          <a:latin typeface="나눔고딕" panose="020D0604000000000000" pitchFamily="50" charset="-127"/>
                          <a:ea typeface="나눔고딕" panose="020D0604000000000000" pitchFamily="50" charset="-127"/>
                        </a:rPr>
                        <a:t>pin</a:t>
                      </a:r>
                      <a:r>
                        <a:rPr lang="ko-KR" altLang="en-US" sz="1000" b="0" spc="0" baseline="0">
                          <a:solidFill>
                            <a:schemeClr val="tx1"/>
                          </a:solidFill>
                          <a:latin typeface="나눔고딕" panose="020D0604000000000000" pitchFamily="50" charset="-127"/>
                          <a:ea typeface="나눔고딕" panose="020D0604000000000000" pitchFamily="50" charset="-127"/>
                        </a:rPr>
                        <a:t>의 크기가 커진다</a:t>
                      </a:r>
                      <a:r>
                        <a:rPr lang="en-US" altLang="ko-KR" sz="1000" b="0" spc="0" baseline="0">
                          <a:solidFill>
                            <a:schemeClr val="tx1"/>
                          </a:solidFill>
                          <a:latin typeface="나눔고딕" panose="020D0604000000000000" pitchFamily="50" charset="-127"/>
                          <a:ea typeface="나눔고딕" panose="020D0604000000000000" pitchFamily="50" charset="-127"/>
                        </a:rPr>
                        <a:t>. </a:t>
                      </a:r>
                      <a:r>
                        <a:rPr lang="en-US" altLang="ko-KR" sz="1000">
                          <a:latin typeface="나눔고딕" panose="020D0604000000000000" pitchFamily="50" charset="-127"/>
                          <a:ea typeface="나눔고딕" panose="020D0604000000000000" pitchFamily="50" charset="-127"/>
                        </a:rPr>
                        <a:t>MapView</a:t>
                      </a:r>
                      <a:endParaRPr lang="ko-KR" altLang="en-US" sz="1000">
                        <a:latin typeface="나눔고딕" panose="020D0604000000000000" pitchFamily="50" charset="-127"/>
                        <a:ea typeface="나눔고딕" panose="020D0604000000000000" pitchFamily="50" charset="-127"/>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841281">
                <a:tc>
                  <a:txBody>
                    <a:bodyPr/>
                    <a:lstStyle/>
                    <a:p>
                      <a:pPr algn="ctr" latinLnBrk="1">
                        <a:lnSpc>
                          <a:spcPct val="150000"/>
                        </a:lnSpc>
                      </a:pPr>
                      <a:r>
                        <a:rPr lang="en-US" altLang="ko-KR" sz="10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lang="ko-KR" altLang="en-US" sz="1000" b="0" spc="0" baseline="0">
                          <a:solidFill>
                            <a:schemeClr val="tx1"/>
                          </a:solidFill>
                          <a:latin typeface="나눔고딕" panose="020D0604000000000000" pitchFamily="50" charset="-127"/>
                          <a:ea typeface="나눔고딕" panose="020D0604000000000000" pitchFamily="50" charset="-127"/>
                        </a:rPr>
                        <a:t>선택한 장소의 정보를 보여준다</a:t>
                      </a:r>
                      <a:r>
                        <a:rPr lang="en-US" altLang="ko-KR" sz="1000" b="0" spc="0" baseline="0">
                          <a:solidFill>
                            <a:schemeClr val="tx1"/>
                          </a:solidFill>
                          <a:latin typeface="나눔고딕" panose="020D0604000000000000" pitchFamily="50" charset="-127"/>
                          <a:ea typeface="나눔고딕" panose="020D0604000000000000" pitchFamily="50" charset="-127"/>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a:ln>
                            <a:noFill/>
                          </a:ln>
                          <a:solidFill>
                            <a:schemeClr val="tx1"/>
                          </a:solidFill>
                          <a:effectLst/>
                          <a:latin typeface="나눔고딕" panose="020D0604000000000000" pitchFamily="50" charset="-127"/>
                          <a:ea typeface="나눔고딕" panose="020D0604000000000000" pitchFamily="50" charset="-127"/>
                        </a:rPr>
                        <a:t>CardView, ImageView, TextView </a:t>
                      </a:r>
                      <a:endParaRPr lang="en-US" altLang="ko-KR" sz="1000" b="0" spc="0" baseline="0">
                        <a:solidFill>
                          <a:schemeClr val="tx1"/>
                        </a:solidFill>
                        <a:latin typeface="나눔고딕" panose="020D0604000000000000" pitchFamily="50" charset="-127"/>
                        <a:ea typeface="나눔고딕" panose="020D0604000000000000" pitchFamily="50" charset="-127"/>
                      </a:endParaRPr>
                    </a:p>
                    <a:p>
                      <a:pPr>
                        <a:lnSpc>
                          <a:spcPct val="200000"/>
                        </a:lnSpc>
                      </a:pPr>
                      <a:r>
                        <a:rPr lang="en-US" altLang="ko-KR" sz="800" b="0" spc="0" baseline="0">
                          <a:solidFill>
                            <a:schemeClr val="tx1"/>
                          </a:solidFill>
                          <a:latin typeface="나눔고딕" panose="020D0604000000000000" pitchFamily="50" charset="-127"/>
                          <a:ea typeface="나눔고딕" panose="020D0604000000000000" pitchFamily="50" charset="-127"/>
                        </a:rPr>
                        <a:t>  - </a:t>
                      </a:r>
                      <a:r>
                        <a:rPr lang="ko-KR" altLang="en-US" sz="800" b="0" spc="0" baseline="0">
                          <a:solidFill>
                            <a:schemeClr val="tx1"/>
                          </a:solidFill>
                          <a:latin typeface="나눔고딕" panose="020D0604000000000000" pitchFamily="50" charset="-127"/>
                          <a:ea typeface="나눔고딕" panose="020D0604000000000000" pitchFamily="50" charset="-127"/>
                        </a:rPr>
                        <a:t>영업시간</a:t>
                      </a:r>
                      <a:r>
                        <a:rPr lang="en-US" altLang="ko-KR" sz="800" b="0" spc="0" baseline="0">
                          <a:solidFill>
                            <a:schemeClr val="tx1"/>
                          </a:solidFill>
                          <a:latin typeface="나눔고딕" panose="020D0604000000000000" pitchFamily="50" charset="-127"/>
                          <a:ea typeface="나눔고딕" panose="020D0604000000000000" pitchFamily="50" charset="-127"/>
                        </a:rPr>
                        <a:t>, </a:t>
                      </a:r>
                      <a:r>
                        <a:rPr lang="ko-KR" altLang="en-US" sz="800" b="0" spc="0" baseline="0">
                          <a:solidFill>
                            <a:schemeClr val="tx1"/>
                          </a:solidFill>
                          <a:latin typeface="나눔고딕" panose="020D0604000000000000" pitchFamily="50" charset="-127"/>
                          <a:ea typeface="나눔고딕" panose="020D0604000000000000" pitchFamily="50" charset="-127"/>
                        </a:rPr>
                        <a:t>전화번호 등</a:t>
                      </a:r>
                      <a:endParaRPr lang="en-US" altLang="ko-KR" sz="800" b="0" spc="0" baseline="0">
                        <a:solidFill>
                          <a:schemeClr val="tx1"/>
                        </a:solidFill>
                        <a:latin typeface="나눔고딕" panose="020D0604000000000000" pitchFamily="50" charset="-127"/>
                        <a:ea typeface="나눔고딕" panose="020D0604000000000000" pitchFamily="50" charset="-127"/>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841281">
                <a:tc>
                  <a:txBody>
                    <a:bodyPr/>
                    <a:lstStyle/>
                    <a:p>
                      <a:pPr algn="ctr" latinLnBrk="1">
                        <a:lnSpc>
                          <a:spcPct val="150000"/>
                        </a:lnSpc>
                      </a:pPr>
                      <a:r>
                        <a:rPr lang="en-US" altLang="ko-KR" sz="10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Tx/>
                        <a:buNone/>
                        <a:tabLst/>
                        <a:defRPr/>
                      </a:pPr>
                      <a:r>
                        <a:rPr lang="ko-KR" altLang="en-US" sz="1000" b="0" spc="0" baseline="0">
                          <a:solidFill>
                            <a:schemeClr val="tx1"/>
                          </a:solidFill>
                          <a:latin typeface="나눔고딕" panose="020D0604000000000000" pitchFamily="50" charset="-127"/>
                          <a:ea typeface="나눔고딕" panose="020D0604000000000000" pitchFamily="50" charset="-127"/>
                        </a:rPr>
                        <a:t>해당 장소의 길찾기 안내 버튼</a:t>
                      </a:r>
                      <a:r>
                        <a:rPr lang="en-US" altLang="ko-KR" sz="1000" b="0" spc="0" baseline="0">
                          <a:solidFill>
                            <a:schemeClr val="tx1"/>
                          </a:solidFill>
                          <a:latin typeface="나눔고딕" panose="020D0604000000000000" pitchFamily="50" charset="-127"/>
                          <a:ea typeface="나눔고딕" panose="020D0604000000000000" pitchFamily="50" charset="-127"/>
                        </a:rPr>
                        <a:t>.</a:t>
                      </a:r>
                      <a:r>
                        <a:rPr lang="ko-KR" altLang="en-US" sz="1000" b="0" spc="0" baseline="0">
                          <a:solidFill>
                            <a:schemeClr val="tx1"/>
                          </a:solidFill>
                          <a:latin typeface="나눔고딕" panose="020D0604000000000000" pitchFamily="50" charset="-127"/>
                          <a:ea typeface="나눔고딕" panose="020D0604000000000000" pitchFamily="50" charset="-127"/>
                        </a:rPr>
                        <a:t> </a:t>
                      </a:r>
                      <a:r>
                        <a:rPr lang="en-US" altLang="ko-KR" sz="1000">
                          <a:latin typeface="나눔고딕" panose="020D0604000000000000" pitchFamily="50" charset="-127"/>
                          <a:ea typeface="나눔고딕" panose="020D0604000000000000" pitchFamily="50" charset="-127"/>
                        </a:rPr>
                        <a:t>button</a:t>
                      </a:r>
                      <a:endParaRPr lang="en-US" altLang="ko-KR" sz="1000" b="0" spc="0" baseline="0">
                        <a:solidFill>
                          <a:schemeClr val="tx1"/>
                        </a:solidFill>
                        <a:latin typeface="나눔고딕" panose="020D0604000000000000" pitchFamily="50" charset="-127"/>
                        <a:ea typeface="나눔고딕" panose="020D0604000000000000" pitchFamily="50" charset="-127"/>
                      </a:endParaRPr>
                    </a:p>
                    <a:p>
                      <a:pPr marL="0" indent="0">
                        <a:lnSpc>
                          <a:spcPct val="150000"/>
                        </a:lnSpc>
                        <a:buFontTx/>
                        <a:buNone/>
                      </a:pPr>
                      <a:r>
                        <a:rPr lang="en-US" altLang="ko-KR" sz="800" b="0" spc="0" baseline="0">
                          <a:solidFill>
                            <a:schemeClr val="tx1"/>
                          </a:solidFill>
                          <a:latin typeface="나눔고딕" panose="020D0604000000000000" pitchFamily="50" charset="-127"/>
                          <a:ea typeface="나눔고딕" panose="020D0604000000000000" pitchFamily="50" charset="-127"/>
                        </a:rPr>
                        <a:t>  - </a:t>
                      </a:r>
                      <a:r>
                        <a:rPr lang="ko-KR" altLang="en-US" sz="800" b="0" spc="0" baseline="0">
                          <a:solidFill>
                            <a:schemeClr val="tx1"/>
                          </a:solidFill>
                          <a:latin typeface="나눔고딕" panose="020D0604000000000000" pitchFamily="50" charset="-127"/>
                          <a:ea typeface="나눔고딕" panose="020D0604000000000000" pitchFamily="50" charset="-127"/>
                        </a:rPr>
                        <a:t>버튼 클릭 시 길안내가 시작된다</a:t>
                      </a:r>
                      <a:r>
                        <a:rPr lang="en-US" altLang="ko-KR" sz="800" b="0" spc="0" baseline="0">
                          <a:solidFill>
                            <a:schemeClr val="tx1"/>
                          </a:solidFill>
                          <a:latin typeface="나눔고딕" panose="020D0604000000000000" pitchFamily="50" charset="-127"/>
                          <a:ea typeface="나눔고딕" panose="020D0604000000000000" pitchFamily="50" charset="-127"/>
                        </a:rPr>
                        <a:t>.</a:t>
                      </a: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841281">
                <a:tc>
                  <a:txBody>
                    <a:bodyPr/>
                    <a:lstStyle/>
                    <a:p>
                      <a:pPr algn="ctr" latinLnBrk="1">
                        <a:lnSpc>
                          <a:spcPct val="150000"/>
                        </a:lnSpc>
                      </a:pPr>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4</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Tx/>
                        <a:buNone/>
                        <a:tabLst/>
                        <a:defRPr/>
                      </a:pPr>
                      <a:r>
                        <a:rPr lang="ko-KR" altLang="en-US" sz="1000" b="0" spc="0" baseline="0">
                          <a:solidFill>
                            <a:schemeClr val="tx1"/>
                          </a:solidFill>
                          <a:latin typeface="나눔고딕" panose="020D0604000000000000" pitchFamily="50" charset="-127"/>
                          <a:ea typeface="나눔고딕" panose="020D0604000000000000" pitchFamily="50" charset="-127"/>
                        </a:rPr>
                        <a:t>해당 장소에 전화 할 수 있는 버튼</a:t>
                      </a:r>
                      <a:r>
                        <a:rPr lang="en-US" altLang="ko-KR" sz="1000" b="0" spc="0" baseline="0">
                          <a:solidFill>
                            <a:schemeClr val="tx1"/>
                          </a:solidFill>
                          <a:latin typeface="나눔고딕" panose="020D0604000000000000" pitchFamily="50" charset="-127"/>
                          <a:ea typeface="나눔고딕" panose="020D0604000000000000" pitchFamily="50" charset="-127"/>
                        </a:rPr>
                        <a:t>. </a:t>
                      </a:r>
                      <a:r>
                        <a:rPr lang="en-US" altLang="ko-KR" sz="1000">
                          <a:latin typeface="나눔고딕" panose="020D0604000000000000" pitchFamily="50" charset="-127"/>
                          <a:ea typeface="나눔고딕" panose="020D0604000000000000" pitchFamily="50" charset="-127"/>
                        </a:rPr>
                        <a:t>button</a:t>
                      </a:r>
                      <a:endParaRPr lang="en-US" altLang="ko-KR" sz="1000" b="0" spc="0" baseline="0">
                        <a:solidFill>
                          <a:schemeClr val="tx1"/>
                        </a:solidFill>
                        <a:latin typeface="나눔고딕" panose="020D0604000000000000" pitchFamily="50" charset="-127"/>
                        <a:ea typeface="나눔고딕" panose="020D0604000000000000" pitchFamily="50" charset="-127"/>
                      </a:endParaRPr>
                    </a:p>
                    <a:p>
                      <a:pPr>
                        <a:lnSpc>
                          <a:spcPct val="150000"/>
                        </a:lnSpc>
                      </a:pPr>
                      <a:r>
                        <a:rPr lang="en-US" altLang="ko-KR" sz="800" b="0" spc="0" baseline="0">
                          <a:solidFill>
                            <a:schemeClr val="tx1"/>
                          </a:solidFill>
                          <a:latin typeface="나눔고딕" panose="020D0604000000000000" pitchFamily="50" charset="-127"/>
                          <a:ea typeface="나눔고딕" panose="020D0604000000000000" pitchFamily="50" charset="-127"/>
                        </a:rPr>
                        <a:t>  - </a:t>
                      </a:r>
                      <a:r>
                        <a:rPr lang="ko-KR" altLang="en-US" sz="800" b="0" spc="0" baseline="0">
                          <a:solidFill>
                            <a:schemeClr val="tx1"/>
                          </a:solidFill>
                          <a:latin typeface="나눔고딕" panose="020D0604000000000000" pitchFamily="50" charset="-127"/>
                          <a:ea typeface="나눔고딕" panose="020D0604000000000000" pitchFamily="50" charset="-127"/>
                        </a:rPr>
                        <a:t>버튼 클릭 시 전화 어플로 연결된다</a:t>
                      </a:r>
                      <a:r>
                        <a:rPr lang="en-US" altLang="ko-KR" sz="800" b="0" spc="0" baseline="0">
                          <a:solidFill>
                            <a:schemeClr val="tx1"/>
                          </a:solidFill>
                          <a:latin typeface="나눔고딕" panose="020D0604000000000000" pitchFamily="50" charset="-127"/>
                          <a:ea typeface="나눔고딕" panose="020D0604000000000000" pitchFamily="50" charset="-127"/>
                        </a:rPr>
                        <a:t>.</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58261490"/>
                  </a:ext>
                </a:extLst>
              </a:tr>
              <a:tr h="619069">
                <a:tc gridSpan="2">
                  <a:txBody>
                    <a:bodyPr/>
                    <a:lstStyle/>
                    <a:p>
                      <a:pPr algn="ctr" latinLnBrk="1"/>
                      <a:r>
                        <a:rPr lang="ko-KR" altLang="en-US" sz="1000" b="1" spc="0" baseline="0" dirty="0">
                          <a:latin typeface="+mn-ea"/>
                          <a:ea typeface="+mn-ea"/>
                        </a:rPr>
                        <a:t>확인 및 이슈사항</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5" name="왼쪽 중괄호 14">
            <a:extLst>
              <a:ext uri="{FF2B5EF4-FFF2-40B4-BE49-F238E27FC236}">
                <a16:creationId xmlns:a16="http://schemas.microsoft.com/office/drawing/2014/main" id="{C385192A-765D-D908-11DA-46407AAD2738}"/>
              </a:ext>
            </a:extLst>
          </p:cNvPr>
          <p:cNvSpPr/>
          <p:nvPr/>
        </p:nvSpPr>
        <p:spPr>
          <a:xfrm rot="10800000">
            <a:off x="5239617" y="4268143"/>
            <a:ext cx="247650" cy="1680363"/>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6" name="타원 15">
            <a:extLst>
              <a:ext uri="{FF2B5EF4-FFF2-40B4-BE49-F238E27FC236}">
                <a16:creationId xmlns:a16="http://schemas.microsoft.com/office/drawing/2014/main" id="{E50DB00F-F60B-9100-9DB3-01C7F9103B57}"/>
              </a:ext>
            </a:extLst>
          </p:cNvPr>
          <p:cNvSpPr/>
          <p:nvPr/>
        </p:nvSpPr>
        <p:spPr>
          <a:xfrm>
            <a:off x="5561675" y="500018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dirty="0">
              <a:latin typeface="Arial Black" panose="020B0A04020102020204" pitchFamily="34" charset="0"/>
            </a:endParaRPr>
          </a:p>
        </p:txBody>
      </p:sp>
      <p:sp>
        <p:nvSpPr>
          <p:cNvPr id="17" name="왼쪽 중괄호 16">
            <a:extLst>
              <a:ext uri="{FF2B5EF4-FFF2-40B4-BE49-F238E27FC236}">
                <a16:creationId xmlns:a16="http://schemas.microsoft.com/office/drawing/2014/main" id="{32D94FEA-36DA-EA8A-47E5-19AC8FD11C01}"/>
              </a:ext>
            </a:extLst>
          </p:cNvPr>
          <p:cNvSpPr/>
          <p:nvPr/>
        </p:nvSpPr>
        <p:spPr>
          <a:xfrm rot="16200000">
            <a:off x="3203381" y="5189053"/>
            <a:ext cx="231884" cy="1016525"/>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8" name="타원 17">
            <a:extLst>
              <a:ext uri="{FF2B5EF4-FFF2-40B4-BE49-F238E27FC236}">
                <a16:creationId xmlns:a16="http://schemas.microsoft.com/office/drawing/2014/main" id="{5695FB15-3860-DADD-03AA-9A487BCCDFF0}"/>
              </a:ext>
            </a:extLst>
          </p:cNvPr>
          <p:cNvSpPr/>
          <p:nvPr/>
        </p:nvSpPr>
        <p:spPr>
          <a:xfrm>
            <a:off x="3211186" y="584863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3</a:t>
            </a:r>
            <a:endParaRPr lang="ko-KR" altLang="en-US" sz="900" dirty="0">
              <a:latin typeface="Arial Black" panose="020B0A04020102020204" pitchFamily="34" charset="0"/>
            </a:endParaRPr>
          </a:p>
        </p:txBody>
      </p:sp>
      <p:sp>
        <p:nvSpPr>
          <p:cNvPr id="20" name="왼쪽 중괄호 19">
            <a:extLst>
              <a:ext uri="{FF2B5EF4-FFF2-40B4-BE49-F238E27FC236}">
                <a16:creationId xmlns:a16="http://schemas.microsoft.com/office/drawing/2014/main" id="{FE3128FE-4786-F819-3C3B-3D26EA8BBDE7}"/>
              </a:ext>
            </a:extLst>
          </p:cNvPr>
          <p:cNvSpPr/>
          <p:nvPr/>
        </p:nvSpPr>
        <p:spPr>
          <a:xfrm rot="16200000">
            <a:off x="4396638" y="5189053"/>
            <a:ext cx="231884" cy="1016525"/>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타원 20">
            <a:extLst>
              <a:ext uri="{FF2B5EF4-FFF2-40B4-BE49-F238E27FC236}">
                <a16:creationId xmlns:a16="http://schemas.microsoft.com/office/drawing/2014/main" id="{319E84A2-3AA7-E02B-6ADC-D9458438DC73}"/>
              </a:ext>
            </a:extLst>
          </p:cNvPr>
          <p:cNvSpPr/>
          <p:nvPr/>
        </p:nvSpPr>
        <p:spPr>
          <a:xfrm>
            <a:off x="4404443" y="583156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4</a:t>
            </a:r>
            <a:endParaRPr lang="ko-KR" altLang="en-US" sz="900" dirty="0">
              <a:latin typeface="Arial Black" panose="020B0A04020102020204" pitchFamily="34" charset="0"/>
            </a:endParaRPr>
          </a:p>
        </p:txBody>
      </p:sp>
      <p:sp>
        <p:nvSpPr>
          <p:cNvPr id="24" name="왼쪽 중괄호 23">
            <a:extLst>
              <a:ext uri="{FF2B5EF4-FFF2-40B4-BE49-F238E27FC236}">
                <a16:creationId xmlns:a16="http://schemas.microsoft.com/office/drawing/2014/main" id="{333A962D-2CD6-A40E-FC97-285724E15A77}"/>
              </a:ext>
            </a:extLst>
          </p:cNvPr>
          <p:cNvSpPr/>
          <p:nvPr/>
        </p:nvSpPr>
        <p:spPr>
          <a:xfrm rot="10800000">
            <a:off x="5239617" y="2103808"/>
            <a:ext cx="247650" cy="1680363"/>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5" name="타원 24">
            <a:extLst>
              <a:ext uri="{FF2B5EF4-FFF2-40B4-BE49-F238E27FC236}">
                <a16:creationId xmlns:a16="http://schemas.microsoft.com/office/drawing/2014/main" id="{5A4402AF-246A-6432-C918-2ECBBF768057}"/>
              </a:ext>
            </a:extLst>
          </p:cNvPr>
          <p:cNvSpPr/>
          <p:nvPr/>
        </p:nvSpPr>
        <p:spPr>
          <a:xfrm>
            <a:off x="5561675" y="2835852"/>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dirty="0">
              <a:latin typeface="Arial Black" panose="020B0A04020102020204" pitchFamily="34" charset="0"/>
            </a:endParaRPr>
          </a:p>
        </p:txBody>
      </p:sp>
      <p:sp>
        <p:nvSpPr>
          <p:cNvPr id="2" name="TextBox 1">
            <a:extLst>
              <a:ext uri="{FF2B5EF4-FFF2-40B4-BE49-F238E27FC236}">
                <a16:creationId xmlns:a16="http://schemas.microsoft.com/office/drawing/2014/main" id="{AB69E2E9-642A-6902-9E30-27ADCAC473F8}"/>
              </a:ext>
            </a:extLst>
          </p:cNvPr>
          <p:cNvSpPr txBox="1"/>
          <p:nvPr/>
        </p:nvSpPr>
        <p:spPr>
          <a:xfrm>
            <a:off x="5829632" y="2804633"/>
            <a:ext cx="1292860" cy="276999"/>
          </a:xfrm>
          <a:prstGeom prst="rect">
            <a:avLst/>
          </a:prstGeom>
          <a:noFill/>
        </p:spPr>
        <p:txBody>
          <a:bodyPr wrap="square" rtlCol="0">
            <a:spAutoFit/>
          </a:bodyPr>
          <a:lstStyle/>
          <a:p>
            <a:r>
              <a:rPr lang="en-US" altLang="ko-KR" sz="1200"/>
              <a:t>MapView</a:t>
            </a:r>
            <a:endParaRPr lang="ko-KR" altLang="en-US" sz="1200"/>
          </a:p>
        </p:txBody>
      </p:sp>
      <p:sp>
        <p:nvSpPr>
          <p:cNvPr id="4" name="Rectangle 1">
            <a:extLst>
              <a:ext uri="{FF2B5EF4-FFF2-40B4-BE49-F238E27FC236}">
                <a16:creationId xmlns:a16="http://schemas.microsoft.com/office/drawing/2014/main" id="{E0B5C280-64D7-0CE9-FE15-50B9AD54B2A3}"/>
              </a:ext>
            </a:extLst>
          </p:cNvPr>
          <p:cNvSpPr>
            <a:spLocks noChangeArrowheads="1"/>
          </p:cNvSpPr>
          <p:nvPr/>
        </p:nvSpPr>
        <p:spPr bwMode="auto">
          <a:xfrm>
            <a:off x="5829632" y="4877490"/>
            <a:ext cx="16823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a:ln>
                  <a:noFill/>
                </a:ln>
                <a:solidFill>
                  <a:schemeClr val="tx1"/>
                </a:solidFill>
                <a:effectLst/>
              </a:rPr>
              <a:t>CardView, </a:t>
            </a:r>
            <a:endParaRPr kumimoji="0" lang="en-US" altLang="ko-KR" sz="12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a:ln>
                  <a:noFill/>
                </a:ln>
                <a:solidFill>
                  <a:schemeClr val="tx1"/>
                </a:solidFill>
                <a:effectLst/>
              </a:rPr>
              <a:t>ImageView, TextView </a:t>
            </a:r>
          </a:p>
        </p:txBody>
      </p:sp>
      <p:sp>
        <p:nvSpPr>
          <p:cNvPr id="9" name="TextBox 8">
            <a:extLst>
              <a:ext uri="{FF2B5EF4-FFF2-40B4-BE49-F238E27FC236}">
                <a16:creationId xmlns:a16="http://schemas.microsoft.com/office/drawing/2014/main" id="{C7FADCDD-5AFB-2DB5-2D6B-4F877943EB82}"/>
              </a:ext>
            </a:extLst>
          </p:cNvPr>
          <p:cNvSpPr txBox="1"/>
          <p:nvPr/>
        </p:nvSpPr>
        <p:spPr>
          <a:xfrm>
            <a:off x="2904032" y="6135332"/>
            <a:ext cx="837454" cy="276999"/>
          </a:xfrm>
          <a:prstGeom prst="rect">
            <a:avLst/>
          </a:prstGeom>
          <a:noFill/>
        </p:spPr>
        <p:txBody>
          <a:bodyPr wrap="square" rtlCol="0">
            <a:spAutoFit/>
          </a:bodyPr>
          <a:lstStyle/>
          <a:p>
            <a:pPr algn="ctr"/>
            <a:r>
              <a:rPr lang="en-US" altLang="ko-KR" sz="1200"/>
              <a:t>button</a:t>
            </a:r>
            <a:endParaRPr lang="ko-KR" altLang="en-US" sz="1200"/>
          </a:p>
        </p:txBody>
      </p:sp>
      <p:sp>
        <p:nvSpPr>
          <p:cNvPr id="10" name="TextBox 9">
            <a:extLst>
              <a:ext uri="{FF2B5EF4-FFF2-40B4-BE49-F238E27FC236}">
                <a16:creationId xmlns:a16="http://schemas.microsoft.com/office/drawing/2014/main" id="{1048B463-FF54-5572-C711-0FDCD9CCA2DE}"/>
              </a:ext>
            </a:extLst>
          </p:cNvPr>
          <p:cNvSpPr txBox="1"/>
          <p:nvPr/>
        </p:nvSpPr>
        <p:spPr>
          <a:xfrm>
            <a:off x="4093852" y="6135332"/>
            <a:ext cx="837454" cy="276999"/>
          </a:xfrm>
          <a:prstGeom prst="rect">
            <a:avLst/>
          </a:prstGeom>
          <a:noFill/>
        </p:spPr>
        <p:txBody>
          <a:bodyPr wrap="square" rtlCol="0">
            <a:spAutoFit/>
          </a:bodyPr>
          <a:lstStyle/>
          <a:p>
            <a:pPr algn="ctr"/>
            <a:r>
              <a:rPr lang="en-US" altLang="ko-KR" sz="1200"/>
              <a:t>button</a:t>
            </a:r>
            <a:endParaRPr lang="ko-KR" altLang="en-US" sz="1200"/>
          </a:p>
        </p:txBody>
      </p:sp>
    </p:spTree>
    <p:extLst>
      <p:ext uri="{BB962C8B-B14F-4D97-AF65-F5344CB8AC3E}">
        <p14:creationId xmlns:p14="http://schemas.microsoft.com/office/powerpoint/2010/main" val="23789448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제목 5">
            <a:extLst>
              <a:ext uri="{FF2B5EF4-FFF2-40B4-BE49-F238E27FC236}">
                <a16:creationId xmlns:a16="http://schemas.microsoft.com/office/drawing/2014/main" id="{98E00797-753F-BA53-BF7E-703DF1CC27FF}"/>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657F4C5C-C55C-5981-0008-855D9273E175}"/>
              </a:ext>
            </a:extLst>
          </p:cNvPr>
          <p:cNvSpPr>
            <a:spLocks noGrp="1"/>
          </p:cNvSpPr>
          <p:nvPr>
            <p:ph type="body" sz="quarter" idx="13"/>
          </p:nvPr>
        </p:nvSpPr>
        <p:spPr>
          <a:xfrm>
            <a:off x="3844424" y="294364"/>
            <a:ext cx="2854325" cy="150813"/>
          </a:xfrm>
        </p:spPr>
        <p:txBody>
          <a:bodyPr/>
          <a:lstStyle/>
          <a:p>
            <a:r>
              <a:rPr lang="ko-KR" altLang="en-US" sz="1000"/>
              <a:t>장소 선택 </a:t>
            </a:r>
            <a:r>
              <a:rPr lang="en-US" altLang="ko-KR" sz="1000"/>
              <a:t>- </a:t>
            </a:r>
            <a:r>
              <a:rPr lang="ko-KR" altLang="en-US" sz="1000"/>
              <a:t>전화하기</a:t>
            </a:r>
          </a:p>
        </p:txBody>
      </p:sp>
      <p:sp>
        <p:nvSpPr>
          <p:cNvPr id="7" name="텍스트 개체 틀 6">
            <a:extLst>
              <a:ext uri="{FF2B5EF4-FFF2-40B4-BE49-F238E27FC236}">
                <a16:creationId xmlns:a16="http://schemas.microsoft.com/office/drawing/2014/main" id="{F0855D3D-9D3E-1070-E1C1-8A673E4F3A82}"/>
              </a:ext>
            </a:extLst>
          </p:cNvPr>
          <p:cNvSpPr>
            <a:spLocks noGrp="1"/>
          </p:cNvSpPr>
          <p:nvPr>
            <p:ph type="body" sz="quarter" idx="15"/>
          </p:nvPr>
        </p:nvSpPr>
        <p:spPr/>
        <p:txBody>
          <a:bodyPr/>
          <a:lstStyle/>
          <a:p>
            <a:endParaRPr lang="ko-KR" altLang="en-US"/>
          </a:p>
        </p:txBody>
      </p:sp>
      <p:sp>
        <p:nvSpPr>
          <p:cNvPr id="8" name="텍스트 개체 틀 7">
            <a:extLst>
              <a:ext uri="{FF2B5EF4-FFF2-40B4-BE49-F238E27FC236}">
                <a16:creationId xmlns:a16="http://schemas.microsoft.com/office/drawing/2014/main" id="{39F428E9-FA07-072A-8888-8E7F7B109636}"/>
              </a:ext>
            </a:extLst>
          </p:cNvPr>
          <p:cNvSpPr>
            <a:spLocks noGrp="1"/>
          </p:cNvSpPr>
          <p:nvPr>
            <p:ph type="body" sz="quarter" idx="16"/>
          </p:nvPr>
        </p:nvSpPr>
        <p:spPr/>
        <p:txBody>
          <a:bodyPr/>
          <a:lstStyle/>
          <a:p>
            <a:endParaRPr lang="ko-KR" altLang="en-US"/>
          </a:p>
        </p:txBody>
      </p:sp>
      <p:pic>
        <p:nvPicPr>
          <p:cNvPr id="9" name="그림 8">
            <a:extLst>
              <a:ext uri="{FF2B5EF4-FFF2-40B4-BE49-F238E27FC236}">
                <a16:creationId xmlns:a16="http://schemas.microsoft.com/office/drawing/2014/main" id="{4C46078E-9246-FCD4-2B90-782EC5C0B8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63980" y="1145805"/>
            <a:ext cx="2471280" cy="4908800"/>
          </a:xfrm>
          <a:prstGeom prst="rect">
            <a:avLst/>
          </a:prstGeom>
          <a:ln>
            <a:solidFill>
              <a:schemeClr val="tx1"/>
            </a:solidFill>
          </a:ln>
        </p:spPr>
      </p:pic>
      <p:graphicFrame>
        <p:nvGraphicFramePr>
          <p:cNvPr id="12" name="표 11">
            <a:extLst>
              <a:ext uri="{FF2B5EF4-FFF2-40B4-BE49-F238E27FC236}">
                <a16:creationId xmlns:a16="http://schemas.microsoft.com/office/drawing/2014/main" id="{82FF758C-4C2F-12AB-48A8-7550667A0064}"/>
              </a:ext>
            </a:extLst>
          </p:cNvPr>
          <p:cNvGraphicFramePr>
            <a:graphicFrameLocks noGrp="1"/>
          </p:cNvGraphicFramePr>
          <p:nvPr>
            <p:extLst>
              <p:ext uri="{D42A27DB-BD31-4B8C-83A1-F6EECF244321}">
                <p14:modId xmlns:p14="http://schemas.microsoft.com/office/powerpoint/2010/main" val="644261201"/>
              </p:ext>
            </p:extLst>
          </p:nvPr>
        </p:nvGraphicFramePr>
        <p:xfrm>
          <a:off x="8287473" y="755896"/>
          <a:ext cx="3750391" cy="1038179"/>
        </p:xfrm>
        <a:graphic>
          <a:graphicData uri="http://schemas.openxmlformats.org/drawingml/2006/table">
            <a:tbl>
              <a:tblPr firstRow="1" bandRow="1">
                <a:tableStyleId>{5C22544A-7EE6-4342-B048-85BDC9FD1C3A}</a:tableStyleId>
              </a:tblPr>
              <a:tblGrid>
                <a:gridCol w="470674">
                  <a:extLst>
                    <a:ext uri="{9D8B030D-6E8A-4147-A177-3AD203B41FA5}">
                      <a16:colId xmlns:a16="http://schemas.microsoft.com/office/drawing/2014/main" val="3530039664"/>
                    </a:ext>
                  </a:extLst>
                </a:gridCol>
                <a:gridCol w="3279717">
                  <a:extLst>
                    <a:ext uri="{9D8B030D-6E8A-4147-A177-3AD203B41FA5}">
                      <a16:colId xmlns:a16="http://schemas.microsoft.com/office/drawing/2014/main" val="2911310704"/>
                    </a:ext>
                  </a:extLst>
                </a:gridCol>
              </a:tblGrid>
              <a:tr h="59370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전화하기 버튼 클릭 시 전화 어플에 전화번호를 띄워준다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44476">
                <a:tc gridSpan="2">
                  <a:txBody>
                    <a:bodyPr/>
                    <a:lstStyle/>
                    <a:p>
                      <a:pPr algn="ctr" latinLnBrk="1"/>
                      <a:r>
                        <a:rPr lang="ko-KR" altLang="en-US" sz="700" b="1" spc="0" baseline="0" dirty="0">
                          <a:latin typeface="+mn-ea"/>
                          <a:ea typeface="+mn-ea"/>
                        </a:rPr>
                        <a:t>확인 및 이슈사항</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Tree>
    <p:extLst>
      <p:ext uri="{BB962C8B-B14F-4D97-AF65-F5344CB8AC3E}">
        <p14:creationId xmlns:p14="http://schemas.microsoft.com/office/powerpoint/2010/main" val="30064867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8805D7A-952B-4755-E37F-DB4AA897BEDD}"/>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C9D6A7B3-A47B-BD47-012C-D7B3303A5A96}"/>
              </a:ext>
            </a:extLst>
          </p:cNvPr>
          <p:cNvSpPr>
            <a:spLocks noGrp="1"/>
          </p:cNvSpPr>
          <p:nvPr>
            <p:ph type="body" sz="quarter" idx="13"/>
          </p:nvPr>
        </p:nvSpPr>
        <p:spPr>
          <a:xfrm>
            <a:off x="3844424" y="294364"/>
            <a:ext cx="2854325" cy="150813"/>
          </a:xfrm>
        </p:spPr>
        <p:txBody>
          <a:bodyPr/>
          <a:lstStyle/>
          <a:p>
            <a:r>
              <a:rPr lang="ko-KR" altLang="en-US" sz="1000"/>
              <a:t>장소 선택 </a:t>
            </a:r>
            <a:r>
              <a:rPr lang="en-US" altLang="ko-KR" sz="1000"/>
              <a:t>- </a:t>
            </a:r>
            <a:r>
              <a:rPr lang="ko-KR" altLang="en-US" sz="1000"/>
              <a:t>길찾기</a:t>
            </a:r>
          </a:p>
        </p:txBody>
      </p:sp>
      <p:sp>
        <p:nvSpPr>
          <p:cNvPr id="6" name="텍스트 개체 틀 5">
            <a:extLst>
              <a:ext uri="{FF2B5EF4-FFF2-40B4-BE49-F238E27FC236}">
                <a16:creationId xmlns:a16="http://schemas.microsoft.com/office/drawing/2014/main" id="{589B1C6C-2861-1CCB-F8F4-04BF3CA95F77}"/>
              </a:ext>
            </a:extLst>
          </p:cNvPr>
          <p:cNvSpPr>
            <a:spLocks noGrp="1"/>
          </p:cNvSpPr>
          <p:nvPr>
            <p:ph type="body" sz="quarter" idx="15"/>
          </p:nvPr>
        </p:nvSpPr>
        <p:spPr/>
        <p:txBody>
          <a:bodyPr/>
          <a:lstStyle/>
          <a:p>
            <a:endParaRPr lang="ko-KR" altLang="en-US"/>
          </a:p>
        </p:txBody>
      </p:sp>
      <p:sp>
        <p:nvSpPr>
          <p:cNvPr id="9" name="텍스트 개체 틀 8">
            <a:extLst>
              <a:ext uri="{FF2B5EF4-FFF2-40B4-BE49-F238E27FC236}">
                <a16:creationId xmlns:a16="http://schemas.microsoft.com/office/drawing/2014/main" id="{31B191B4-264D-E764-0382-9E6381F3C8D4}"/>
              </a:ext>
            </a:extLst>
          </p:cNvPr>
          <p:cNvSpPr>
            <a:spLocks noGrp="1"/>
          </p:cNvSpPr>
          <p:nvPr>
            <p:ph type="body" sz="quarter" idx="16"/>
          </p:nvPr>
        </p:nvSpPr>
        <p:spPr/>
        <p:txBody>
          <a:bodyPr/>
          <a:lstStyle/>
          <a:p>
            <a:endParaRPr lang="ko-KR" altLang="en-US"/>
          </a:p>
        </p:txBody>
      </p:sp>
      <p:pic>
        <p:nvPicPr>
          <p:cNvPr id="7" name="그림 6">
            <a:extLst>
              <a:ext uri="{FF2B5EF4-FFF2-40B4-BE49-F238E27FC236}">
                <a16:creationId xmlns:a16="http://schemas.microsoft.com/office/drawing/2014/main" id="{60EA7787-CA51-708E-49FA-196D43C571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42529" y="1239181"/>
            <a:ext cx="2499109" cy="4964077"/>
          </a:xfrm>
          <a:prstGeom prst="rect">
            <a:avLst/>
          </a:prstGeom>
          <a:ln>
            <a:solidFill>
              <a:schemeClr val="tx1"/>
            </a:solidFill>
          </a:ln>
        </p:spPr>
      </p:pic>
      <p:graphicFrame>
        <p:nvGraphicFramePr>
          <p:cNvPr id="8" name="표 7">
            <a:extLst>
              <a:ext uri="{FF2B5EF4-FFF2-40B4-BE49-F238E27FC236}">
                <a16:creationId xmlns:a16="http://schemas.microsoft.com/office/drawing/2014/main" id="{609B2827-9FF1-2446-80D9-A20B9047D970}"/>
              </a:ext>
            </a:extLst>
          </p:cNvPr>
          <p:cNvGraphicFramePr>
            <a:graphicFrameLocks noGrp="1"/>
          </p:cNvGraphicFramePr>
          <p:nvPr>
            <p:extLst>
              <p:ext uri="{D42A27DB-BD31-4B8C-83A1-F6EECF244321}">
                <p14:modId xmlns:p14="http://schemas.microsoft.com/office/powerpoint/2010/main" val="3073927668"/>
              </p:ext>
            </p:extLst>
          </p:nvPr>
        </p:nvGraphicFramePr>
        <p:xfrm>
          <a:off x="8289235" y="755896"/>
          <a:ext cx="3748629" cy="1718947"/>
        </p:xfrm>
        <a:graphic>
          <a:graphicData uri="http://schemas.openxmlformats.org/drawingml/2006/table">
            <a:tbl>
              <a:tblPr firstRow="1" bandRow="1">
                <a:tableStyleId>{5C22544A-7EE6-4342-B048-85BDC9FD1C3A}</a:tableStyleId>
              </a:tblPr>
              <a:tblGrid>
                <a:gridCol w="470453">
                  <a:extLst>
                    <a:ext uri="{9D8B030D-6E8A-4147-A177-3AD203B41FA5}">
                      <a16:colId xmlns:a16="http://schemas.microsoft.com/office/drawing/2014/main" val="3530039664"/>
                    </a:ext>
                  </a:extLst>
                </a:gridCol>
                <a:gridCol w="3278176">
                  <a:extLst>
                    <a:ext uri="{9D8B030D-6E8A-4147-A177-3AD203B41FA5}">
                      <a16:colId xmlns:a16="http://schemas.microsoft.com/office/drawing/2014/main" val="2911310704"/>
                    </a:ext>
                  </a:extLst>
                </a:gridCol>
              </a:tblGrid>
              <a:tr h="98301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길찾기 클릭하면 길 안내를 </a:t>
                      </a:r>
                      <a:r>
                        <a:rPr kumimoji="0" lang="ko-KR" altLang="en-US" sz="1000" b="0" i="0" u="none" strike="noStrike" kern="1200" cap="none" spc="0" normalizeH="0" baseline="0" noProof="0">
                          <a:ln>
                            <a:noFill/>
                          </a:ln>
                          <a:solidFill>
                            <a:schemeClr val="tx1"/>
                          </a:solidFill>
                          <a:effectLst/>
                          <a:uLnTx/>
                          <a:uFillTx/>
                          <a:latin typeface="+mn-lt"/>
                          <a:ea typeface="나눔고딕" panose="020D0604000000000000" pitchFamily="50" charset="-127"/>
                          <a:cs typeface="+mn-cs"/>
                        </a:rPr>
                        <a:t>시작한다</a:t>
                      </a:r>
                      <a:r>
                        <a:rPr kumimoji="0" lang="en-US" altLang="ko-KR" sz="1000" b="0" i="0" u="none" strike="noStrike" kern="1200" cap="none" spc="0" normalizeH="0" baseline="0" noProof="0">
                          <a:ln>
                            <a:noFill/>
                          </a:ln>
                          <a:solidFill>
                            <a:schemeClr val="tx1"/>
                          </a:solidFill>
                          <a:effectLst/>
                          <a:uLnTx/>
                          <a:uFillTx/>
                          <a:latin typeface="+mn-lt"/>
                          <a:ea typeface="나눔고딕" panose="020D0604000000000000" pitchFamily="50" charset="-127"/>
                          <a:cs typeface="+mn-cs"/>
                        </a:rPr>
                        <a:t>. </a:t>
                      </a:r>
                      <a:r>
                        <a:rPr lang="en-US" altLang="ko-KR" sz="1000" b="0">
                          <a:solidFill>
                            <a:schemeClr val="tx1"/>
                          </a:solidFill>
                          <a:latin typeface="+mn-lt"/>
                        </a:rPr>
                        <a:t>MapView</a:t>
                      </a:r>
                      <a:endParaRPr lang="ko-KR" altLang="en-US" sz="1000" b="0">
                        <a:solidFill>
                          <a:schemeClr val="tx1"/>
                        </a:solidFill>
                        <a:latin typeface="+mn-lt"/>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735934">
                <a:tc gridSpan="2">
                  <a:txBody>
                    <a:bodyPr/>
                    <a:lstStyle/>
                    <a:p>
                      <a:pPr algn="ctr" latinLnBrk="1"/>
                      <a:r>
                        <a:rPr lang="ko-KR" altLang="en-US" sz="700" b="1" spc="0" baseline="0" dirty="0">
                          <a:latin typeface="+mn-ea"/>
                          <a:ea typeface="+mn-ea"/>
                        </a:rPr>
                        <a:t>확인 및 이슈사항</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4" name="왼쪽 중괄호 3">
            <a:extLst>
              <a:ext uri="{FF2B5EF4-FFF2-40B4-BE49-F238E27FC236}">
                <a16:creationId xmlns:a16="http://schemas.microsoft.com/office/drawing/2014/main" id="{0516DE70-3C3C-A387-B6F8-1E7EDB219D14}"/>
              </a:ext>
            </a:extLst>
          </p:cNvPr>
          <p:cNvSpPr/>
          <p:nvPr/>
        </p:nvSpPr>
        <p:spPr>
          <a:xfrm rot="10800000">
            <a:off x="5505985" y="1239180"/>
            <a:ext cx="216273" cy="4964075"/>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5" name="TextBox 4">
            <a:extLst>
              <a:ext uri="{FF2B5EF4-FFF2-40B4-BE49-F238E27FC236}">
                <a16:creationId xmlns:a16="http://schemas.microsoft.com/office/drawing/2014/main" id="{D70D42A3-BFE3-8A61-83E5-17514E926252}"/>
              </a:ext>
            </a:extLst>
          </p:cNvPr>
          <p:cNvSpPr txBox="1"/>
          <p:nvPr/>
        </p:nvSpPr>
        <p:spPr>
          <a:xfrm>
            <a:off x="5786604" y="3582718"/>
            <a:ext cx="1292860" cy="276999"/>
          </a:xfrm>
          <a:prstGeom prst="rect">
            <a:avLst/>
          </a:prstGeom>
          <a:noFill/>
        </p:spPr>
        <p:txBody>
          <a:bodyPr wrap="square" rtlCol="0">
            <a:spAutoFit/>
          </a:bodyPr>
          <a:lstStyle/>
          <a:p>
            <a:r>
              <a:rPr lang="en-US" altLang="ko-KR" sz="1200"/>
              <a:t>MapView</a:t>
            </a:r>
            <a:endParaRPr lang="ko-KR" altLang="en-US" sz="1200"/>
          </a:p>
        </p:txBody>
      </p:sp>
    </p:spTree>
    <p:extLst>
      <p:ext uri="{BB962C8B-B14F-4D97-AF65-F5344CB8AC3E}">
        <p14:creationId xmlns:p14="http://schemas.microsoft.com/office/powerpoint/2010/main" val="41503390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그림 1" descr="텍스트, 스크린샷, 폰트, 번호이(가) 표시된 사진&#10;&#10;AI가 생성한 콘텐츠는 부정확할 수 있습니다.">
            <a:extLst>
              <a:ext uri="{FF2B5EF4-FFF2-40B4-BE49-F238E27FC236}">
                <a16:creationId xmlns:a16="http://schemas.microsoft.com/office/drawing/2014/main" id="{973F5D88-771A-DE29-481E-B4F5960172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0728" y="979461"/>
            <a:ext cx="2455118" cy="5381965"/>
          </a:xfrm>
          <a:prstGeom prst="rect">
            <a:avLst/>
          </a:prstGeom>
          <a:ln>
            <a:solidFill>
              <a:schemeClr val="tx1"/>
            </a:solidFill>
          </a:ln>
        </p:spPr>
      </p:pic>
      <p:sp>
        <p:nvSpPr>
          <p:cNvPr id="6" name="제목 5">
            <a:extLst>
              <a:ext uri="{FF2B5EF4-FFF2-40B4-BE49-F238E27FC236}">
                <a16:creationId xmlns:a16="http://schemas.microsoft.com/office/drawing/2014/main" id="{A6D7AEA9-5D7F-4ADF-9BCC-DB59C5E9CD18}"/>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022B5199-0893-3981-D925-DBE17F2BA755}"/>
              </a:ext>
            </a:extLst>
          </p:cNvPr>
          <p:cNvSpPr>
            <a:spLocks noGrp="1"/>
          </p:cNvSpPr>
          <p:nvPr>
            <p:ph type="body" sz="quarter" idx="13"/>
          </p:nvPr>
        </p:nvSpPr>
        <p:spPr>
          <a:xfrm>
            <a:off x="3844424" y="294364"/>
            <a:ext cx="2854325" cy="150813"/>
          </a:xfrm>
        </p:spPr>
        <p:txBody>
          <a:bodyPr/>
          <a:lstStyle/>
          <a:p>
            <a:r>
              <a:rPr lang="ko-KR" altLang="en-US" sz="1000"/>
              <a:t>메인페이지</a:t>
            </a:r>
          </a:p>
        </p:txBody>
      </p:sp>
      <p:sp>
        <p:nvSpPr>
          <p:cNvPr id="8" name="텍스트 개체 틀 7">
            <a:extLst>
              <a:ext uri="{FF2B5EF4-FFF2-40B4-BE49-F238E27FC236}">
                <a16:creationId xmlns:a16="http://schemas.microsoft.com/office/drawing/2014/main" id="{BA96DDA8-D38A-1B3A-52E3-3DE78F6B88E3}"/>
              </a:ext>
            </a:extLst>
          </p:cNvPr>
          <p:cNvSpPr>
            <a:spLocks noGrp="1"/>
          </p:cNvSpPr>
          <p:nvPr>
            <p:ph type="body" sz="quarter" idx="15"/>
          </p:nvPr>
        </p:nvSpPr>
        <p:spPr/>
        <p:txBody>
          <a:bodyPr/>
          <a:lstStyle/>
          <a:p>
            <a:endParaRPr lang="ko-KR" altLang="en-US"/>
          </a:p>
        </p:txBody>
      </p:sp>
      <p:sp>
        <p:nvSpPr>
          <p:cNvPr id="9" name="텍스트 개체 틀 8">
            <a:extLst>
              <a:ext uri="{FF2B5EF4-FFF2-40B4-BE49-F238E27FC236}">
                <a16:creationId xmlns:a16="http://schemas.microsoft.com/office/drawing/2014/main" id="{B6556965-8B03-BBE6-D10B-EF6273CA5501}"/>
              </a:ext>
            </a:extLst>
          </p:cNvPr>
          <p:cNvSpPr>
            <a:spLocks noGrp="1"/>
          </p:cNvSpPr>
          <p:nvPr>
            <p:ph type="body" sz="quarter" idx="16"/>
          </p:nvPr>
        </p:nvSpPr>
        <p:spPr/>
        <p:txBody>
          <a:bodyPr/>
          <a:lstStyle/>
          <a:p>
            <a:endParaRPr lang="ko-KR" altLang="en-US"/>
          </a:p>
        </p:txBody>
      </p:sp>
      <p:pic>
        <p:nvPicPr>
          <p:cNvPr id="10" name="그래픽 9" descr="오른쪽을 가리키는 검지">
            <a:extLst>
              <a:ext uri="{FF2B5EF4-FFF2-40B4-BE49-F238E27FC236}">
                <a16:creationId xmlns:a16="http://schemas.microsoft.com/office/drawing/2014/main" id="{33F91E75-DC69-20E3-7D63-0679BC13D43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78554" y="4905171"/>
            <a:ext cx="764199" cy="764199"/>
          </a:xfrm>
          <a:prstGeom prst="rect">
            <a:avLst/>
          </a:prstGeom>
        </p:spPr>
      </p:pic>
      <p:sp>
        <p:nvSpPr>
          <p:cNvPr id="11" name="직사각형 10">
            <a:extLst>
              <a:ext uri="{FF2B5EF4-FFF2-40B4-BE49-F238E27FC236}">
                <a16:creationId xmlns:a16="http://schemas.microsoft.com/office/drawing/2014/main" id="{0D70A5A5-901A-26CE-E804-8BEF6506A5B2}"/>
              </a:ext>
            </a:extLst>
          </p:cNvPr>
          <p:cNvSpPr/>
          <p:nvPr/>
        </p:nvSpPr>
        <p:spPr>
          <a:xfrm>
            <a:off x="3222084" y="5042331"/>
            <a:ext cx="965200" cy="103632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TextBox 11">
            <a:extLst>
              <a:ext uri="{FF2B5EF4-FFF2-40B4-BE49-F238E27FC236}">
                <a16:creationId xmlns:a16="http://schemas.microsoft.com/office/drawing/2014/main" id="{AA905CEB-5DA9-271E-2C1D-485AE80B3BAB}"/>
              </a:ext>
            </a:extLst>
          </p:cNvPr>
          <p:cNvSpPr txBox="1"/>
          <p:nvPr/>
        </p:nvSpPr>
        <p:spPr>
          <a:xfrm>
            <a:off x="1149456" y="5152786"/>
            <a:ext cx="1298281" cy="369332"/>
          </a:xfrm>
          <a:prstGeom prst="rect">
            <a:avLst/>
          </a:prstGeom>
          <a:noFill/>
        </p:spPr>
        <p:txBody>
          <a:bodyPr wrap="square" rtlCol="0">
            <a:spAutoFit/>
          </a:bodyPr>
          <a:lstStyle/>
          <a:p>
            <a:r>
              <a:rPr lang="ko-KR" altLang="en-US">
                <a:solidFill>
                  <a:srgbClr val="FF0000"/>
                </a:solidFill>
              </a:rPr>
              <a:t>버튼 클릭</a:t>
            </a:r>
          </a:p>
        </p:txBody>
      </p:sp>
      <p:graphicFrame>
        <p:nvGraphicFramePr>
          <p:cNvPr id="13" name="표 12">
            <a:extLst>
              <a:ext uri="{FF2B5EF4-FFF2-40B4-BE49-F238E27FC236}">
                <a16:creationId xmlns:a16="http://schemas.microsoft.com/office/drawing/2014/main" id="{55FC8669-5C4E-FD8C-D6DD-DE40938E760C}"/>
              </a:ext>
            </a:extLst>
          </p:cNvPr>
          <p:cNvGraphicFramePr>
            <a:graphicFrameLocks noGrp="1"/>
          </p:cNvGraphicFramePr>
          <p:nvPr>
            <p:extLst>
              <p:ext uri="{D42A27DB-BD31-4B8C-83A1-F6EECF244321}">
                <p14:modId xmlns:p14="http://schemas.microsoft.com/office/powerpoint/2010/main" val="183860889"/>
              </p:ext>
            </p:extLst>
          </p:nvPr>
        </p:nvGraphicFramePr>
        <p:xfrm>
          <a:off x="8289235" y="755897"/>
          <a:ext cx="3748630" cy="1679190"/>
        </p:xfrm>
        <a:graphic>
          <a:graphicData uri="http://schemas.openxmlformats.org/drawingml/2006/table">
            <a:tbl>
              <a:tblPr firstRow="1" bandRow="1">
                <a:tableStyleId>{5C22544A-7EE6-4342-B048-85BDC9FD1C3A}</a:tableStyleId>
              </a:tblPr>
              <a:tblGrid>
                <a:gridCol w="470452">
                  <a:extLst>
                    <a:ext uri="{9D8B030D-6E8A-4147-A177-3AD203B41FA5}">
                      <a16:colId xmlns:a16="http://schemas.microsoft.com/office/drawing/2014/main" val="3530039664"/>
                    </a:ext>
                  </a:extLst>
                </a:gridCol>
                <a:gridCol w="3278178">
                  <a:extLst>
                    <a:ext uri="{9D8B030D-6E8A-4147-A177-3AD203B41FA5}">
                      <a16:colId xmlns:a16="http://schemas.microsoft.com/office/drawing/2014/main" val="2911310704"/>
                    </a:ext>
                  </a:extLst>
                </a:gridCol>
              </a:tblGrid>
              <a:tr h="960277">
                <a:tc>
                  <a:txBody>
                    <a:bodyPr/>
                    <a:lstStyle/>
                    <a:p>
                      <a:pPr algn="ctr" latinLnBrk="1"/>
                      <a:r>
                        <a:rPr lang="en-US" altLang="ko-KR" sz="10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메인페이지에서 문화센터 버튼을 클릭한다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Button</a:t>
                      </a: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718913">
                <a:tc gridSpan="2">
                  <a:txBody>
                    <a:bodyPr/>
                    <a:lstStyle/>
                    <a:p>
                      <a:pPr algn="ctr" latinLnBrk="1"/>
                      <a:r>
                        <a:rPr lang="ko-KR" altLang="en-US" sz="1000" b="1" spc="0" baseline="0" dirty="0">
                          <a:latin typeface="+mn-ea"/>
                          <a:ea typeface="+mn-ea"/>
                        </a:rPr>
                        <a:t>확인 및 이슈사항</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Tree>
    <p:extLst>
      <p:ext uri="{BB962C8B-B14F-4D97-AF65-F5344CB8AC3E}">
        <p14:creationId xmlns:p14="http://schemas.microsoft.com/office/powerpoint/2010/main" val="4019350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제목 5">
            <a:extLst>
              <a:ext uri="{FF2B5EF4-FFF2-40B4-BE49-F238E27FC236}">
                <a16:creationId xmlns:a16="http://schemas.microsoft.com/office/drawing/2014/main" id="{F208BFC7-573E-2FAE-A4B7-370EC41D9A26}"/>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C9CCF5DF-8A17-BAB4-7D13-0C086960FDB2}"/>
              </a:ext>
            </a:extLst>
          </p:cNvPr>
          <p:cNvSpPr>
            <a:spLocks noGrp="1"/>
          </p:cNvSpPr>
          <p:nvPr>
            <p:ph type="body" sz="quarter" idx="13"/>
          </p:nvPr>
        </p:nvSpPr>
        <p:spPr>
          <a:xfrm>
            <a:off x="3844424" y="294364"/>
            <a:ext cx="2854325" cy="150813"/>
          </a:xfrm>
        </p:spPr>
        <p:txBody>
          <a:bodyPr/>
          <a:lstStyle/>
          <a:p>
            <a:r>
              <a:rPr lang="ko-KR" altLang="en-US" sz="1000"/>
              <a:t>메인페이지 </a:t>
            </a:r>
            <a:r>
              <a:rPr lang="en-US" altLang="ko-KR" sz="1000"/>
              <a:t>– </a:t>
            </a:r>
            <a:r>
              <a:rPr lang="ko-KR" altLang="en-US" sz="1000"/>
              <a:t>문화센터 활동 사이트</a:t>
            </a:r>
          </a:p>
        </p:txBody>
      </p:sp>
      <p:sp>
        <p:nvSpPr>
          <p:cNvPr id="7" name="텍스트 개체 틀 6">
            <a:extLst>
              <a:ext uri="{FF2B5EF4-FFF2-40B4-BE49-F238E27FC236}">
                <a16:creationId xmlns:a16="http://schemas.microsoft.com/office/drawing/2014/main" id="{78571A38-9B0E-40D6-78BA-7004DB8BCDAD}"/>
              </a:ext>
            </a:extLst>
          </p:cNvPr>
          <p:cNvSpPr>
            <a:spLocks noGrp="1"/>
          </p:cNvSpPr>
          <p:nvPr>
            <p:ph type="body" sz="quarter" idx="15"/>
          </p:nvPr>
        </p:nvSpPr>
        <p:spPr/>
        <p:txBody>
          <a:bodyPr/>
          <a:lstStyle/>
          <a:p>
            <a:endParaRPr lang="ko-KR" altLang="en-US"/>
          </a:p>
        </p:txBody>
      </p:sp>
      <p:sp>
        <p:nvSpPr>
          <p:cNvPr id="8" name="텍스트 개체 틀 7">
            <a:extLst>
              <a:ext uri="{FF2B5EF4-FFF2-40B4-BE49-F238E27FC236}">
                <a16:creationId xmlns:a16="http://schemas.microsoft.com/office/drawing/2014/main" id="{4D26E79B-26FC-0BC6-E44D-262447672A5B}"/>
              </a:ext>
            </a:extLst>
          </p:cNvPr>
          <p:cNvSpPr>
            <a:spLocks noGrp="1"/>
          </p:cNvSpPr>
          <p:nvPr>
            <p:ph type="body" sz="quarter" idx="16"/>
          </p:nvPr>
        </p:nvSpPr>
        <p:spPr/>
        <p:txBody>
          <a:bodyPr/>
          <a:lstStyle/>
          <a:p>
            <a:endParaRPr lang="ko-KR" altLang="en-US"/>
          </a:p>
        </p:txBody>
      </p:sp>
      <p:pic>
        <p:nvPicPr>
          <p:cNvPr id="11" name="그림 10">
            <a:extLst>
              <a:ext uri="{FF2B5EF4-FFF2-40B4-BE49-F238E27FC236}">
                <a16:creationId xmlns:a16="http://schemas.microsoft.com/office/drawing/2014/main" id="{425E9F98-C4AB-058E-BFCF-08650ECA07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13975" y="976842"/>
            <a:ext cx="2591684" cy="5147963"/>
          </a:xfrm>
          <a:prstGeom prst="rect">
            <a:avLst/>
          </a:prstGeom>
          <a:ln>
            <a:solidFill>
              <a:schemeClr val="tx1"/>
            </a:solidFill>
          </a:ln>
        </p:spPr>
      </p:pic>
      <p:graphicFrame>
        <p:nvGraphicFramePr>
          <p:cNvPr id="12" name="표 11">
            <a:extLst>
              <a:ext uri="{FF2B5EF4-FFF2-40B4-BE49-F238E27FC236}">
                <a16:creationId xmlns:a16="http://schemas.microsoft.com/office/drawing/2014/main" id="{B32C9190-67EC-E1AF-BEC3-3E03553EAA14}"/>
              </a:ext>
            </a:extLst>
          </p:cNvPr>
          <p:cNvGraphicFramePr>
            <a:graphicFrameLocks noGrp="1"/>
          </p:cNvGraphicFramePr>
          <p:nvPr>
            <p:extLst>
              <p:ext uri="{D42A27DB-BD31-4B8C-83A1-F6EECF244321}">
                <p14:modId xmlns:p14="http://schemas.microsoft.com/office/powerpoint/2010/main" val="582144325"/>
              </p:ext>
            </p:extLst>
          </p:nvPr>
        </p:nvGraphicFramePr>
        <p:xfrm>
          <a:off x="8275899" y="755897"/>
          <a:ext cx="3761966" cy="1454868"/>
        </p:xfrm>
        <a:graphic>
          <a:graphicData uri="http://schemas.openxmlformats.org/drawingml/2006/table">
            <a:tbl>
              <a:tblPr firstRow="1" bandRow="1">
                <a:tableStyleId>{5C22544A-7EE6-4342-B048-85BDC9FD1C3A}</a:tableStyleId>
              </a:tblPr>
              <a:tblGrid>
                <a:gridCol w="472126">
                  <a:extLst>
                    <a:ext uri="{9D8B030D-6E8A-4147-A177-3AD203B41FA5}">
                      <a16:colId xmlns:a16="http://schemas.microsoft.com/office/drawing/2014/main" val="3530039664"/>
                    </a:ext>
                  </a:extLst>
                </a:gridCol>
                <a:gridCol w="3289840">
                  <a:extLst>
                    <a:ext uri="{9D8B030D-6E8A-4147-A177-3AD203B41FA5}">
                      <a16:colId xmlns:a16="http://schemas.microsoft.com/office/drawing/2014/main" val="2911310704"/>
                    </a:ext>
                  </a:extLst>
                </a:gridCol>
              </a:tblGrid>
              <a:tr h="831995">
                <a:tc>
                  <a:txBody>
                    <a:bodyPr/>
                    <a:lstStyle/>
                    <a:p>
                      <a:pPr algn="ctr" latinLnBrk="1"/>
                      <a:r>
                        <a:rPr lang="en-US" altLang="ko-KR" sz="10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메인페이지에서 문화센터 버튼 클릭 시 문화센터 홈페이지로 이동한다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622873">
                <a:tc gridSpan="2">
                  <a:txBody>
                    <a:bodyPr/>
                    <a:lstStyle/>
                    <a:p>
                      <a:pPr algn="ctr" latinLnBrk="1"/>
                      <a:r>
                        <a:rPr lang="ko-KR" altLang="en-US" sz="1000" b="1" spc="0" baseline="0" dirty="0">
                          <a:latin typeface="+mn-ea"/>
                          <a:ea typeface="+mn-ea"/>
                        </a:rPr>
                        <a:t>확인 및 이슈사항</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Tree>
    <p:extLst>
      <p:ext uri="{BB962C8B-B14F-4D97-AF65-F5344CB8AC3E}">
        <p14:creationId xmlns:p14="http://schemas.microsoft.com/office/powerpoint/2010/main" val="25422769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8DD69-4378-55E1-3C2A-CAC8A86574EB}"/>
            </a:ext>
          </a:extLst>
        </p:cNvPr>
        <p:cNvGrpSpPr/>
        <p:nvPr/>
      </p:nvGrpSpPr>
      <p:grpSpPr>
        <a:xfrm>
          <a:off x="0" y="0"/>
          <a:ext cx="0" cy="0"/>
          <a:chOff x="0" y="0"/>
          <a:chExt cx="0" cy="0"/>
        </a:xfrm>
      </p:grpSpPr>
      <p:sp>
        <p:nvSpPr>
          <p:cNvPr id="3" name="제목 2">
            <a:extLst>
              <a:ext uri="{FF2B5EF4-FFF2-40B4-BE49-F238E27FC236}">
                <a16:creationId xmlns:a16="http://schemas.microsoft.com/office/drawing/2014/main" id="{F8D93A7C-25D2-2393-1AD3-D0E1925ED8D9}"/>
              </a:ext>
            </a:extLst>
          </p:cNvPr>
          <p:cNvSpPr>
            <a:spLocks noGrp="1"/>
          </p:cNvSpPr>
          <p:nvPr>
            <p:ph type="title"/>
          </p:nvPr>
        </p:nvSpPr>
        <p:spPr/>
        <p:txBody>
          <a:bodyPr/>
          <a:lstStyle/>
          <a:p>
            <a:pPr algn="ctr"/>
            <a:r>
              <a:rPr lang="en-US" altLang="ko-KR" dirty="0"/>
              <a:t>03</a:t>
            </a:r>
            <a:r>
              <a:rPr lang="en-US" altLang="ko-KR"/>
              <a:t>. </a:t>
            </a:r>
            <a:r>
              <a:rPr lang="ko-KR" altLang="en-US"/>
              <a:t>마이페이지</a:t>
            </a:r>
            <a:endParaRPr lang="ko-KR" altLang="en-US" sz="2500" dirty="0"/>
          </a:p>
        </p:txBody>
      </p:sp>
    </p:spTree>
    <p:extLst>
      <p:ext uri="{BB962C8B-B14F-4D97-AF65-F5344CB8AC3E}">
        <p14:creationId xmlns:p14="http://schemas.microsoft.com/office/powerpoint/2010/main" val="3513651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제목 5">
            <a:extLst>
              <a:ext uri="{FF2B5EF4-FFF2-40B4-BE49-F238E27FC236}">
                <a16:creationId xmlns:a16="http://schemas.microsoft.com/office/drawing/2014/main" id="{14C3F1E7-DA93-59B7-B0EB-B0618A7A3EE0}"/>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A59CEB34-25AE-85C1-10DF-7CE7EC01FA63}"/>
              </a:ext>
            </a:extLst>
          </p:cNvPr>
          <p:cNvSpPr>
            <a:spLocks noGrp="1"/>
          </p:cNvSpPr>
          <p:nvPr>
            <p:ph type="body" sz="quarter" idx="13"/>
          </p:nvPr>
        </p:nvSpPr>
        <p:spPr/>
        <p:txBody>
          <a:bodyPr/>
          <a:lstStyle/>
          <a:p>
            <a:r>
              <a:rPr lang="ko-KR" altLang="en-US" sz="1000"/>
              <a:t>마이페이지　첫　페이지</a:t>
            </a:r>
          </a:p>
        </p:txBody>
      </p:sp>
      <p:sp>
        <p:nvSpPr>
          <p:cNvPr id="7" name="텍스트 개체 틀 6">
            <a:extLst>
              <a:ext uri="{FF2B5EF4-FFF2-40B4-BE49-F238E27FC236}">
                <a16:creationId xmlns:a16="http://schemas.microsoft.com/office/drawing/2014/main" id="{65412BB7-C4A1-BA04-91DA-C92EA9AC0D64}"/>
              </a:ext>
            </a:extLst>
          </p:cNvPr>
          <p:cNvSpPr>
            <a:spLocks noGrp="1"/>
          </p:cNvSpPr>
          <p:nvPr>
            <p:ph type="body" sz="quarter" idx="15"/>
          </p:nvPr>
        </p:nvSpPr>
        <p:spPr/>
        <p:txBody>
          <a:bodyPr/>
          <a:lstStyle/>
          <a:p>
            <a:endParaRPr lang="ko-KR" altLang="en-US"/>
          </a:p>
        </p:txBody>
      </p:sp>
      <p:sp>
        <p:nvSpPr>
          <p:cNvPr id="8" name="텍스트 개체 틀 7">
            <a:extLst>
              <a:ext uri="{FF2B5EF4-FFF2-40B4-BE49-F238E27FC236}">
                <a16:creationId xmlns:a16="http://schemas.microsoft.com/office/drawing/2014/main" id="{DAD6A6F6-FF96-C4AB-DBC1-6EB00743649D}"/>
              </a:ext>
            </a:extLst>
          </p:cNvPr>
          <p:cNvSpPr>
            <a:spLocks noGrp="1"/>
          </p:cNvSpPr>
          <p:nvPr>
            <p:ph type="body" sz="quarter" idx="16"/>
          </p:nvPr>
        </p:nvSpPr>
        <p:spPr/>
        <p:txBody>
          <a:bodyPr/>
          <a:lstStyle/>
          <a:p>
            <a:endParaRPr lang="ko-KR" altLang="en-US"/>
          </a:p>
        </p:txBody>
      </p:sp>
      <p:sp>
        <p:nvSpPr>
          <p:cNvPr id="16" name="왼쪽 중괄호 15">
            <a:extLst>
              <a:ext uri="{FF2B5EF4-FFF2-40B4-BE49-F238E27FC236}">
                <a16:creationId xmlns:a16="http://schemas.microsoft.com/office/drawing/2014/main" id="{C0DFA2D4-C36C-4E0E-9662-E1777EFDB40A}"/>
              </a:ext>
            </a:extLst>
          </p:cNvPr>
          <p:cNvSpPr/>
          <p:nvPr/>
        </p:nvSpPr>
        <p:spPr>
          <a:xfrm rot="10800000">
            <a:off x="5268574" y="1690636"/>
            <a:ext cx="106507" cy="712098"/>
          </a:xfrm>
          <a:prstGeom prst="leftBrace">
            <a:avLst>
              <a:gd name="adj1" fmla="val 49697"/>
              <a:gd name="adj2" fmla="val 50000"/>
            </a:avLst>
          </a:prstGeom>
          <a:ln w="952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7" name="타원 16">
            <a:extLst>
              <a:ext uri="{FF2B5EF4-FFF2-40B4-BE49-F238E27FC236}">
                <a16:creationId xmlns:a16="http://schemas.microsoft.com/office/drawing/2014/main" id="{44A51F56-B612-DB9C-B3EF-1F35FD376AFA}"/>
              </a:ext>
            </a:extLst>
          </p:cNvPr>
          <p:cNvSpPr/>
          <p:nvPr/>
        </p:nvSpPr>
        <p:spPr>
          <a:xfrm>
            <a:off x="5514598" y="195548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dirty="0">
              <a:latin typeface="Arial Black" panose="020B0A04020102020204" pitchFamily="34" charset="0"/>
            </a:endParaRPr>
          </a:p>
        </p:txBody>
      </p:sp>
      <p:graphicFrame>
        <p:nvGraphicFramePr>
          <p:cNvPr id="18" name="표 17">
            <a:extLst>
              <a:ext uri="{FF2B5EF4-FFF2-40B4-BE49-F238E27FC236}">
                <a16:creationId xmlns:a16="http://schemas.microsoft.com/office/drawing/2014/main" id="{A886A406-1907-2505-B978-EA0C7110FBD0}"/>
              </a:ext>
            </a:extLst>
          </p:cNvPr>
          <p:cNvGraphicFramePr>
            <a:graphicFrameLocks noGrp="1"/>
          </p:cNvGraphicFramePr>
          <p:nvPr>
            <p:extLst>
              <p:ext uri="{D42A27DB-BD31-4B8C-83A1-F6EECF244321}">
                <p14:modId xmlns:p14="http://schemas.microsoft.com/office/powerpoint/2010/main" val="4124811662"/>
              </p:ext>
            </p:extLst>
          </p:nvPr>
        </p:nvGraphicFramePr>
        <p:xfrm>
          <a:off x="8287475" y="767471"/>
          <a:ext cx="3744000" cy="5533524"/>
        </p:xfrm>
        <a:graphic>
          <a:graphicData uri="http://schemas.openxmlformats.org/drawingml/2006/table">
            <a:tbl>
              <a:tblPr firstRow="1" bandRow="1">
                <a:tableStyleId>{5C22544A-7EE6-4342-B048-85BDC9FD1C3A}</a:tableStyleId>
              </a:tblPr>
              <a:tblGrid>
                <a:gridCol w="469872">
                  <a:extLst>
                    <a:ext uri="{9D8B030D-6E8A-4147-A177-3AD203B41FA5}">
                      <a16:colId xmlns:a16="http://schemas.microsoft.com/office/drawing/2014/main" val="3530039664"/>
                    </a:ext>
                  </a:extLst>
                </a:gridCol>
                <a:gridCol w="3274128">
                  <a:extLst>
                    <a:ext uri="{9D8B030D-6E8A-4147-A177-3AD203B41FA5}">
                      <a16:colId xmlns:a16="http://schemas.microsoft.com/office/drawing/2014/main" val="2911310704"/>
                    </a:ext>
                  </a:extLst>
                </a:gridCol>
              </a:tblGrid>
              <a:tr h="757125">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프로필 페이지 </a:t>
                      </a:r>
                      <a:endPar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marR="0" lvl="0" indent="0"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사진 등록</a:t>
                      </a:r>
                      <a:r>
                        <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이동 일지</a:t>
                      </a:r>
                      <a:r>
                        <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알림 </a:t>
                      </a:r>
                      <a:endPar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757125">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Tx/>
                        <a:buNone/>
                        <a:tabLst/>
                        <a:defRPr/>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등록된 프로필 사진을 보여준다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lang="en-US" altLang="ko-KR" sz="1000" b="0">
                          <a:solidFill>
                            <a:schemeClr val="tx1"/>
                          </a:solidFill>
                          <a:latin typeface="나눔고딕" panose="020D0604000000000000" pitchFamily="50" charset="-127"/>
                          <a:ea typeface="나눔고딕" panose="020D0604000000000000" pitchFamily="50" charset="-127"/>
                        </a:rPr>
                        <a:t>ImageView</a:t>
                      </a:r>
                      <a:endPar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marR="0" lvl="0" indent="0" algn="l" defTabSz="914400" rtl="0" eaLnBrk="1" fontAlgn="auto" latinLnBrk="1" hangingPunct="1">
                        <a:lnSpc>
                          <a:spcPct val="15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미등록 시에 기본 아이콘 적용 </a:t>
                      </a:r>
                      <a:endPar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57478345"/>
                  </a:ext>
                </a:extLst>
              </a:tr>
              <a:tr h="757125">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Tx/>
                        <a:buNone/>
                        <a:tabLst/>
                        <a:defRPr/>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가입자의 정보</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이름</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전화번호</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를 보여준다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TextView</a:t>
                      </a: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62054409"/>
                  </a:ext>
                </a:extLst>
              </a:tr>
              <a:tr h="757125">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3</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Tx/>
                        <a:buNone/>
                        <a:tabLst/>
                        <a:defRPr/>
                      </a:pPr>
                      <a:r>
                        <a:rPr lang="ko-KR" altLang="en-US" sz="1000" b="0" spc="0" baseline="0">
                          <a:solidFill>
                            <a:schemeClr val="tx1"/>
                          </a:solidFill>
                          <a:latin typeface="나눔고딕" panose="020D0604000000000000" pitchFamily="50" charset="-127"/>
                          <a:ea typeface="나눔고딕" panose="020D0604000000000000" pitchFamily="50" charset="-127"/>
                        </a:rPr>
                        <a:t>프로필 사진을 클릭하면 사진을 등록할 수 있다</a:t>
                      </a:r>
                      <a:r>
                        <a:rPr lang="en-US" altLang="ko-KR" sz="1000" b="0" spc="0" baseline="0">
                          <a:solidFill>
                            <a:schemeClr val="tx1"/>
                          </a:solidFill>
                          <a:latin typeface="나눔고딕" panose="020D0604000000000000" pitchFamily="50" charset="-127"/>
                          <a:ea typeface="나눔고딕" panose="020D0604000000000000" pitchFamily="50" charset="-127"/>
                        </a:rPr>
                        <a:t>.</a:t>
                      </a:r>
                      <a:r>
                        <a:rPr lang="en-US" altLang="ko-KR" sz="1000">
                          <a:latin typeface="나눔고딕" panose="020D0604000000000000" pitchFamily="50" charset="-127"/>
                          <a:ea typeface="나눔고딕" panose="020D0604000000000000" pitchFamily="50" charset="-127"/>
                        </a:rPr>
                        <a:t> ImageButton</a:t>
                      </a:r>
                      <a:endParaRPr lang="en-US" altLang="ko-KR" sz="1000" b="0" spc="0" baseline="0">
                        <a:solidFill>
                          <a:schemeClr val="tx1"/>
                        </a:solidFill>
                        <a:latin typeface="나눔고딕" panose="020D0604000000000000" pitchFamily="50" charset="-127"/>
                        <a:ea typeface="나눔고딕" panose="020D0604000000000000" pitchFamily="50" charset="-127"/>
                      </a:endParaRPr>
                    </a:p>
                    <a:p>
                      <a:pPr>
                        <a:lnSpc>
                          <a:spcPct val="150000"/>
                        </a:lnSpc>
                      </a:pPr>
                      <a:r>
                        <a:rPr lang="ko-KR" altLang="en-US" sz="1000" b="0" spc="0" baseline="0">
                          <a:solidFill>
                            <a:schemeClr val="tx1"/>
                          </a:solidFill>
                          <a:latin typeface="나눔고딕" panose="020D0604000000000000" pitchFamily="50" charset="-127"/>
                          <a:ea typeface="나눔고딕" panose="020D0604000000000000" pitchFamily="50" charset="-127"/>
                          <a:hlinkClick r:id="rId2" action="ppaction://hlinksldjump"/>
                        </a:rPr>
                        <a:t>프로필 등록 페이지 이동</a:t>
                      </a:r>
                      <a:endParaRPr lang="en-US" altLang="ko-KR" sz="1000" b="0" spc="0" baseline="0" dirty="0">
                        <a:solidFill>
                          <a:schemeClr val="tx1"/>
                        </a:solidFill>
                        <a:latin typeface="나눔고딕" panose="020D0604000000000000" pitchFamily="50" charset="-127"/>
                        <a:ea typeface="나눔고딕" panose="020D0604000000000000" pitchFamily="50" charset="-127"/>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757125">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4</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Tx/>
                        <a:buNone/>
                        <a:tabLst/>
                        <a:defRPr/>
                      </a:pPr>
                      <a:r>
                        <a:rPr lang="ko-KR" altLang="en-US" sz="1000" b="0" spc="0" baseline="0">
                          <a:solidFill>
                            <a:schemeClr val="tx1"/>
                          </a:solidFill>
                          <a:latin typeface="나눔고딕" panose="020D0604000000000000" pitchFamily="50" charset="-127"/>
                          <a:ea typeface="나눔고딕" panose="020D0604000000000000" pitchFamily="50" charset="-127"/>
                        </a:rPr>
                        <a:t>귀가</a:t>
                      </a:r>
                      <a:r>
                        <a:rPr lang="en-US" altLang="ko-KR" sz="1000" b="0" spc="0" baseline="0">
                          <a:solidFill>
                            <a:schemeClr val="tx1"/>
                          </a:solidFill>
                          <a:latin typeface="나눔고딕" panose="020D0604000000000000" pitchFamily="50" charset="-127"/>
                          <a:ea typeface="나눔고딕" panose="020D0604000000000000" pitchFamily="50" charset="-127"/>
                        </a:rPr>
                        <a:t>, </a:t>
                      </a:r>
                      <a:r>
                        <a:rPr lang="ko-KR" altLang="en-US" sz="1000" b="0" spc="0" baseline="0">
                          <a:solidFill>
                            <a:schemeClr val="tx1"/>
                          </a:solidFill>
                          <a:latin typeface="나눔고딕" panose="020D0604000000000000" pitchFamily="50" charset="-127"/>
                          <a:ea typeface="나눔고딕" panose="020D0604000000000000" pitchFamily="50" charset="-127"/>
                        </a:rPr>
                        <a:t>외출 현황을 알 수 있다</a:t>
                      </a:r>
                      <a:r>
                        <a:rPr lang="en-US" altLang="ko-KR" sz="1000" b="0" spc="0" baseline="0">
                          <a:solidFill>
                            <a:schemeClr val="tx1"/>
                          </a:solidFill>
                          <a:latin typeface="나눔고딕" panose="020D0604000000000000" pitchFamily="50" charset="-127"/>
                          <a:ea typeface="나눔고딕" panose="020D0604000000000000" pitchFamily="50" charset="-127"/>
                        </a:rPr>
                        <a:t>. </a:t>
                      </a:r>
                      <a:r>
                        <a:rPr lang="en-US" altLang="ko-KR" sz="1000">
                          <a:latin typeface="나눔고딕" panose="020D0604000000000000" pitchFamily="50" charset="-127"/>
                          <a:ea typeface="나눔고딕" panose="020D0604000000000000" pitchFamily="50" charset="-127"/>
                        </a:rPr>
                        <a:t>CardView, TextView</a:t>
                      </a:r>
                      <a:endParaRPr lang="en-US" altLang="ko-KR" sz="1000" b="0" spc="0" baseline="0">
                        <a:solidFill>
                          <a:schemeClr val="tx1"/>
                        </a:solidFill>
                        <a:latin typeface="나눔고딕" panose="020D0604000000000000" pitchFamily="50" charset="-127"/>
                        <a:ea typeface="나눔고딕" panose="020D0604000000000000" pitchFamily="50" charset="-127"/>
                      </a:endParaRPr>
                    </a:p>
                    <a:p>
                      <a:pPr>
                        <a:lnSpc>
                          <a:spcPct val="150000"/>
                        </a:lnSpc>
                      </a:pPr>
                      <a:r>
                        <a:rPr lang="ko-KR" altLang="en-US" sz="1000" b="0" spc="0" baseline="0">
                          <a:solidFill>
                            <a:schemeClr val="tx1"/>
                          </a:solidFill>
                          <a:latin typeface="나눔고딕" panose="020D0604000000000000" pitchFamily="50" charset="-127"/>
                          <a:ea typeface="나눔고딕" panose="020D0604000000000000" pitchFamily="50" charset="-127"/>
                          <a:hlinkClick r:id="rId3" action="ppaction://hlinksldjump"/>
                        </a:rPr>
                        <a:t>이동 일지 페이지 이동</a:t>
                      </a:r>
                      <a:endParaRPr lang="en-US" altLang="ko-KR" sz="1000" b="0" spc="0" baseline="0">
                        <a:solidFill>
                          <a:schemeClr val="tx1"/>
                        </a:solidFill>
                        <a:latin typeface="나눔고딕" panose="020D0604000000000000" pitchFamily="50" charset="-127"/>
                        <a:ea typeface="나눔고딕" panose="020D0604000000000000" pitchFamily="50" charset="-127"/>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1133709">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5</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Tx/>
                        <a:buNone/>
                        <a:tabLst/>
                        <a:defRPr/>
                      </a:pPr>
                      <a:r>
                        <a:rPr lang="ko-KR" altLang="en-US" sz="1000" b="0" spc="0" baseline="0">
                          <a:solidFill>
                            <a:schemeClr val="tx1"/>
                          </a:solidFill>
                          <a:latin typeface="나눔고딕" panose="020D0604000000000000" pitchFamily="50" charset="-127"/>
                          <a:ea typeface="나눔고딕" panose="020D0604000000000000" pitchFamily="50" charset="-127"/>
                        </a:rPr>
                        <a:t>일정 관리를 위한 알림 기능 </a:t>
                      </a:r>
                      <a:r>
                        <a:rPr lang="en-US" altLang="ko-KR" sz="1000">
                          <a:latin typeface="나눔고딕" panose="020D0604000000000000" pitchFamily="50" charset="-127"/>
                          <a:ea typeface="나눔고딕" panose="020D0604000000000000" pitchFamily="50" charset="-127"/>
                        </a:rPr>
                        <a:t>TextView</a:t>
                      </a:r>
                    </a:p>
                    <a:p>
                      <a:pPr marL="0" marR="0" lvl="0" indent="0" algn="l" defTabSz="914400" rtl="0" eaLnBrk="1" fontAlgn="auto" latinLnBrk="1" hangingPunct="1">
                        <a:lnSpc>
                          <a:spcPct val="150000"/>
                        </a:lnSpc>
                        <a:spcBef>
                          <a:spcPts val="0"/>
                        </a:spcBef>
                        <a:spcAft>
                          <a:spcPts val="0"/>
                        </a:spcAft>
                        <a:buClrTx/>
                        <a:buSzTx/>
                        <a:buFontTx/>
                        <a:buNone/>
                        <a:tabLst/>
                        <a:defRPr/>
                      </a:pPr>
                      <a:r>
                        <a:rPr lang="ko-KR" altLang="en-US" sz="1000" b="0" spc="0" baseline="0">
                          <a:solidFill>
                            <a:schemeClr val="tx1"/>
                          </a:solidFill>
                          <a:latin typeface="나눔고딕" panose="020D0604000000000000" pitchFamily="50" charset="-127"/>
                          <a:ea typeface="나눔고딕" panose="020D0604000000000000" pitchFamily="50" charset="-127"/>
                          <a:hlinkClick r:id="rId4" action="ppaction://hlinksldjump"/>
                        </a:rPr>
                        <a:t>알림 기록 페이지 이동</a:t>
                      </a:r>
                      <a:endParaRPr lang="en-US" altLang="ko-KR" sz="1000" b="0" spc="0" baseline="0">
                        <a:solidFill>
                          <a:schemeClr val="tx1"/>
                        </a:solidFill>
                        <a:latin typeface="나눔고딕" panose="020D0604000000000000" pitchFamily="50" charset="-127"/>
                        <a:ea typeface="나눔고딕" panose="020D0604000000000000" pitchFamily="50" charset="-127"/>
                      </a:endParaRPr>
                    </a:p>
                    <a:p>
                      <a:pPr>
                        <a:lnSpc>
                          <a:spcPct val="150000"/>
                        </a:lnSpc>
                      </a:pPr>
                      <a:r>
                        <a:rPr lang="en-US" altLang="ko-KR" sz="800" b="0" spc="0" baseline="0">
                          <a:solidFill>
                            <a:schemeClr val="tx1"/>
                          </a:solidFill>
                          <a:latin typeface="나눔고딕" panose="020D0604000000000000" pitchFamily="50" charset="-127"/>
                          <a:ea typeface="나눔고딕" panose="020D0604000000000000" pitchFamily="50" charset="-127"/>
                        </a:rPr>
                        <a:t>- </a:t>
                      </a:r>
                      <a:r>
                        <a:rPr lang="ko-KR" altLang="en-US" sz="800" b="0" spc="0" baseline="0">
                          <a:solidFill>
                            <a:schemeClr val="tx1"/>
                          </a:solidFill>
                          <a:latin typeface="나눔고딕" panose="020D0604000000000000" pitchFamily="50" charset="-127"/>
                          <a:ea typeface="나눔고딕" panose="020D0604000000000000" pitchFamily="50" charset="-127"/>
                        </a:rPr>
                        <a:t>보호자가 알림 기능을 추가 가능</a:t>
                      </a:r>
                      <a:endParaRPr lang="en-US" altLang="ko-KR" sz="800" b="0" spc="0" baseline="0">
                        <a:solidFill>
                          <a:schemeClr val="tx1"/>
                        </a:solidFill>
                        <a:latin typeface="나눔고딕" panose="020D0604000000000000" pitchFamily="50" charset="-127"/>
                        <a:ea typeface="나눔고딕" panose="020D0604000000000000" pitchFamily="50" charset="-127"/>
                      </a:endParaRPr>
                    </a:p>
                    <a:p>
                      <a:pPr>
                        <a:lnSpc>
                          <a:spcPct val="150000"/>
                        </a:lnSpc>
                      </a:pPr>
                      <a:r>
                        <a:rPr lang="en-US" altLang="ko-KR" sz="800" b="0" spc="0" baseline="0">
                          <a:solidFill>
                            <a:schemeClr val="tx1"/>
                          </a:solidFill>
                          <a:latin typeface="나눔고딕" panose="020D0604000000000000" pitchFamily="50" charset="-127"/>
                          <a:ea typeface="나눔고딕" panose="020D0604000000000000" pitchFamily="50" charset="-127"/>
                        </a:rPr>
                        <a:t>- </a:t>
                      </a:r>
                      <a:r>
                        <a:rPr lang="ko-KR" altLang="en-US" sz="800" b="0" spc="0" baseline="0">
                          <a:solidFill>
                            <a:schemeClr val="tx1"/>
                          </a:solidFill>
                          <a:latin typeface="나눔고딕" panose="020D0604000000000000" pitchFamily="50" charset="-127"/>
                          <a:ea typeface="나눔고딕" panose="020D0604000000000000" pitchFamily="50" charset="-127"/>
                        </a:rPr>
                        <a:t>시니어는 해당 시간에 알림 수신</a:t>
                      </a:r>
                      <a:endParaRPr lang="en-US" altLang="ko-KR" sz="800" b="0" spc="0" baseline="0">
                        <a:solidFill>
                          <a:schemeClr val="tx1"/>
                        </a:solidFill>
                        <a:latin typeface="나눔고딕" panose="020D0604000000000000" pitchFamily="50" charset="-127"/>
                        <a:ea typeface="나눔고딕" panose="020D0604000000000000" pitchFamily="50" charset="-127"/>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614190">
                <a:tc gridSpan="2">
                  <a:txBody>
                    <a:bodyPr/>
                    <a:lstStyle/>
                    <a:p>
                      <a:pPr algn="ctr" latinLnBrk="1"/>
                      <a:r>
                        <a:rPr lang="ko-KR" altLang="en-US" sz="1000" b="1" spc="0" baseline="0" dirty="0">
                          <a:latin typeface="+mn-ea"/>
                          <a:ea typeface="+mn-ea"/>
                        </a:rPr>
                        <a:t>확인 및 이슈사항</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9" name="왼쪽 중괄호 18">
            <a:extLst>
              <a:ext uri="{FF2B5EF4-FFF2-40B4-BE49-F238E27FC236}">
                <a16:creationId xmlns:a16="http://schemas.microsoft.com/office/drawing/2014/main" id="{7155AA0C-01EB-91A4-7D81-DD02BD8FB524}"/>
              </a:ext>
            </a:extLst>
          </p:cNvPr>
          <p:cNvSpPr/>
          <p:nvPr/>
        </p:nvSpPr>
        <p:spPr>
          <a:xfrm rot="10800000">
            <a:off x="5239461" y="3792152"/>
            <a:ext cx="135622" cy="690878"/>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0" name="왼쪽 중괄호 19">
            <a:extLst>
              <a:ext uri="{FF2B5EF4-FFF2-40B4-BE49-F238E27FC236}">
                <a16:creationId xmlns:a16="http://schemas.microsoft.com/office/drawing/2014/main" id="{FDF4541C-7460-E17E-5880-E413D1D6579F}"/>
              </a:ext>
            </a:extLst>
          </p:cNvPr>
          <p:cNvSpPr/>
          <p:nvPr/>
        </p:nvSpPr>
        <p:spPr>
          <a:xfrm rot="10800000">
            <a:off x="5239460" y="4788326"/>
            <a:ext cx="135622" cy="690878"/>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타원 20">
            <a:extLst>
              <a:ext uri="{FF2B5EF4-FFF2-40B4-BE49-F238E27FC236}">
                <a16:creationId xmlns:a16="http://schemas.microsoft.com/office/drawing/2014/main" id="{E3E3C023-BC63-A271-FEB4-AA6AD7842269}"/>
              </a:ext>
            </a:extLst>
          </p:cNvPr>
          <p:cNvSpPr/>
          <p:nvPr/>
        </p:nvSpPr>
        <p:spPr>
          <a:xfrm>
            <a:off x="5507233" y="265384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dirty="0">
              <a:latin typeface="Arial Black" panose="020B0A04020102020204" pitchFamily="34" charset="0"/>
            </a:endParaRPr>
          </a:p>
        </p:txBody>
      </p:sp>
      <p:sp>
        <p:nvSpPr>
          <p:cNvPr id="22" name="타원 21">
            <a:extLst>
              <a:ext uri="{FF2B5EF4-FFF2-40B4-BE49-F238E27FC236}">
                <a16:creationId xmlns:a16="http://schemas.microsoft.com/office/drawing/2014/main" id="{36FA9DA3-F3E2-4118-DD2C-3646A233A8ED}"/>
              </a:ext>
            </a:extLst>
          </p:cNvPr>
          <p:cNvSpPr/>
          <p:nvPr/>
        </p:nvSpPr>
        <p:spPr>
          <a:xfrm>
            <a:off x="5507232" y="318271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3</a:t>
            </a:r>
            <a:endParaRPr lang="ko-KR" altLang="en-US" sz="900" dirty="0">
              <a:latin typeface="Arial Black" panose="020B0A04020102020204" pitchFamily="34" charset="0"/>
            </a:endParaRPr>
          </a:p>
        </p:txBody>
      </p:sp>
      <p:pic>
        <p:nvPicPr>
          <p:cNvPr id="5" name="그림 4">
            <a:extLst>
              <a:ext uri="{FF2B5EF4-FFF2-40B4-BE49-F238E27FC236}">
                <a16:creationId xmlns:a16="http://schemas.microsoft.com/office/drawing/2014/main" id="{56661B4D-70DC-02DA-865D-5F1C421BA88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60050" y="1156437"/>
            <a:ext cx="2523610" cy="5012744"/>
          </a:xfrm>
          <a:prstGeom prst="rect">
            <a:avLst/>
          </a:prstGeom>
          <a:ln>
            <a:solidFill>
              <a:schemeClr val="tx1"/>
            </a:solidFill>
          </a:ln>
        </p:spPr>
      </p:pic>
      <p:cxnSp>
        <p:nvCxnSpPr>
          <p:cNvPr id="10" name="직선 화살표 연결선 9">
            <a:extLst>
              <a:ext uri="{FF2B5EF4-FFF2-40B4-BE49-F238E27FC236}">
                <a16:creationId xmlns:a16="http://schemas.microsoft.com/office/drawing/2014/main" id="{1B482832-8382-BCF8-74FC-B401183CAD96}"/>
              </a:ext>
            </a:extLst>
          </p:cNvPr>
          <p:cNvCxnSpPr/>
          <p:nvPr/>
        </p:nvCxnSpPr>
        <p:spPr>
          <a:xfrm>
            <a:off x="4986586" y="2731500"/>
            <a:ext cx="388495" cy="0"/>
          </a:xfrm>
          <a:prstGeom prst="straightConnector1">
            <a:avLst/>
          </a:prstGeom>
          <a:ln w="952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2" name="왼쪽 중괄호 11">
            <a:extLst>
              <a:ext uri="{FF2B5EF4-FFF2-40B4-BE49-F238E27FC236}">
                <a16:creationId xmlns:a16="http://schemas.microsoft.com/office/drawing/2014/main" id="{C5EECA81-DBD2-D8AC-534A-06017782EADF}"/>
              </a:ext>
            </a:extLst>
          </p:cNvPr>
          <p:cNvSpPr/>
          <p:nvPr/>
        </p:nvSpPr>
        <p:spPr>
          <a:xfrm rot="10800000">
            <a:off x="5239459" y="3013438"/>
            <a:ext cx="135622" cy="540000"/>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3" name="타원 12">
            <a:extLst>
              <a:ext uri="{FF2B5EF4-FFF2-40B4-BE49-F238E27FC236}">
                <a16:creationId xmlns:a16="http://schemas.microsoft.com/office/drawing/2014/main" id="{4F4F6FCB-CC23-7B0C-C10C-6D4655FA6EFD}"/>
              </a:ext>
            </a:extLst>
          </p:cNvPr>
          <p:cNvSpPr/>
          <p:nvPr/>
        </p:nvSpPr>
        <p:spPr>
          <a:xfrm>
            <a:off x="5507232" y="402945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4</a:t>
            </a:r>
            <a:endParaRPr lang="ko-KR" altLang="en-US" sz="900" dirty="0">
              <a:latin typeface="Arial Black" panose="020B0A04020102020204" pitchFamily="34" charset="0"/>
            </a:endParaRPr>
          </a:p>
        </p:txBody>
      </p:sp>
      <p:sp>
        <p:nvSpPr>
          <p:cNvPr id="14" name="타원 13">
            <a:extLst>
              <a:ext uri="{FF2B5EF4-FFF2-40B4-BE49-F238E27FC236}">
                <a16:creationId xmlns:a16="http://schemas.microsoft.com/office/drawing/2014/main" id="{98F5ED2D-72FC-CCC1-1291-74D3F6D1D160}"/>
              </a:ext>
            </a:extLst>
          </p:cNvPr>
          <p:cNvSpPr/>
          <p:nvPr/>
        </p:nvSpPr>
        <p:spPr>
          <a:xfrm>
            <a:off x="5507231" y="504372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5</a:t>
            </a:r>
            <a:endParaRPr lang="ko-KR" altLang="en-US" sz="900" dirty="0">
              <a:latin typeface="Arial Black" panose="020B0A04020102020204" pitchFamily="34" charset="0"/>
            </a:endParaRPr>
          </a:p>
        </p:txBody>
      </p:sp>
      <p:sp>
        <p:nvSpPr>
          <p:cNvPr id="23" name="TextBox 22">
            <a:extLst>
              <a:ext uri="{FF2B5EF4-FFF2-40B4-BE49-F238E27FC236}">
                <a16:creationId xmlns:a16="http://schemas.microsoft.com/office/drawing/2014/main" id="{85A492F3-6DF1-4663-F77B-E4345FB95F45}"/>
              </a:ext>
            </a:extLst>
          </p:cNvPr>
          <p:cNvSpPr txBox="1"/>
          <p:nvPr/>
        </p:nvSpPr>
        <p:spPr>
          <a:xfrm>
            <a:off x="5770150" y="1935468"/>
            <a:ext cx="1117600" cy="261610"/>
          </a:xfrm>
          <a:prstGeom prst="rect">
            <a:avLst/>
          </a:prstGeom>
          <a:noFill/>
        </p:spPr>
        <p:txBody>
          <a:bodyPr wrap="square" rtlCol="0">
            <a:spAutoFit/>
          </a:bodyPr>
          <a:lstStyle/>
          <a:p>
            <a:r>
              <a:rPr lang="en-US" altLang="ko-KR" sz="1100"/>
              <a:t>ImageView</a:t>
            </a:r>
            <a:endParaRPr lang="ko-KR" altLang="en-US" sz="1100"/>
          </a:p>
        </p:txBody>
      </p:sp>
      <p:sp>
        <p:nvSpPr>
          <p:cNvPr id="24" name="TextBox 23">
            <a:extLst>
              <a:ext uri="{FF2B5EF4-FFF2-40B4-BE49-F238E27FC236}">
                <a16:creationId xmlns:a16="http://schemas.microsoft.com/office/drawing/2014/main" id="{C3F2B595-4BAE-6EB9-F71D-E42F26402BD2}"/>
              </a:ext>
            </a:extLst>
          </p:cNvPr>
          <p:cNvSpPr txBox="1"/>
          <p:nvPr/>
        </p:nvSpPr>
        <p:spPr>
          <a:xfrm>
            <a:off x="5758016" y="2632435"/>
            <a:ext cx="1117600" cy="261610"/>
          </a:xfrm>
          <a:prstGeom prst="rect">
            <a:avLst/>
          </a:prstGeom>
          <a:noFill/>
        </p:spPr>
        <p:txBody>
          <a:bodyPr wrap="square" rtlCol="0">
            <a:spAutoFit/>
          </a:bodyPr>
          <a:lstStyle/>
          <a:p>
            <a:r>
              <a:rPr lang="en-US" altLang="ko-KR" sz="1100"/>
              <a:t>ImageButton</a:t>
            </a:r>
            <a:endParaRPr lang="ko-KR" altLang="en-US" sz="1100"/>
          </a:p>
        </p:txBody>
      </p:sp>
      <p:sp>
        <p:nvSpPr>
          <p:cNvPr id="25" name="TextBox 24">
            <a:extLst>
              <a:ext uri="{FF2B5EF4-FFF2-40B4-BE49-F238E27FC236}">
                <a16:creationId xmlns:a16="http://schemas.microsoft.com/office/drawing/2014/main" id="{1D4D5076-D289-089D-A59A-6D057791AA71}"/>
              </a:ext>
            </a:extLst>
          </p:cNvPr>
          <p:cNvSpPr txBox="1"/>
          <p:nvPr/>
        </p:nvSpPr>
        <p:spPr>
          <a:xfrm>
            <a:off x="5745882" y="3168168"/>
            <a:ext cx="1117600" cy="261610"/>
          </a:xfrm>
          <a:prstGeom prst="rect">
            <a:avLst/>
          </a:prstGeom>
          <a:noFill/>
        </p:spPr>
        <p:txBody>
          <a:bodyPr wrap="square" rtlCol="0">
            <a:spAutoFit/>
          </a:bodyPr>
          <a:lstStyle/>
          <a:p>
            <a:r>
              <a:rPr lang="en-US" altLang="ko-KR" sz="1100"/>
              <a:t>TextView</a:t>
            </a:r>
            <a:endParaRPr lang="ko-KR" altLang="en-US" sz="1100"/>
          </a:p>
        </p:txBody>
      </p:sp>
      <p:sp>
        <p:nvSpPr>
          <p:cNvPr id="26" name="TextBox 25">
            <a:extLst>
              <a:ext uri="{FF2B5EF4-FFF2-40B4-BE49-F238E27FC236}">
                <a16:creationId xmlns:a16="http://schemas.microsoft.com/office/drawing/2014/main" id="{E0A5A743-45ED-F9EA-84B9-573AB1181699}"/>
              </a:ext>
            </a:extLst>
          </p:cNvPr>
          <p:cNvSpPr txBox="1"/>
          <p:nvPr/>
        </p:nvSpPr>
        <p:spPr>
          <a:xfrm>
            <a:off x="5733748" y="3943866"/>
            <a:ext cx="1117600" cy="430887"/>
          </a:xfrm>
          <a:prstGeom prst="rect">
            <a:avLst/>
          </a:prstGeom>
          <a:noFill/>
        </p:spPr>
        <p:txBody>
          <a:bodyPr wrap="square" rtlCol="0">
            <a:spAutoFit/>
          </a:bodyPr>
          <a:lstStyle/>
          <a:p>
            <a:r>
              <a:rPr lang="en-US" altLang="ko-KR" sz="1100"/>
              <a:t>CardView,</a:t>
            </a:r>
          </a:p>
          <a:p>
            <a:r>
              <a:rPr lang="en-US" altLang="ko-KR" sz="1100"/>
              <a:t>TextView</a:t>
            </a:r>
            <a:endParaRPr lang="ko-KR" altLang="en-US" sz="1100"/>
          </a:p>
        </p:txBody>
      </p:sp>
      <p:sp>
        <p:nvSpPr>
          <p:cNvPr id="27" name="TextBox 26">
            <a:extLst>
              <a:ext uri="{FF2B5EF4-FFF2-40B4-BE49-F238E27FC236}">
                <a16:creationId xmlns:a16="http://schemas.microsoft.com/office/drawing/2014/main" id="{EFE584D1-A9A1-7DF2-79F4-5FADF7211035}"/>
              </a:ext>
            </a:extLst>
          </p:cNvPr>
          <p:cNvSpPr txBox="1"/>
          <p:nvPr/>
        </p:nvSpPr>
        <p:spPr>
          <a:xfrm>
            <a:off x="5733748" y="5024936"/>
            <a:ext cx="1117600" cy="261610"/>
          </a:xfrm>
          <a:prstGeom prst="rect">
            <a:avLst/>
          </a:prstGeom>
          <a:noFill/>
        </p:spPr>
        <p:txBody>
          <a:bodyPr wrap="square" rtlCol="0">
            <a:spAutoFit/>
          </a:bodyPr>
          <a:lstStyle/>
          <a:p>
            <a:r>
              <a:rPr lang="en-US" altLang="ko-KR" sz="1100"/>
              <a:t>ImageView</a:t>
            </a:r>
            <a:endParaRPr lang="ko-KR" altLang="en-US" sz="1100"/>
          </a:p>
        </p:txBody>
      </p:sp>
    </p:spTree>
    <p:extLst>
      <p:ext uri="{BB962C8B-B14F-4D97-AF65-F5344CB8AC3E}">
        <p14:creationId xmlns:p14="http://schemas.microsoft.com/office/powerpoint/2010/main" val="2048215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C96FA6F-85EF-CC26-8EB0-25481158EC0A}"/>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6697B23D-3A6F-EB0E-49F9-323CFF854C79}"/>
              </a:ext>
            </a:extLst>
          </p:cNvPr>
          <p:cNvSpPr>
            <a:spLocks noGrp="1"/>
          </p:cNvSpPr>
          <p:nvPr>
            <p:ph type="body" sz="quarter" idx="13"/>
          </p:nvPr>
        </p:nvSpPr>
        <p:spPr>
          <a:xfrm>
            <a:off x="3844424" y="294364"/>
            <a:ext cx="2854325" cy="150813"/>
          </a:xfrm>
        </p:spPr>
        <p:txBody>
          <a:bodyPr/>
          <a:lstStyle/>
          <a:p>
            <a:r>
              <a:rPr lang="ko-KR" altLang="en-US" sz="1000"/>
              <a:t>프로필</a:t>
            </a:r>
            <a:r>
              <a:rPr lang="en-US" altLang="ko-KR" sz="1000"/>
              <a:t> -</a:t>
            </a:r>
            <a:r>
              <a:rPr lang="ko-KR" altLang="en-US" sz="1000"/>
              <a:t>사진 등록</a:t>
            </a:r>
          </a:p>
        </p:txBody>
      </p:sp>
      <p:sp>
        <p:nvSpPr>
          <p:cNvPr id="4" name="텍스트 개체 틀 3">
            <a:extLst>
              <a:ext uri="{FF2B5EF4-FFF2-40B4-BE49-F238E27FC236}">
                <a16:creationId xmlns:a16="http://schemas.microsoft.com/office/drawing/2014/main" id="{0647EA69-9655-F869-DF68-FD30C43A85D5}"/>
              </a:ext>
            </a:extLst>
          </p:cNvPr>
          <p:cNvSpPr>
            <a:spLocks noGrp="1"/>
          </p:cNvSpPr>
          <p:nvPr>
            <p:ph type="body" sz="quarter" idx="15"/>
          </p:nvPr>
        </p:nvSpPr>
        <p:spPr/>
        <p:txBody>
          <a:bodyPr/>
          <a:lstStyle/>
          <a:p>
            <a:endParaRPr lang="ko-KR" altLang="en-US"/>
          </a:p>
        </p:txBody>
      </p:sp>
      <p:sp>
        <p:nvSpPr>
          <p:cNvPr id="5" name="텍스트 개체 틀 4">
            <a:extLst>
              <a:ext uri="{FF2B5EF4-FFF2-40B4-BE49-F238E27FC236}">
                <a16:creationId xmlns:a16="http://schemas.microsoft.com/office/drawing/2014/main" id="{55F1EEF8-2D56-2B59-EA56-29105FDE6BFB}"/>
              </a:ext>
            </a:extLst>
          </p:cNvPr>
          <p:cNvSpPr>
            <a:spLocks noGrp="1"/>
          </p:cNvSpPr>
          <p:nvPr>
            <p:ph type="body" sz="quarter" idx="16"/>
          </p:nvPr>
        </p:nvSpPr>
        <p:spPr/>
        <p:txBody>
          <a:bodyPr/>
          <a:lstStyle/>
          <a:p>
            <a:endParaRPr lang="ko-KR" altLang="en-US"/>
          </a:p>
        </p:txBody>
      </p:sp>
      <p:pic>
        <p:nvPicPr>
          <p:cNvPr id="11" name="그림 10">
            <a:extLst>
              <a:ext uri="{FF2B5EF4-FFF2-40B4-BE49-F238E27FC236}">
                <a16:creationId xmlns:a16="http://schemas.microsoft.com/office/drawing/2014/main" id="{2A9C098E-B9D5-E5ED-C40D-464B251C51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23344" y="1216257"/>
            <a:ext cx="2451605" cy="4869718"/>
          </a:xfrm>
          <a:prstGeom prst="rect">
            <a:avLst/>
          </a:prstGeom>
          <a:ln>
            <a:solidFill>
              <a:schemeClr val="tx1"/>
            </a:solidFill>
          </a:ln>
        </p:spPr>
      </p:pic>
      <p:sp>
        <p:nvSpPr>
          <p:cNvPr id="12" name="왼쪽 중괄호 11">
            <a:extLst>
              <a:ext uri="{FF2B5EF4-FFF2-40B4-BE49-F238E27FC236}">
                <a16:creationId xmlns:a16="http://schemas.microsoft.com/office/drawing/2014/main" id="{2D3838EE-E190-F5D6-F489-2CA2673CC623}"/>
              </a:ext>
            </a:extLst>
          </p:cNvPr>
          <p:cNvSpPr/>
          <p:nvPr/>
        </p:nvSpPr>
        <p:spPr>
          <a:xfrm rot="10800000">
            <a:off x="5368421" y="1440223"/>
            <a:ext cx="135622" cy="540000"/>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3" name="왼쪽 중괄호 12">
            <a:extLst>
              <a:ext uri="{FF2B5EF4-FFF2-40B4-BE49-F238E27FC236}">
                <a16:creationId xmlns:a16="http://schemas.microsoft.com/office/drawing/2014/main" id="{0BB0F6E7-B01D-C320-9750-4B70BB3D2BB7}"/>
              </a:ext>
            </a:extLst>
          </p:cNvPr>
          <p:cNvSpPr/>
          <p:nvPr/>
        </p:nvSpPr>
        <p:spPr>
          <a:xfrm rot="10800000">
            <a:off x="5353439" y="2133512"/>
            <a:ext cx="163185" cy="1816726"/>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4" name="타원 13">
            <a:extLst>
              <a:ext uri="{FF2B5EF4-FFF2-40B4-BE49-F238E27FC236}">
                <a16:creationId xmlns:a16="http://schemas.microsoft.com/office/drawing/2014/main" id="{64E7CAC1-30BD-7C0E-B6D7-85F53A88947B}"/>
              </a:ext>
            </a:extLst>
          </p:cNvPr>
          <p:cNvSpPr/>
          <p:nvPr/>
        </p:nvSpPr>
        <p:spPr>
          <a:xfrm>
            <a:off x="5635565" y="293373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dirty="0">
              <a:latin typeface="Arial Black" panose="020B0A04020102020204" pitchFamily="34" charset="0"/>
            </a:endParaRPr>
          </a:p>
        </p:txBody>
      </p:sp>
      <p:sp>
        <p:nvSpPr>
          <p:cNvPr id="15" name="타원 14">
            <a:extLst>
              <a:ext uri="{FF2B5EF4-FFF2-40B4-BE49-F238E27FC236}">
                <a16:creationId xmlns:a16="http://schemas.microsoft.com/office/drawing/2014/main" id="{2AED273D-828E-D8B3-C0D7-E74D055ABCF9}"/>
              </a:ext>
            </a:extLst>
          </p:cNvPr>
          <p:cNvSpPr/>
          <p:nvPr/>
        </p:nvSpPr>
        <p:spPr>
          <a:xfrm>
            <a:off x="5619097" y="487937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3</a:t>
            </a:r>
            <a:endParaRPr lang="ko-KR" altLang="en-US" sz="900" dirty="0">
              <a:latin typeface="Arial Black" panose="020B0A04020102020204" pitchFamily="34" charset="0"/>
            </a:endParaRPr>
          </a:p>
        </p:txBody>
      </p:sp>
      <p:sp>
        <p:nvSpPr>
          <p:cNvPr id="16" name="왼쪽 중괄호 15">
            <a:extLst>
              <a:ext uri="{FF2B5EF4-FFF2-40B4-BE49-F238E27FC236}">
                <a16:creationId xmlns:a16="http://schemas.microsoft.com/office/drawing/2014/main" id="{C2E3C723-2401-3CAD-FDF0-6D013C85EEE1}"/>
              </a:ext>
            </a:extLst>
          </p:cNvPr>
          <p:cNvSpPr/>
          <p:nvPr/>
        </p:nvSpPr>
        <p:spPr>
          <a:xfrm rot="10800000">
            <a:off x="5348810" y="4079149"/>
            <a:ext cx="216273" cy="1816726"/>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7" name="타원 16">
            <a:extLst>
              <a:ext uri="{FF2B5EF4-FFF2-40B4-BE49-F238E27FC236}">
                <a16:creationId xmlns:a16="http://schemas.microsoft.com/office/drawing/2014/main" id="{4D937C22-0D53-9161-9A4E-BA924F4971F3}"/>
              </a:ext>
            </a:extLst>
          </p:cNvPr>
          <p:cNvSpPr/>
          <p:nvPr/>
        </p:nvSpPr>
        <p:spPr>
          <a:xfrm>
            <a:off x="5619096" y="160208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dirty="0">
              <a:latin typeface="Arial Black" panose="020B0A04020102020204" pitchFamily="34" charset="0"/>
            </a:endParaRPr>
          </a:p>
        </p:txBody>
      </p:sp>
      <p:graphicFrame>
        <p:nvGraphicFramePr>
          <p:cNvPr id="18" name="표 17">
            <a:extLst>
              <a:ext uri="{FF2B5EF4-FFF2-40B4-BE49-F238E27FC236}">
                <a16:creationId xmlns:a16="http://schemas.microsoft.com/office/drawing/2014/main" id="{340C43B5-0B99-6EEC-239A-042822E6538C}"/>
              </a:ext>
            </a:extLst>
          </p:cNvPr>
          <p:cNvGraphicFramePr>
            <a:graphicFrameLocks noGrp="1"/>
          </p:cNvGraphicFramePr>
          <p:nvPr>
            <p:extLst>
              <p:ext uri="{D42A27DB-BD31-4B8C-83A1-F6EECF244321}">
                <p14:modId xmlns:p14="http://schemas.microsoft.com/office/powerpoint/2010/main" val="1027699676"/>
              </p:ext>
            </p:extLst>
          </p:nvPr>
        </p:nvGraphicFramePr>
        <p:xfrm>
          <a:off x="8287475" y="755897"/>
          <a:ext cx="3744000" cy="3594035"/>
        </p:xfrm>
        <a:graphic>
          <a:graphicData uri="http://schemas.openxmlformats.org/drawingml/2006/table">
            <a:tbl>
              <a:tblPr firstRow="1" bandRow="1">
                <a:tableStyleId>{5C22544A-7EE6-4342-B048-85BDC9FD1C3A}</a:tableStyleId>
              </a:tblPr>
              <a:tblGrid>
                <a:gridCol w="469872">
                  <a:extLst>
                    <a:ext uri="{9D8B030D-6E8A-4147-A177-3AD203B41FA5}">
                      <a16:colId xmlns:a16="http://schemas.microsoft.com/office/drawing/2014/main" val="3530039664"/>
                    </a:ext>
                  </a:extLst>
                </a:gridCol>
                <a:gridCol w="3274128">
                  <a:extLst>
                    <a:ext uri="{9D8B030D-6E8A-4147-A177-3AD203B41FA5}">
                      <a16:colId xmlns:a16="http://schemas.microsoft.com/office/drawing/2014/main" val="2911310704"/>
                    </a:ext>
                  </a:extLst>
                </a:gridCol>
              </a:tblGrid>
              <a:tr h="650169">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50000"/>
                        </a:lnSpc>
                        <a:buFont typeface="Arial" panose="020B0604020202020204" pitchFamily="34" charset="0"/>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프로필 등록 페이지</a:t>
                      </a:r>
                      <a:endPar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851737">
                <a:tc>
                  <a:txBody>
                    <a:bodyPr/>
                    <a:lstStyle/>
                    <a:p>
                      <a:pPr algn="ctr" latinLnBrk="1"/>
                      <a:r>
                        <a:rPr lang="en-US" altLang="ko-KR" sz="10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Tx/>
                        <a:buNone/>
                        <a:tabLst/>
                        <a:defRPr/>
                      </a:pPr>
                      <a:r>
                        <a:rPr lang="ko-KR" altLang="en-US" sz="1000" b="0" spc="0" baseline="0">
                          <a:solidFill>
                            <a:schemeClr val="tx1"/>
                          </a:solidFill>
                          <a:latin typeface="나눔고딕" panose="020D0604000000000000" pitchFamily="50" charset="-127"/>
                          <a:ea typeface="나눔고딕" panose="020D0604000000000000" pitchFamily="50" charset="-127"/>
                        </a:rPr>
                        <a:t>홈버튼을 클릭하면 홈으로 이동한다</a:t>
                      </a:r>
                      <a:r>
                        <a:rPr lang="en-US" altLang="ko-KR" sz="1000" b="0" spc="0" baseline="0">
                          <a:solidFill>
                            <a:schemeClr val="tx1"/>
                          </a:solidFill>
                          <a:latin typeface="나눔고딕" panose="020D0604000000000000" pitchFamily="50" charset="-127"/>
                          <a:ea typeface="나눔고딕" panose="020D0604000000000000" pitchFamily="50" charset="-127"/>
                        </a:rPr>
                        <a:t>. </a:t>
                      </a:r>
                      <a:r>
                        <a:rPr lang="en-US" altLang="ko-KR" sz="1000">
                          <a:latin typeface="나눔고딕" panose="020D0604000000000000" pitchFamily="50" charset="-127"/>
                          <a:ea typeface="나눔고딕" panose="020D0604000000000000" pitchFamily="50" charset="-127"/>
                        </a:rPr>
                        <a:t>ImageButton</a:t>
                      </a:r>
                      <a:endParaRPr lang="en-US" altLang="ko-KR" sz="1000" b="0" spc="0" baseline="0">
                        <a:solidFill>
                          <a:schemeClr val="tx1"/>
                        </a:solidFill>
                        <a:latin typeface="나눔고딕" panose="020D0604000000000000" pitchFamily="50" charset="-127"/>
                        <a:ea typeface="나눔고딕" panose="020D0604000000000000" pitchFamily="50" charset="-127"/>
                      </a:endParaRPr>
                    </a:p>
                    <a:p>
                      <a:pPr>
                        <a:lnSpc>
                          <a:spcPct val="150000"/>
                        </a:lnSpc>
                      </a:pPr>
                      <a:r>
                        <a:rPr lang="ko-KR" altLang="en-US" sz="1000" b="0" spc="0" baseline="0">
                          <a:solidFill>
                            <a:schemeClr val="tx1"/>
                          </a:solidFill>
                          <a:latin typeface="나눔고딕" panose="020D0604000000000000" pitchFamily="50" charset="-127"/>
                          <a:ea typeface="나눔고딕" panose="020D0604000000000000" pitchFamily="50" charset="-127"/>
                          <a:hlinkClick r:id="rId3" action="ppaction://hlinksldjump"/>
                        </a:rPr>
                        <a:t>이동링크</a:t>
                      </a:r>
                      <a:r>
                        <a:rPr lang="en-US" altLang="ko-KR" sz="1000" b="0" spc="0" baseline="0">
                          <a:solidFill>
                            <a:schemeClr val="tx1"/>
                          </a:solidFill>
                          <a:latin typeface="나눔고딕" panose="020D0604000000000000" pitchFamily="50" charset="-127"/>
                          <a:ea typeface="나눔고딕" panose="020D0604000000000000" pitchFamily="50" charset="-127"/>
                          <a:hlinkClick r:id="rId3" action="ppaction://hlinksldjump"/>
                        </a:rPr>
                        <a:t>: </a:t>
                      </a:r>
                      <a:r>
                        <a:rPr lang="ko-KR" altLang="en-US" sz="1000" b="0" spc="0" baseline="0">
                          <a:solidFill>
                            <a:schemeClr val="tx1"/>
                          </a:solidFill>
                          <a:latin typeface="나눔고딕" panose="020D0604000000000000" pitchFamily="50" charset="-127"/>
                          <a:ea typeface="나눔고딕" panose="020D0604000000000000" pitchFamily="50" charset="-127"/>
                          <a:hlinkClick r:id="rId3" action="ppaction://hlinksldjump"/>
                        </a:rPr>
                        <a:t>홈화면</a:t>
                      </a:r>
                      <a:endParaRPr lang="en-US" altLang="ko-KR" sz="1000" b="0" spc="0" baseline="0">
                        <a:solidFill>
                          <a:schemeClr val="tx1"/>
                        </a:solidFill>
                        <a:latin typeface="나눔고딕" panose="020D0604000000000000" pitchFamily="50" charset="-127"/>
                        <a:ea typeface="나눔고딕" panose="020D0604000000000000" pitchFamily="50" charset="-127"/>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851737">
                <a:tc>
                  <a:txBody>
                    <a:bodyPr/>
                    <a:lstStyle/>
                    <a:p>
                      <a:pPr algn="ctr" latinLnBrk="1"/>
                      <a:r>
                        <a:rPr lang="en-US" altLang="ko-KR" sz="10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Tx/>
                        <a:buNone/>
                        <a:tabLst/>
                        <a:defRPr/>
                      </a:pPr>
                      <a:r>
                        <a:rPr lang="ko-KR" altLang="en-US" sz="1000" b="0" spc="0" baseline="0">
                          <a:solidFill>
                            <a:schemeClr val="tx1"/>
                          </a:solidFill>
                          <a:latin typeface="나눔고딕" panose="020D0604000000000000" pitchFamily="50" charset="-127"/>
                          <a:ea typeface="나눔고딕" panose="020D0604000000000000" pitchFamily="50" charset="-127"/>
                        </a:rPr>
                        <a:t>카메라 버튼을 클릭하면 바로 사진을 찍어 프로필 사진을 등록할 수 있다</a:t>
                      </a:r>
                      <a:r>
                        <a:rPr lang="en-US" altLang="ko-KR" sz="1000" b="0" spc="0" baseline="0">
                          <a:solidFill>
                            <a:schemeClr val="tx1"/>
                          </a:solidFill>
                          <a:latin typeface="나눔고딕" panose="020D0604000000000000" pitchFamily="50" charset="-127"/>
                          <a:ea typeface="나눔고딕" panose="020D0604000000000000" pitchFamily="50" charset="-127"/>
                        </a:rPr>
                        <a:t>.</a:t>
                      </a:r>
                      <a:r>
                        <a:rPr lang="en-US" altLang="ko-KR" sz="1000">
                          <a:latin typeface="나눔고딕" panose="020D0604000000000000" pitchFamily="50" charset="-127"/>
                          <a:ea typeface="나눔고딕" panose="020D0604000000000000" pitchFamily="50" charset="-127"/>
                        </a:rPr>
                        <a:t> Button</a:t>
                      </a:r>
                      <a:endParaRPr kumimoji="0" lang="ko-KR" altLang="ko-KR" sz="1000" b="0" i="0" u="none" strike="noStrike" cap="none" normalizeH="0" baseline="0">
                        <a:ln>
                          <a:noFill/>
                        </a:ln>
                        <a:solidFill>
                          <a:schemeClr val="tx1"/>
                        </a:solidFill>
                        <a:effectLst/>
                        <a:latin typeface="나눔고딕" panose="020D0604000000000000" pitchFamily="50" charset="-127"/>
                        <a:ea typeface="나눔고딕" panose="020D0604000000000000" pitchFamily="50" charset="-127"/>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753642">
                <a:tc>
                  <a:txBody>
                    <a:bodyPr/>
                    <a:lstStyle/>
                    <a:p>
                      <a:pPr algn="ctr" latinLnBrk="1"/>
                      <a:r>
                        <a:rPr lang="en-US" altLang="ko-KR" sz="10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Tx/>
                        <a:buNone/>
                        <a:tabLst/>
                        <a:defRPr/>
                      </a:pPr>
                      <a:r>
                        <a:rPr lang="ko-KR" altLang="en-US" sz="1000" b="0" spc="0" baseline="0">
                          <a:solidFill>
                            <a:schemeClr val="tx1"/>
                          </a:solidFill>
                          <a:latin typeface="나눔고딕" panose="020D0604000000000000" pitchFamily="50" charset="-127"/>
                          <a:ea typeface="나눔고딕" panose="020D0604000000000000" pitchFamily="50" charset="-127"/>
                        </a:rPr>
                        <a:t>사진첩 버튼을 클릭하면 사진첩에서 사진을 선택하여 프로필 사진으로 등록할 수 있다</a:t>
                      </a:r>
                      <a:r>
                        <a:rPr lang="en-US" altLang="ko-KR" sz="1000" b="0" spc="0" baseline="0">
                          <a:solidFill>
                            <a:schemeClr val="tx1"/>
                          </a:solidFill>
                          <a:latin typeface="나눔고딕" panose="020D0604000000000000" pitchFamily="50" charset="-127"/>
                          <a:ea typeface="나눔고딕" panose="020D0604000000000000" pitchFamily="50" charset="-127"/>
                        </a:rPr>
                        <a:t>. </a:t>
                      </a:r>
                      <a:r>
                        <a:rPr lang="en-US" altLang="ko-KR" sz="1000">
                          <a:latin typeface="나눔고딕" panose="020D0604000000000000" pitchFamily="50" charset="-127"/>
                          <a:ea typeface="나눔고딕" panose="020D0604000000000000" pitchFamily="50" charset="-127"/>
                        </a:rPr>
                        <a:t>Button</a:t>
                      </a:r>
                      <a:endParaRPr kumimoji="0" lang="ko-KR" altLang="ko-KR" sz="1000" b="0" i="0" u="none" strike="noStrike" cap="none" normalizeH="0" baseline="0">
                        <a:ln>
                          <a:noFill/>
                        </a:ln>
                        <a:solidFill>
                          <a:schemeClr val="tx1"/>
                        </a:solidFill>
                        <a:effectLst/>
                        <a:latin typeface="나눔고딕" panose="020D0604000000000000" pitchFamily="50" charset="-127"/>
                        <a:ea typeface="나눔고딕" panose="020D0604000000000000" pitchFamily="50" charset="-127"/>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486750">
                <a:tc gridSpan="2">
                  <a:txBody>
                    <a:bodyPr/>
                    <a:lstStyle/>
                    <a:p>
                      <a:pPr algn="ctr" latinLnBrk="1"/>
                      <a:r>
                        <a:rPr lang="ko-KR" altLang="en-US" sz="1000" b="1" spc="0" baseline="0" dirty="0">
                          <a:latin typeface="+mn-ea"/>
                          <a:ea typeface="+mn-ea"/>
                        </a:rPr>
                        <a:t>확인 및 이슈사항</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6" name="Rectangle 1">
            <a:extLst>
              <a:ext uri="{FF2B5EF4-FFF2-40B4-BE49-F238E27FC236}">
                <a16:creationId xmlns:a16="http://schemas.microsoft.com/office/drawing/2014/main" id="{126A7029-0BD7-410A-91E5-51A31254A7B1}"/>
              </a:ext>
            </a:extLst>
          </p:cNvPr>
          <p:cNvSpPr>
            <a:spLocks noChangeArrowheads="1"/>
          </p:cNvSpPr>
          <p:nvPr/>
        </p:nvSpPr>
        <p:spPr bwMode="auto">
          <a:xfrm>
            <a:off x="5855938" y="1571721"/>
            <a:ext cx="127852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a:t>ImageButton</a:t>
            </a:r>
            <a:endParaRPr kumimoji="0" lang="ko-KR" altLang="ko-KR" sz="1200" b="0" i="0" u="none" strike="noStrike" cap="none" normalizeH="0" baseline="0">
              <a:ln>
                <a:noFill/>
              </a:ln>
              <a:solidFill>
                <a:schemeClr val="tx1"/>
              </a:solidFill>
              <a:effectLst/>
            </a:endParaRPr>
          </a:p>
        </p:txBody>
      </p:sp>
      <p:sp>
        <p:nvSpPr>
          <p:cNvPr id="7" name="Rectangle 1">
            <a:extLst>
              <a:ext uri="{FF2B5EF4-FFF2-40B4-BE49-F238E27FC236}">
                <a16:creationId xmlns:a16="http://schemas.microsoft.com/office/drawing/2014/main" id="{83932824-435E-C5CF-D7CF-5E64EEC666ED}"/>
              </a:ext>
            </a:extLst>
          </p:cNvPr>
          <p:cNvSpPr>
            <a:spLocks noChangeArrowheads="1"/>
          </p:cNvSpPr>
          <p:nvPr/>
        </p:nvSpPr>
        <p:spPr bwMode="auto">
          <a:xfrm>
            <a:off x="5872406" y="2888134"/>
            <a:ext cx="127852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a:t>Button</a:t>
            </a:r>
            <a:endParaRPr kumimoji="0" lang="ko-KR" altLang="ko-KR" sz="1200" b="0" i="0" u="none" strike="noStrike" cap="none" normalizeH="0" baseline="0">
              <a:ln>
                <a:noFill/>
              </a:ln>
              <a:solidFill>
                <a:schemeClr val="tx1"/>
              </a:solidFill>
              <a:effectLst/>
            </a:endParaRPr>
          </a:p>
        </p:txBody>
      </p:sp>
      <p:sp>
        <p:nvSpPr>
          <p:cNvPr id="8" name="Rectangle 1">
            <a:extLst>
              <a:ext uri="{FF2B5EF4-FFF2-40B4-BE49-F238E27FC236}">
                <a16:creationId xmlns:a16="http://schemas.microsoft.com/office/drawing/2014/main" id="{853822A7-8441-49F6-E197-7CF07740CE5A}"/>
              </a:ext>
            </a:extLst>
          </p:cNvPr>
          <p:cNvSpPr>
            <a:spLocks noChangeArrowheads="1"/>
          </p:cNvSpPr>
          <p:nvPr/>
        </p:nvSpPr>
        <p:spPr bwMode="auto">
          <a:xfrm>
            <a:off x="5872407" y="4849011"/>
            <a:ext cx="127852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a:t>Button</a:t>
            </a:r>
            <a:endParaRPr kumimoji="0" lang="ko-KR" altLang="ko-KR" sz="1200" b="0" i="0" u="none" strike="noStrike" cap="none" normalizeH="0" baseline="0">
              <a:ln>
                <a:noFill/>
              </a:ln>
              <a:solidFill>
                <a:schemeClr val="tx1"/>
              </a:solidFill>
              <a:effectLst/>
            </a:endParaRPr>
          </a:p>
        </p:txBody>
      </p:sp>
    </p:spTree>
    <p:extLst>
      <p:ext uri="{BB962C8B-B14F-4D97-AF65-F5344CB8AC3E}">
        <p14:creationId xmlns:p14="http://schemas.microsoft.com/office/powerpoint/2010/main" val="40102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61D28CC-B87B-28B5-A89A-177FBC2E0C0A}"/>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47AE1B35-154A-BBE5-18EE-0644A09B3C17}"/>
              </a:ext>
            </a:extLst>
          </p:cNvPr>
          <p:cNvSpPr>
            <a:spLocks noGrp="1"/>
          </p:cNvSpPr>
          <p:nvPr>
            <p:ph type="body" sz="quarter" idx="13"/>
          </p:nvPr>
        </p:nvSpPr>
        <p:spPr>
          <a:xfrm>
            <a:off x="3844424" y="294364"/>
            <a:ext cx="2854325" cy="150813"/>
          </a:xfrm>
        </p:spPr>
        <p:txBody>
          <a:bodyPr/>
          <a:lstStyle/>
          <a:p>
            <a:r>
              <a:rPr lang="ko-KR" altLang="en-US" sz="1000"/>
              <a:t>이동 일지 </a:t>
            </a:r>
            <a:r>
              <a:rPr lang="en-US" altLang="ko-KR" sz="1000"/>
              <a:t>– </a:t>
            </a:r>
            <a:r>
              <a:rPr lang="ko-KR" altLang="en-US" sz="1000"/>
              <a:t>어르신　및　보호자</a:t>
            </a:r>
          </a:p>
        </p:txBody>
      </p:sp>
      <p:sp>
        <p:nvSpPr>
          <p:cNvPr id="4" name="텍스트 개체 틀 3">
            <a:extLst>
              <a:ext uri="{FF2B5EF4-FFF2-40B4-BE49-F238E27FC236}">
                <a16:creationId xmlns:a16="http://schemas.microsoft.com/office/drawing/2014/main" id="{5CC89326-9612-252F-74CA-2E90514F872F}"/>
              </a:ext>
            </a:extLst>
          </p:cNvPr>
          <p:cNvSpPr>
            <a:spLocks noGrp="1"/>
          </p:cNvSpPr>
          <p:nvPr>
            <p:ph type="body" sz="quarter" idx="15"/>
          </p:nvPr>
        </p:nvSpPr>
        <p:spPr/>
        <p:txBody>
          <a:bodyPr/>
          <a:lstStyle/>
          <a:p>
            <a:endParaRPr lang="ko-KR" altLang="en-US"/>
          </a:p>
        </p:txBody>
      </p:sp>
      <p:sp>
        <p:nvSpPr>
          <p:cNvPr id="5" name="텍스트 개체 틀 4">
            <a:extLst>
              <a:ext uri="{FF2B5EF4-FFF2-40B4-BE49-F238E27FC236}">
                <a16:creationId xmlns:a16="http://schemas.microsoft.com/office/drawing/2014/main" id="{53A6A646-6970-5E2A-926D-83AC375A72F0}"/>
              </a:ext>
            </a:extLst>
          </p:cNvPr>
          <p:cNvSpPr>
            <a:spLocks noGrp="1"/>
          </p:cNvSpPr>
          <p:nvPr>
            <p:ph type="body" sz="quarter" idx="16"/>
          </p:nvPr>
        </p:nvSpPr>
        <p:spPr/>
        <p:txBody>
          <a:bodyPr/>
          <a:lstStyle/>
          <a:p>
            <a:endParaRPr lang="ko-KR" altLang="en-US"/>
          </a:p>
        </p:txBody>
      </p:sp>
      <p:sp>
        <p:nvSpPr>
          <p:cNvPr id="6" name="왼쪽 중괄호 5">
            <a:extLst>
              <a:ext uri="{FF2B5EF4-FFF2-40B4-BE49-F238E27FC236}">
                <a16:creationId xmlns:a16="http://schemas.microsoft.com/office/drawing/2014/main" id="{47484B3A-3B6C-8BDC-F1B8-2D51E623B3CB}"/>
              </a:ext>
            </a:extLst>
          </p:cNvPr>
          <p:cNvSpPr/>
          <p:nvPr/>
        </p:nvSpPr>
        <p:spPr>
          <a:xfrm rot="10800000">
            <a:off x="5238556" y="2066350"/>
            <a:ext cx="203935" cy="3727604"/>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7" name="타원 6">
            <a:extLst>
              <a:ext uri="{FF2B5EF4-FFF2-40B4-BE49-F238E27FC236}">
                <a16:creationId xmlns:a16="http://schemas.microsoft.com/office/drawing/2014/main" id="{59FEE7EC-2308-D9E2-E402-287EEE37B4F2}"/>
              </a:ext>
            </a:extLst>
          </p:cNvPr>
          <p:cNvSpPr/>
          <p:nvPr/>
        </p:nvSpPr>
        <p:spPr>
          <a:xfrm>
            <a:off x="5513875" y="382201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ko-KR" altLang="en-US" sz="1000" b="1">
                <a:latin typeface="Arial Black" panose="020B0A04020102020204" pitchFamily="34" charset="0"/>
              </a:rPr>
              <a:t>２</a:t>
            </a:r>
            <a:endParaRPr lang="ko-KR" altLang="en-US" sz="1000" b="1" dirty="0">
              <a:latin typeface="Arial Black" panose="020B0A04020102020204" pitchFamily="34" charset="0"/>
            </a:endParaRPr>
          </a:p>
        </p:txBody>
      </p:sp>
      <p:graphicFrame>
        <p:nvGraphicFramePr>
          <p:cNvPr id="8" name="표 7">
            <a:extLst>
              <a:ext uri="{FF2B5EF4-FFF2-40B4-BE49-F238E27FC236}">
                <a16:creationId xmlns:a16="http://schemas.microsoft.com/office/drawing/2014/main" id="{72F3329C-E361-40BB-9D13-F8CFC38B7238}"/>
              </a:ext>
            </a:extLst>
          </p:cNvPr>
          <p:cNvGraphicFramePr>
            <a:graphicFrameLocks noGrp="1"/>
          </p:cNvGraphicFramePr>
          <p:nvPr>
            <p:extLst>
              <p:ext uri="{D42A27DB-BD31-4B8C-83A1-F6EECF244321}">
                <p14:modId xmlns:p14="http://schemas.microsoft.com/office/powerpoint/2010/main" val="347867142"/>
              </p:ext>
            </p:extLst>
          </p:nvPr>
        </p:nvGraphicFramePr>
        <p:xfrm>
          <a:off x="8282609" y="755897"/>
          <a:ext cx="3755255" cy="2854765"/>
        </p:xfrm>
        <a:graphic>
          <a:graphicData uri="http://schemas.openxmlformats.org/drawingml/2006/table">
            <a:tbl>
              <a:tblPr firstRow="1" bandRow="1">
                <a:tableStyleId>{5C22544A-7EE6-4342-B048-85BDC9FD1C3A}</a:tableStyleId>
              </a:tblPr>
              <a:tblGrid>
                <a:gridCol w="471284">
                  <a:extLst>
                    <a:ext uri="{9D8B030D-6E8A-4147-A177-3AD203B41FA5}">
                      <a16:colId xmlns:a16="http://schemas.microsoft.com/office/drawing/2014/main" val="3530039664"/>
                    </a:ext>
                  </a:extLst>
                </a:gridCol>
                <a:gridCol w="3283971">
                  <a:extLst>
                    <a:ext uri="{9D8B030D-6E8A-4147-A177-3AD203B41FA5}">
                      <a16:colId xmlns:a16="http://schemas.microsoft.com/office/drawing/2014/main" val="2911310704"/>
                    </a:ext>
                  </a:extLst>
                </a:gridCol>
              </a:tblGrid>
              <a:tr h="707143">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1000" b="1" spc="0" baseline="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50000"/>
                        </a:lnSpc>
                        <a:buFontTx/>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이동일지 페이지</a:t>
                      </a:r>
                      <a:endPar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40399001"/>
                  </a:ext>
                </a:extLst>
              </a:tr>
              <a:tr h="944880">
                <a:tc>
                  <a:txBody>
                    <a:bodyPr/>
                    <a:lstStyle/>
                    <a:p>
                      <a:pPr algn="ctr" latinLnBrk="1">
                        <a:lnSpc>
                          <a:spcPct val="150000"/>
                        </a:lnSpc>
                      </a:pPr>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dist" latinLnBrk="1">
                        <a:lnSpc>
                          <a:spcPct val="150000"/>
                        </a:lnSpc>
                        <a:buFont typeface="Arial" panose="020B0604020202020204" pitchFamily="34" charset="0"/>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이동일지 페이지에서 귀가 및 외출 시간을 확인 할 수 있다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p>
                      <a:pPr marL="171450" indent="-171450">
                        <a:lnSpc>
                          <a:spcPct val="150000"/>
                        </a:lnSpc>
                        <a:buFontTx/>
                        <a:buChar char="-"/>
                      </a:pPr>
                      <a:r>
                        <a:rPr lang="ko-KR" altLang="en-US" sz="800" b="0" spc="0" baseline="0">
                          <a:solidFill>
                            <a:schemeClr val="tx1"/>
                          </a:solidFill>
                          <a:latin typeface="나눔고딕" panose="020D0604000000000000" pitchFamily="50" charset="-127"/>
                          <a:ea typeface="나눔고딕" panose="020D0604000000000000" pitchFamily="50" charset="-127"/>
                        </a:rPr>
                        <a:t>지정한 위치</a:t>
                      </a:r>
                      <a:r>
                        <a:rPr lang="en-US" altLang="ko-KR" sz="800" b="0" spc="0" baseline="0">
                          <a:solidFill>
                            <a:schemeClr val="tx1"/>
                          </a:solidFill>
                          <a:latin typeface="나눔고딕" panose="020D0604000000000000" pitchFamily="50" charset="-127"/>
                          <a:ea typeface="나눔고딕" panose="020D0604000000000000" pitchFamily="50" charset="-127"/>
                        </a:rPr>
                        <a:t>(</a:t>
                      </a:r>
                      <a:r>
                        <a:rPr lang="ko-KR" altLang="en-US" sz="800" b="0" spc="0" baseline="0">
                          <a:solidFill>
                            <a:schemeClr val="tx1"/>
                          </a:solidFill>
                          <a:latin typeface="나눔고딕" panose="020D0604000000000000" pitchFamily="50" charset="-127"/>
                          <a:ea typeface="나눔고딕" panose="020D0604000000000000" pitchFamily="50" charset="-127"/>
                        </a:rPr>
                        <a:t>집</a:t>
                      </a:r>
                      <a:r>
                        <a:rPr lang="en-US" altLang="ko-KR" sz="800" b="0" spc="0" baseline="0">
                          <a:solidFill>
                            <a:schemeClr val="tx1"/>
                          </a:solidFill>
                          <a:latin typeface="나눔고딕" panose="020D0604000000000000" pitchFamily="50" charset="-127"/>
                          <a:ea typeface="나눔고딕" panose="020D0604000000000000" pitchFamily="50" charset="-127"/>
                        </a:rPr>
                        <a:t>)</a:t>
                      </a:r>
                      <a:r>
                        <a:rPr lang="ko-KR" altLang="en-US" sz="800" b="0" spc="0" baseline="0">
                          <a:solidFill>
                            <a:schemeClr val="tx1"/>
                          </a:solidFill>
                          <a:latin typeface="나눔고딕" panose="020D0604000000000000" pitchFamily="50" charset="-127"/>
                          <a:ea typeface="나눔고딕" panose="020D0604000000000000" pitchFamily="50" charset="-127"/>
                        </a:rPr>
                        <a:t>에서 멀어지면 외출 상태</a:t>
                      </a:r>
                      <a:endParaRPr lang="en-US" altLang="ko-KR" sz="800" b="0" spc="0" baseline="0">
                        <a:solidFill>
                          <a:schemeClr val="tx1"/>
                        </a:solidFill>
                        <a:latin typeface="나눔고딕" panose="020D0604000000000000" pitchFamily="50" charset="-127"/>
                        <a:ea typeface="나눔고딕" panose="020D0604000000000000" pitchFamily="50" charset="-127"/>
                      </a:endParaRPr>
                    </a:p>
                    <a:p>
                      <a:pPr marL="171450" indent="-171450">
                        <a:lnSpc>
                          <a:spcPct val="150000"/>
                        </a:lnSpc>
                        <a:buFontTx/>
                        <a:buChar char="-"/>
                      </a:pPr>
                      <a:r>
                        <a:rPr lang="ko-KR" altLang="en-US" sz="800" b="0" spc="0" baseline="0">
                          <a:solidFill>
                            <a:schemeClr val="tx1"/>
                          </a:solidFill>
                          <a:latin typeface="나눔고딕" panose="020D0604000000000000" pitchFamily="50" charset="-127"/>
                          <a:ea typeface="나눔고딕" panose="020D0604000000000000" pitchFamily="50" charset="-127"/>
                        </a:rPr>
                        <a:t>지정한 위치</a:t>
                      </a:r>
                      <a:r>
                        <a:rPr lang="en-US" altLang="ko-KR" sz="800" b="0" spc="0" baseline="0">
                          <a:solidFill>
                            <a:schemeClr val="tx1"/>
                          </a:solidFill>
                          <a:latin typeface="나눔고딕" panose="020D0604000000000000" pitchFamily="50" charset="-127"/>
                          <a:ea typeface="나눔고딕" panose="020D0604000000000000" pitchFamily="50" charset="-127"/>
                        </a:rPr>
                        <a:t>(</a:t>
                      </a:r>
                      <a:r>
                        <a:rPr lang="ko-KR" altLang="en-US" sz="800" b="0" spc="0" baseline="0">
                          <a:solidFill>
                            <a:schemeClr val="tx1"/>
                          </a:solidFill>
                          <a:latin typeface="나눔고딕" panose="020D0604000000000000" pitchFamily="50" charset="-127"/>
                          <a:ea typeface="나눔고딕" panose="020D0604000000000000" pitchFamily="50" charset="-127"/>
                        </a:rPr>
                        <a:t>집</a:t>
                      </a:r>
                      <a:r>
                        <a:rPr lang="en-US" altLang="ko-KR" sz="800" b="0" spc="0" baseline="0">
                          <a:solidFill>
                            <a:schemeClr val="tx1"/>
                          </a:solidFill>
                          <a:latin typeface="나눔고딕" panose="020D0604000000000000" pitchFamily="50" charset="-127"/>
                          <a:ea typeface="나눔고딕" panose="020D0604000000000000" pitchFamily="50" charset="-127"/>
                        </a:rPr>
                        <a:t>)</a:t>
                      </a:r>
                      <a:r>
                        <a:rPr lang="ko-KR" altLang="en-US" sz="800" b="0" spc="0" baseline="0">
                          <a:solidFill>
                            <a:schemeClr val="tx1"/>
                          </a:solidFill>
                          <a:latin typeface="나눔고딕" panose="020D0604000000000000" pitchFamily="50" charset="-127"/>
                          <a:ea typeface="나눔고딕" panose="020D0604000000000000" pitchFamily="50" charset="-127"/>
                        </a:rPr>
                        <a:t>의 반경 이내면 귀가 상태</a:t>
                      </a:r>
                      <a:endPar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687811">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1000" b="1" spc="0" baseline="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50000"/>
                        </a:lnSpc>
                        <a:buFont typeface="Arial" panose="020B0604020202020204" pitchFamily="34" charset="0"/>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스크롤을 내리면 과거 이동 일지들을 확인할 수 있다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a:ln>
                            <a:noFill/>
                          </a:ln>
                          <a:solidFill>
                            <a:schemeClr val="tx1"/>
                          </a:solidFill>
                          <a:effectLst/>
                          <a:latin typeface="나눔고딕" panose="020D0604000000000000" pitchFamily="50" charset="-127"/>
                          <a:ea typeface="나눔고딕" panose="020D0604000000000000" pitchFamily="50" charset="-127"/>
                        </a:rPr>
                        <a:t>RecyclerView</a:t>
                      </a:r>
                      <a:r>
                        <a:rPr lang="en-US" altLang="ko-KR" sz="1000">
                          <a:latin typeface="나눔고딕" panose="020D0604000000000000" pitchFamily="50" charset="-127"/>
                          <a:ea typeface="나눔고딕" panose="020D0604000000000000" pitchFamily="50" charset="-127"/>
                        </a:rPr>
                        <a:t>, </a:t>
                      </a:r>
                      <a:r>
                        <a:rPr kumimoji="0" lang="ko-KR" altLang="ko-KR" sz="1000" b="0" i="0" u="none" strike="noStrike" cap="none" normalizeH="0" baseline="0">
                          <a:ln>
                            <a:noFill/>
                          </a:ln>
                          <a:solidFill>
                            <a:schemeClr val="tx1"/>
                          </a:solidFill>
                          <a:effectLst/>
                          <a:latin typeface="나눔고딕" panose="020D0604000000000000" pitchFamily="50" charset="-127"/>
                          <a:ea typeface="나눔고딕" panose="020D0604000000000000" pitchFamily="50" charset="-127"/>
                        </a:rPr>
                        <a:t>TextView </a:t>
                      </a: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10026436"/>
                  </a:ext>
                </a:extLst>
              </a:tr>
              <a:tr h="514931">
                <a:tc gridSpan="2">
                  <a:txBody>
                    <a:bodyPr/>
                    <a:lstStyle/>
                    <a:p>
                      <a:pPr algn="ctr" latinLnBrk="1"/>
                      <a:r>
                        <a:rPr lang="ko-KR" altLang="en-US" sz="1000" b="1" spc="0" baseline="0" dirty="0">
                          <a:latin typeface="+mn-ea"/>
                          <a:ea typeface="+mn-ea"/>
                        </a:rPr>
                        <a:t>확인 및 이슈사항</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pic>
        <p:nvPicPr>
          <p:cNvPr id="11" name="그림 10">
            <a:extLst>
              <a:ext uri="{FF2B5EF4-FFF2-40B4-BE49-F238E27FC236}">
                <a16:creationId xmlns:a16="http://schemas.microsoft.com/office/drawing/2014/main" id="{B8FB5180-2CC7-F607-D3E1-9D85F31F8D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88869" y="1212910"/>
            <a:ext cx="2479018" cy="4924170"/>
          </a:xfrm>
          <a:prstGeom prst="rect">
            <a:avLst/>
          </a:prstGeom>
          <a:ln>
            <a:solidFill>
              <a:schemeClr val="tx1"/>
            </a:solidFill>
          </a:ln>
        </p:spPr>
      </p:pic>
      <p:sp>
        <p:nvSpPr>
          <p:cNvPr id="9" name="Rectangle 1">
            <a:extLst>
              <a:ext uri="{FF2B5EF4-FFF2-40B4-BE49-F238E27FC236}">
                <a16:creationId xmlns:a16="http://schemas.microsoft.com/office/drawing/2014/main" id="{4B1F09D5-CBAA-FB1D-E302-59621D8C6185}"/>
              </a:ext>
            </a:extLst>
          </p:cNvPr>
          <p:cNvSpPr>
            <a:spLocks noChangeArrowheads="1"/>
          </p:cNvSpPr>
          <p:nvPr/>
        </p:nvSpPr>
        <p:spPr bwMode="auto">
          <a:xfrm>
            <a:off x="5766045" y="3791651"/>
            <a:ext cx="127852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a:ln>
                  <a:noFill/>
                </a:ln>
                <a:solidFill>
                  <a:schemeClr val="tx1"/>
                </a:solidFill>
                <a:effectLst/>
              </a:rPr>
              <a:t>RecyclerView</a:t>
            </a:r>
            <a:r>
              <a:rPr lang="en-US" altLang="ko-KR" sz="1200"/>
              <a:t>,</a:t>
            </a:r>
          </a:p>
        </p:txBody>
      </p:sp>
      <p:cxnSp>
        <p:nvCxnSpPr>
          <p:cNvPr id="16" name="연결선: 꺾임 15">
            <a:extLst>
              <a:ext uri="{FF2B5EF4-FFF2-40B4-BE49-F238E27FC236}">
                <a16:creationId xmlns:a16="http://schemas.microsoft.com/office/drawing/2014/main" id="{1C32DA96-16C0-BA67-3C42-F260CA743C9A}"/>
              </a:ext>
            </a:extLst>
          </p:cNvPr>
          <p:cNvCxnSpPr>
            <a:cxnSpLocks/>
          </p:cNvCxnSpPr>
          <p:nvPr/>
        </p:nvCxnSpPr>
        <p:spPr>
          <a:xfrm flipV="1">
            <a:off x="4632960" y="1666240"/>
            <a:ext cx="809531" cy="579120"/>
          </a:xfrm>
          <a:prstGeom prst="bentConnector3">
            <a:avLst>
              <a:gd name="adj1" fmla="val 50000"/>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1A6AD71F-70A3-AD1E-1038-E85F73F78303}"/>
              </a:ext>
            </a:extLst>
          </p:cNvPr>
          <p:cNvSpPr txBox="1"/>
          <p:nvPr/>
        </p:nvSpPr>
        <p:spPr>
          <a:xfrm>
            <a:off x="5730148" y="1527740"/>
            <a:ext cx="1584960" cy="27699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a:ln>
                  <a:noFill/>
                </a:ln>
                <a:solidFill>
                  <a:schemeClr val="tx1"/>
                </a:solidFill>
                <a:effectLst/>
              </a:rPr>
              <a:t>TextView </a:t>
            </a:r>
          </a:p>
        </p:txBody>
      </p:sp>
      <p:sp>
        <p:nvSpPr>
          <p:cNvPr id="27" name="타원 26">
            <a:extLst>
              <a:ext uri="{FF2B5EF4-FFF2-40B4-BE49-F238E27FC236}">
                <a16:creationId xmlns:a16="http://schemas.microsoft.com/office/drawing/2014/main" id="{3EC15B64-AFBF-5346-F4B2-DFE7A0B0C5EC}"/>
              </a:ext>
            </a:extLst>
          </p:cNvPr>
          <p:cNvSpPr/>
          <p:nvPr/>
        </p:nvSpPr>
        <p:spPr>
          <a:xfrm>
            <a:off x="5514047" y="158536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4557105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제목 9">
            <a:extLst>
              <a:ext uri="{FF2B5EF4-FFF2-40B4-BE49-F238E27FC236}">
                <a16:creationId xmlns:a16="http://schemas.microsoft.com/office/drawing/2014/main" id="{69A224FC-31D8-054E-C034-E68827B5B313}"/>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1024103B-8B65-1E71-3A84-995BBA6BF3F9}"/>
              </a:ext>
            </a:extLst>
          </p:cNvPr>
          <p:cNvSpPr>
            <a:spLocks noGrp="1"/>
          </p:cNvSpPr>
          <p:nvPr>
            <p:ph type="body" sz="quarter" idx="13"/>
          </p:nvPr>
        </p:nvSpPr>
        <p:spPr>
          <a:xfrm>
            <a:off x="3844424" y="294364"/>
            <a:ext cx="2854325" cy="150813"/>
          </a:xfrm>
        </p:spPr>
        <p:txBody>
          <a:bodyPr/>
          <a:lstStyle/>
          <a:p>
            <a:r>
              <a:rPr lang="ko-KR" altLang="en-US" sz="1000"/>
              <a:t>알림 기록 </a:t>
            </a:r>
            <a:r>
              <a:rPr lang="en-US" altLang="ko-KR" sz="1000"/>
              <a:t>- </a:t>
            </a:r>
            <a:r>
              <a:rPr lang="ko-KR" altLang="en-US" sz="1000"/>
              <a:t>어르신</a:t>
            </a:r>
          </a:p>
        </p:txBody>
      </p:sp>
      <p:sp>
        <p:nvSpPr>
          <p:cNvPr id="11" name="텍스트 개체 틀 10">
            <a:extLst>
              <a:ext uri="{FF2B5EF4-FFF2-40B4-BE49-F238E27FC236}">
                <a16:creationId xmlns:a16="http://schemas.microsoft.com/office/drawing/2014/main" id="{1BC98C20-B997-E51B-DBAD-E8450F34B96A}"/>
              </a:ext>
            </a:extLst>
          </p:cNvPr>
          <p:cNvSpPr>
            <a:spLocks noGrp="1"/>
          </p:cNvSpPr>
          <p:nvPr>
            <p:ph type="body" sz="quarter" idx="15"/>
          </p:nvPr>
        </p:nvSpPr>
        <p:spPr/>
        <p:txBody>
          <a:bodyPr/>
          <a:lstStyle/>
          <a:p>
            <a:endParaRPr lang="ko-KR" altLang="en-US"/>
          </a:p>
        </p:txBody>
      </p:sp>
      <p:sp>
        <p:nvSpPr>
          <p:cNvPr id="12" name="텍스트 개체 틀 11">
            <a:extLst>
              <a:ext uri="{FF2B5EF4-FFF2-40B4-BE49-F238E27FC236}">
                <a16:creationId xmlns:a16="http://schemas.microsoft.com/office/drawing/2014/main" id="{C1CCA168-6287-DE1D-E5B4-57619FD2B017}"/>
              </a:ext>
            </a:extLst>
          </p:cNvPr>
          <p:cNvSpPr>
            <a:spLocks noGrp="1"/>
          </p:cNvSpPr>
          <p:nvPr>
            <p:ph type="body" sz="quarter" idx="16"/>
          </p:nvPr>
        </p:nvSpPr>
        <p:spPr/>
        <p:txBody>
          <a:bodyPr/>
          <a:lstStyle/>
          <a:p>
            <a:endParaRPr lang="ko-KR" altLang="en-US"/>
          </a:p>
        </p:txBody>
      </p:sp>
      <p:graphicFrame>
        <p:nvGraphicFramePr>
          <p:cNvPr id="6" name="표 5">
            <a:extLst>
              <a:ext uri="{FF2B5EF4-FFF2-40B4-BE49-F238E27FC236}">
                <a16:creationId xmlns:a16="http://schemas.microsoft.com/office/drawing/2014/main" id="{38A67CD7-8247-4D91-8DBE-E32925DFB0A6}"/>
              </a:ext>
            </a:extLst>
          </p:cNvPr>
          <p:cNvGraphicFramePr>
            <a:graphicFrameLocks noGrp="1"/>
          </p:cNvGraphicFramePr>
          <p:nvPr>
            <p:extLst>
              <p:ext uri="{D42A27DB-BD31-4B8C-83A1-F6EECF244321}">
                <p14:modId xmlns:p14="http://schemas.microsoft.com/office/powerpoint/2010/main" val="3060476160"/>
              </p:ext>
            </p:extLst>
          </p:nvPr>
        </p:nvGraphicFramePr>
        <p:xfrm>
          <a:off x="8282609" y="755895"/>
          <a:ext cx="3755255" cy="4312285"/>
        </p:xfrm>
        <a:graphic>
          <a:graphicData uri="http://schemas.openxmlformats.org/drawingml/2006/table">
            <a:tbl>
              <a:tblPr firstRow="1" bandRow="1">
                <a:tableStyleId>{5C22544A-7EE6-4342-B048-85BDC9FD1C3A}</a:tableStyleId>
              </a:tblPr>
              <a:tblGrid>
                <a:gridCol w="471284">
                  <a:extLst>
                    <a:ext uri="{9D8B030D-6E8A-4147-A177-3AD203B41FA5}">
                      <a16:colId xmlns:a16="http://schemas.microsoft.com/office/drawing/2014/main" val="3530039664"/>
                    </a:ext>
                  </a:extLst>
                </a:gridCol>
                <a:gridCol w="3283971">
                  <a:extLst>
                    <a:ext uri="{9D8B030D-6E8A-4147-A177-3AD203B41FA5}">
                      <a16:colId xmlns:a16="http://schemas.microsoft.com/office/drawing/2014/main" val="2911310704"/>
                    </a:ext>
                  </a:extLst>
                </a:gridCol>
              </a:tblGrid>
              <a:tr h="820032">
                <a:tc>
                  <a:txBody>
                    <a:bodyPr/>
                    <a:lstStyle/>
                    <a:p>
                      <a:pPr algn="ctr" latinLnBrk="1">
                        <a:lnSpc>
                          <a:spcPct val="150000"/>
                        </a:lnSpc>
                      </a:pPr>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 typeface="나눔고딕" panose="020D0604000000000000" pitchFamily="50" charset="-127"/>
                        <a:buNone/>
                        <a:tabLst/>
                        <a:defRPr/>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어르신의 알림 기록 페이지．</a:t>
                      </a:r>
                      <a:endPar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32599085"/>
                  </a:ext>
                </a:extLst>
              </a:tr>
              <a:tr h="820032">
                <a:tc>
                  <a:txBody>
                    <a:bodyPr/>
                    <a:lstStyle/>
                    <a:p>
                      <a:pPr algn="ctr" latinLnBrk="1">
                        <a:lnSpc>
                          <a:spcPct val="150000"/>
                        </a:lnSpc>
                      </a:pPr>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50000"/>
                        </a:lnSpc>
                        <a:buFont typeface="Arial" panose="020B0604020202020204" pitchFamily="34" charset="0"/>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날짜 별로</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(7</a:t>
                      </a: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일 기준</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알림 내역을 확인할 수 있다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p>
                      <a:pPr marL="0" indent="0" algn="l" latinLnBrk="1">
                        <a:lnSpc>
                          <a:spcPct val="150000"/>
                        </a:lnSpc>
                        <a:buFont typeface="Arial" panose="020B0604020202020204" pitchFamily="34" charset="0"/>
                        <a:buNone/>
                      </a:pP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HorizontalScrollView, Button</a:t>
                      </a: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1766360">
                <a:tc>
                  <a:txBody>
                    <a:bodyPr/>
                    <a:lstStyle/>
                    <a:p>
                      <a:pPr algn="ctr" latinLnBrk="1">
                        <a:lnSpc>
                          <a:spcPct val="150000"/>
                        </a:lnSpc>
                      </a:pPr>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50000"/>
                        </a:lnSpc>
                        <a:buFont typeface="Arial" panose="020B0604020202020204" pitchFamily="34" charset="0"/>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스크롤을 내리면 과거 알림 내역을 확인할 수 있다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p>
                      <a:pPr marL="0" marR="0" lvl="0" indent="0" algn="l" defTabSz="914400" rtl="0" eaLnBrk="0" fontAlgn="base" latinLnBrk="0" hangingPunct="0">
                        <a:lnSpc>
                          <a:spcPct val="150000"/>
                        </a:lnSpc>
                        <a:spcBef>
                          <a:spcPct val="0"/>
                        </a:spcBef>
                        <a:spcAft>
                          <a:spcPct val="0"/>
                        </a:spcAft>
                        <a:buClrTx/>
                        <a:buSzTx/>
                        <a:buFontTx/>
                        <a:buNone/>
                        <a:tabLst/>
                      </a:pPr>
                      <a:r>
                        <a:rPr kumimoji="0" lang="ko-KR" altLang="ko-KR" sz="1000" b="0" i="0" u="none" strike="noStrike" cap="none" normalizeH="0" baseline="0">
                          <a:ln>
                            <a:noFill/>
                          </a:ln>
                          <a:solidFill>
                            <a:schemeClr val="tx1"/>
                          </a:solidFill>
                          <a:effectLst/>
                          <a:latin typeface="나눔고딕" panose="020D0604000000000000" pitchFamily="50" charset="-127"/>
                          <a:ea typeface="나눔고딕" panose="020D0604000000000000" pitchFamily="50" charset="-127"/>
                        </a:rPr>
                        <a:t>RecyclerView</a:t>
                      </a:r>
                      <a:r>
                        <a:rPr lang="en-US" altLang="ko-KR" sz="1000">
                          <a:latin typeface="나눔고딕" panose="020D0604000000000000" pitchFamily="50" charset="-127"/>
                          <a:ea typeface="나눔고딕" panose="020D0604000000000000" pitchFamily="50" charset="-127"/>
                        </a:rPr>
                        <a:t>, </a:t>
                      </a:r>
                      <a:r>
                        <a:rPr kumimoji="0" lang="ko-KR" altLang="ko-KR" sz="1000" b="0" i="0" u="none" strike="noStrike" cap="none" normalizeH="0" baseline="0">
                          <a:ln>
                            <a:noFill/>
                          </a:ln>
                          <a:solidFill>
                            <a:schemeClr val="tx1"/>
                          </a:solidFill>
                          <a:effectLst/>
                          <a:latin typeface="나눔고딕" panose="020D0604000000000000" pitchFamily="50" charset="-127"/>
                          <a:ea typeface="나눔고딕" panose="020D0604000000000000" pitchFamily="50" charset="-127"/>
                        </a:rPr>
                        <a:t>TextView </a:t>
                      </a:r>
                      <a:endParaRPr kumimoji="0" lang="en-US" altLang="ko-KR" sz="500" b="0" i="0" u="none" strike="noStrike" cap="none" normalizeH="0" baseline="0">
                        <a:ln>
                          <a:noFill/>
                        </a:ln>
                        <a:solidFill>
                          <a:schemeClr val="tx1"/>
                        </a:solidFill>
                        <a:effectLst/>
                        <a:latin typeface="나눔고딕" panose="020D0604000000000000" pitchFamily="50" charset="-127"/>
                        <a:ea typeface="나눔고딕" panose="020D0604000000000000" pitchFamily="50" charset="-127"/>
                      </a:endParaRPr>
                    </a:p>
                    <a:p>
                      <a:pPr marL="171450" lvl="0" indent="-171450" algn="l" latinLnBrk="1">
                        <a:lnSpc>
                          <a:spcPct val="150000"/>
                        </a:lnSpc>
                        <a:buFont typeface="나눔고딕" panose="020D0604000000000000" pitchFamily="50" charset="-127"/>
                        <a:buChar char="-"/>
                      </a:pPr>
                      <a:r>
                        <a:rPr kumimoji="0" lang="ko-KR" altLang="en-US"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당일이 되면 보호자는 알림을 수신하게 된다</a:t>
                      </a:r>
                      <a:r>
                        <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p>
                      <a:pPr marL="171450" marR="0" lvl="0" indent="-171450" algn="l" defTabSz="914400" rtl="0" eaLnBrk="1" fontAlgn="auto" latinLnBrk="1" hangingPunct="1">
                        <a:lnSpc>
                          <a:spcPct val="150000"/>
                        </a:lnSpc>
                        <a:spcBef>
                          <a:spcPts val="0"/>
                        </a:spcBef>
                        <a:spcAft>
                          <a:spcPts val="0"/>
                        </a:spcAft>
                        <a:buClrTx/>
                        <a:buSzTx/>
                        <a:buFont typeface="나눔고딕" panose="020D0604000000000000" pitchFamily="50" charset="-127"/>
                        <a:buChar char="-"/>
                        <a:tabLst/>
                        <a:defRPr/>
                      </a:pPr>
                      <a:r>
                        <a:rPr kumimoji="0" lang="ko-KR" altLang="en-US"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스크롤 내리면 이전 알림 내역 확인할 수 있다</a:t>
                      </a:r>
                      <a:r>
                        <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p>
                      <a:pPr marL="171450" marR="0" lvl="0" indent="-171450" algn="l" defTabSz="914400" rtl="0" eaLnBrk="1" fontAlgn="auto" latinLnBrk="1" hangingPunct="1">
                        <a:lnSpc>
                          <a:spcPct val="150000"/>
                        </a:lnSpc>
                        <a:spcBef>
                          <a:spcPts val="0"/>
                        </a:spcBef>
                        <a:spcAft>
                          <a:spcPts val="0"/>
                        </a:spcAft>
                        <a:buClrTx/>
                        <a:buSzTx/>
                        <a:buFont typeface="나눔고딕" panose="020D0604000000000000" pitchFamily="50" charset="-127"/>
                        <a:buChar char="-"/>
                        <a:tabLst/>
                        <a:defRPr/>
                      </a:pPr>
                      <a:r>
                        <a:rPr kumimoji="0" lang="ko-KR" altLang="en-US"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가독성을 위해 지난 알림은 회색</a:t>
                      </a:r>
                      <a:r>
                        <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남은 알림은 노란색으로 처리</a:t>
                      </a:r>
                      <a:endPar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10026436"/>
                  </a:ext>
                </a:extLst>
              </a:tr>
              <a:tr h="905861">
                <a:tc gridSpan="2">
                  <a:txBody>
                    <a:bodyPr/>
                    <a:lstStyle/>
                    <a:p>
                      <a:pPr algn="ctr" latinLnBrk="1"/>
                      <a:r>
                        <a:rPr lang="ko-KR" altLang="en-US" sz="1000" b="1" spc="0" baseline="0" dirty="0">
                          <a:latin typeface="+mn-ea"/>
                          <a:ea typeface="+mn-ea"/>
                        </a:rPr>
                        <a:t>확인 및 이슈사항</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7" name="왼쪽 중괄호 6">
            <a:extLst>
              <a:ext uri="{FF2B5EF4-FFF2-40B4-BE49-F238E27FC236}">
                <a16:creationId xmlns:a16="http://schemas.microsoft.com/office/drawing/2014/main" id="{20329F0E-6652-1283-99A3-09C45FF24E4C}"/>
              </a:ext>
            </a:extLst>
          </p:cNvPr>
          <p:cNvSpPr/>
          <p:nvPr/>
        </p:nvSpPr>
        <p:spPr>
          <a:xfrm rot="10800000">
            <a:off x="5031824" y="2303361"/>
            <a:ext cx="216271" cy="3358072"/>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8" name="타원 7">
            <a:extLst>
              <a:ext uri="{FF2B5EF4-FFF2-40B4-BE49-F238E27FC236}">
                <a16:creationId xmlns:a16="http://schemas.microsoft.com/office/drawing/2014/main" id="{BCA25771-EB7B-1ECA-117F-7F97D239DF67}"/>
              </a:ext>
            </a:extLst>
          </p:cNvPr>
          <p:cNvSpPr/>
          <p:nvPr/>
        </p:nvSpPr>
        <p:spPr>
          <a:xfrm>
            <a:off x="5307146" y="388660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dirty="0">
              <a:latin typeface="Arial Black" panose="020B0A04020102020204" pitchFamily="34" charset="0"/>
            </a:endParaRPr>
          </a:p>
        </p:txBody>
      </p:sp>
      <p:pic>
        <p:nvPicPr>
          <p:cNvPr id="18" name="그림 17">
            <a:extLst>
              <a:ext uri="{FF2B5EF4-FFF2-40B4-BE49-F238E27FC236}">
                <a16:creationId xmlns:a16="http://schemas.microsoft.com/office/drawing/2014/main" id="{47ED6403-2E92-69BC-9CA7-715095DC33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74868" y="1140416"/>
            <a:ext cx="2458899" cy="4884207"/>
          </a:xfrm>
          <a:prstGeom prst="rect">
            <a:avLst/>
          </a:prstGeom>
          <a:ln>
            <a:solidFill>
              <a:schemeClr val="tx1"/>
            </a:solidFill>
          </a:ln>
        </p:spPr>
      </p:pic>
      <p:sp>
        <p:nvSpPr>
          <p:cNvPr id="4" name="왼쪽 중괄호 3">
            <a:extLst>
              <a:ext uri="{FF2B5EF4-FFF2-40B4-BE49-F238E27FC236}">
                <a16:creationId xmlns:a16="http://schemas.microsoft.com/office/drawing/2014/main" id="{A93F6188-F754-1771-0278-6D87C1C6DC8C}"/>
              </a:ext>
            </a:extLst>
          </p:cNvPr>
          <p:cNvSpPr/>
          <p:nvPr/>
        </p:nvSpPr>
        <p:spPr>
          <a:xfrm rot="10800000">
            <a:off x="5031823" y="1749964"/>
            <a:ext cx="216271" cy="379778"/>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5" name="타원 4">
            <a:extLst>
              <a:ext uri="{FF2B5EF4-FFF2-40B4-BE49-F238E27FC236}">
                <a16:creationId xmlns:a16="http://schemas.microsoft.com/office/drawing/2014/main" id="{A3FDF917-F855-5604-C882-8EDCC7D19742}"/>
              </a:ext>
            </a:extLst>
          </p:cNvPr>
          <p:cNvSpPr/>
          <p:nvPr/>
        </p:nvSpPr>
        <p:spPr>
          <a:xfrm>
            <a:off x="5307145" y="184148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dirty="0">
              <a:latin typeface="Arial Black" panose="020B0A04020102020204" pitchFamily="34" charset="0"/>
            </a:endParaRPr>
          </a:p>
        </p:txBody>
      </p:sp>
      <p:sp>
        <p:nvSpPr>
          <p:cNvPr id="2" name="Rectangle 1">
            <a:extLst>
              <a:ext uri="{FF2B5EF4-FFF2-40B4-BE49-F238E27FC236}">
                <a16:creationId xmlns:a16="http://schemas.microsoft.com/office/drawing/2014/main" id="{F5705F26-59C9-B435-C155-339E52A22DE3}"/>
              </a:ext>
            </a:extLst>
          </p:cNvPr>
          <p:cNvSpPr>
            <a:spLocks noChangeArrowheads="1"/>
          </p:cNvSpPr>
          <p:nvPr/>
        </p:nvSpPr>
        <p:spPr bwMode="auto">
          <a:xfrm>
            <a:off x="5597158" y="3763911"/>
            <a:ext cx="127852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a:ln>
                  <a:noFill/>
                </a:ln>
                <a:solidFill>
                  <a:schemeClr val="tx1"/>
                </a:solidFill>
                <a:effectLst/>
              </a:rPr>
              <a:t>RecyclerView</a:t>
            </a:r>
            <a:r>
              <a:rPr lang="en-US" altLang="ko-KR" sz="1200"/>
              <a:t>,</a:t>
            </a: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a:ln>
                  <a:noFill/>
                </a:ln>
                <a:solidFill>
                  <a:schemeClr val="tx1"/>
                </a:solidFill>
                <a:effectLst/>
              </a:rPr>
              <a:t>TextView </a:t>
            </a:r>
          </a:p>
        </p:txBody>
      </p:sp>
      <p:sp>
        <p:nvSpPr>
          <p:cNvPr id="9" name="Rectangle 1">
            <a:extLst>
              <a:ext uri="{FF2B5EF4-FFF2-40B4-BE49-F238E27FC236}">
                <a16:creationId xmlns:a16="http://schemas.microsoft.com/office/drawing/2014/main" id="{29C4C478-0F41-51AD-CE64-DD7576C464A2}"/>
              </a:ext>
            </a:extLst>
          </p:cNvPr>
          <p:cNvSpPr>
            <a:spLocks noChangeArrowheads="1"/>
          </p:cNvSpPr>
          <p:nvPr/>
        </p:nvSpPr>
        <p:spPr bwMode="auto">
          <a:xfrm>
            <a:off x="5585961" y="1751585"/>
            <a:ext cx="172669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l" latinLnBrk="1">
              <a:buFont typeface="Arial" panose="020B0604020202020204" pitchFamily="34" charset="0"/>
              <a:buNone/>
            </a:pPr>
            <a:r>
              <a:rPr kumimoji="0" lang="en-US" altLang="ko-KR" sz="1200" b="0" i="0" u="none" strike="noStrike" kern="1200" cap="none" spc="0" normalizeH="0" baseline="0" noProof="0">
                <a:ln>
                  <a:noFill/>
                </a:ln>
                <a:solidFill>
                  <a:schemeClr val="tx1"/>
                </a:solidFill>
                <a:effectLst/>
                <a:uLnTx/>
                <a:uFillTx/>
                <a:ea typeface="나눔고딕" panose="020D0604000000000000" pitchFamily="50" charset="-127"/>
                <a:cs typeface="+mn-cs"/>
              </a:rPr>
              <a:t>HorizontalScrollView, Button</a:t>
            </a:r>
          </a:p>
        </p:txBody>
      </p:sp>
    </p:spTree>
    <p:extLst>
      <p:ext uri="{BB962C8B-B14F-4D97-AF65-F5344CB8AC3E}">
        <p14:creationId xmlns:p14="http://schemas.microsoft.com/office/powerpoint/2010/main" val="24616571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제목 5">
            <a:extLst>
              <a:ext uri="{FF2B5EF4-FFF2-40B4-BE49-F238E27FC236}">
                <a16:creationId xmlns:a16="http://schemas.microsoft.com/office/drawing/2014/main" id="{178EE43F-0BCA-382E-A35C-3381C2F1C7D3}"/>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C8FD5EBA-7A0F-223A-5F2C-C0B0682F541F}"/>
              </a:ext>
            </a:extLst>
          </p:cNvPr>
          <p:cNvSpPr>
            <a:spLocks noGrp="1"/>
          </p:cNvSpPr>
          <p:nvPr>
            <p:ph type="body" sz="quarter" idx="13"/>
          </p:nvPr>
        </p:nvSpPr>
        <p:spPr>
          <a:xfrm>
            <a:off x="3844424" y="294364"/>
            <a:ext cx="2854325" cy="150813"/>
          </a:xfrm>
        </p:spPr>
        <p:txBody>
          <a:bodyPr/>
          <a:lstStyle/>
          <a:p>
            <a:r>
              <a:rPr lang="ko-KR" altLang="en-US" sz="1000"/>
              <a:t>알림 기록 </a:t>
            </a:r>
            <a:r>
              <a:rPr lang="en-US" altLang="ko-KR" sz="1000"/>
              <a:t>- </a:t>
            </a:r>
            <a:r>
              <a:rPr lang="ko-KR" altLang="en-US" sz="1000"/>
              <a:t>보호자</a:t>
            </a:r>
          </a:p>
        </p:txBody>
      </p:sp>
      <p:sp>
        <p:nvSpPr>
          <p:cNvPr id="13" name="텍스트 개체 틀 12">
            <a:extLst>
              <a:ext uri="{FF2B5EF4-FFF2-40B4-BE49-F238E27FC236}">
                <a16:creationId xmlns:a16="http://schemas.microsoft.com/office/drawing/2014/main" id="{969D5B6B-2F5D-5A02-F05A-1332D76A6111}"/>
              </a:ext>
            </a:extLst>
          </p:cNvPr>
          <p:cNvSpPr>
            <a:spLocks noGrp="1"/>
          </p:cNvSpPr>
          <p:nvPr>
            <p:ph type="body" sz="quarter" idx="15"/>
          </p:nvPr>
        </p:nvSpPr>
        <p:spPr/>
        <p:txBody>
          <a:bodyPr/>
          <a:lstStyle/>
          <a:p>
            <a:endParaRPr lang="ko-KR" altLang="en-US"/>
          </a:p>
        </p:txBody>
      </p:sp>
      <p:sp>
        <p:nvSpPr>
          <p:cNvPr id="14" name="텍스트 개체 틀 13">
            <a:extLst>
              <a:ext uri="{FF2B5EF4-FFF2-40B4-BE49-F238E27FC236}">
                <a16:creationId xmlns:a16="http://schemas.microsoft.com/office/drawing/2014/main" id="{CE647FDC-6A04-4FA7-B338-EB94836DF897}"/>
              </a:ext>
            </a:extLst>
          </p:cNvPr>
          <p:cNvSpPr>
            <a:spLocks noGrp="1"/>
          </p:cNvSpPr>
          <p:nvPr>
            <p:ph type="body" sz="quarter" idx="16"/>
          </p:nvPr>
        </p:nvSpPr>
        <p:spPr/>
        <p:txBody>
          <a:bodyPr/>
          <a:lstStyle/>
          <a:p>
            <a:endParaRPr lang="ko-KR" altLang="en-US"/>
          </a:p>
        </p:txBody>
      </p:sp>
      <p:graphicFrame>
        <p:nvGraphicFramePr>
          <p:cNvPr id="8" name="표 7">
            <a:extLst>
              <a:ext uri="{FF2B5EF4-FFF2-40B4-BE49-F238E27FC236}">
                <a16:creationId xmlns:a16="http://schemas.microsoft.com/office/drawing/2014/main" id="{36027883-85BF-3529-B116-518FCBAD78C7}"/>
              </a:ext>
            </a:extLst>
          </p:cNvPr>
          <p:cNvGraphicFramePr>
            <a:graphicFrameLocks noGrp="1"/>
          </p:cNvGraphicFramePr>
          <p:nvPr>
            <p:extLst>
              <p:ext uri="{D42A27DB-BD31-4B8C-83A1-F6EECF244321}">
                <p14:modId xmlns:p14="http://schemas.microsoft.com/office/powerpoint/2010/main" val="2850864016"/>
              </p:ext>
            </p:extLst>
          </p:nvPr>
        </p:nvGraphicFramePr>
        <p:xfrm>
          <a:off x="8269357" y="755896"/>
          <a:ext cx="3768507" cy="3525923"/>
        </p:xfrm>
        <a:graphic>
          <a:graphicData uri="http://schemas.openxmlformats.org/drawingml/2006/table">
            <a:tbl>
              <a:tblPr firstRow="1" bandRow="1">
                <a:tableStyleId>{5C22544A-7EE6-4342-B048-85BDC9FD1C3A}</a:tableStyleId>
              </a:tblPr>
              <a:tblGrid>
                <a:gridCol w="472947">
                  <a:extLst>
                    <a:ext uri="{9D8B030D-6E8A-4147-A177-3AD203B41FA5}">
                      <a16:colId xmlns:a16="http://schemas.microsoft.com/office/drawing/2014/main" val="3530039664"/>
                    </a:ext>
                  </a:extLst>
                </a:gridCol>
                <a:gridCol w="3295560">
                  <a:extLst>
                    <a:ext uri="{9D8B030D-6E8A-4147-A177-3AD203B41FA5}">
                      <a16:colId xmlns:a16="http://schemas.microsoft.com/office/drawing/2014/main" val="2911310704"/>
                    </a:ext>
                  </a:extLst>
                </a:gridCol>
              </a:tblGrid>
              <a:tr h="1181821">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 typeface="나눔고딕" panose="020D0604000000000000" pitchFamily="50" charset="-127"/>
                        <a:buNone/>
                        <a:tabLst/>
                        <a:defRPr/>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보호자의 알림 기록 페이지．</a:t>
                      </a:r>
                      <a:endPar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1390631"/>
                  </a:ext>
                </a:extLst>
              </a:tr>
              <a:tr h="852819">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스크롤 내리면 이전 알림 내역까지 확인할 수 있다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ko-KR" sz="1000" b="0" i="0" u="none" strike="noStrike" cap="none" normalizeH="0" baseline="0">
                          <a:ln>
                            <a:noFill/>
                          </a:ln>
                          <a:solidFill>
                            <a:schemeClr val="tx1"/>
                          </a:solidFill>
                          <a:effectLst/>
                          <a:latin typeface="나눔고딕" panose="020D0604000000000000" pitchFamily="50" charset="-127"/>
                          <a:ea typeface="나눔고딕" panose="020D0604000000000000" pitchFamily="50" charset="-127"/>
                        </a:rPr>
                        <a:t>RecyclerView</a:t>
                      </a:r>
                      <a:r>
                        <a:rPr lang="en-US" altLang="ko-KR" sz="1000">
                          <a:latin typeface="나눔고딕" panose="020D0604000000000000" pitchFamily="50" charset="-127"/>
                          <a:ea typeface="나눔고딕" panose="020D0604000000000000" pitchFamily="50" charset="-127"/>
                        </a:rPr>
                        <a:t>, </a:t>
                      </a:r>
                      <a:r>
                        <a:rPr kumimoji="0" lang="ko-KR" altLang="ko-KR" sz="1000" b="0" i="0" u="none" strike="noStrike" cap="none" normalizeH="0" baseline="0">
                          <a:ln>
                            <a:noFill/>
                          </a:ln>
                          <a:solidFill>
                            <a:schemeClr val="tx1"/>
                          </a:solidFill>
                          <a:effectLst/>
                          <a:latin typeface="나눔고딕" panose="020D0604000000000000" pitchFamily="50" charset="-127"/>
                          <a:ea typeface="나눔고딕" panose="020D0604000000000000" pitchFamily="50" charset="-127"/>
                        </a:rPr>
                        <a:t>TextView </a:t>
                      </a:r>
                      <a:endPar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marR="0" lvl="0" indent="0" algn="l" defTabSz="914400" rtl="0" eaLnBrk="1" fontAlgn="auto" latinLnBrk="1" hangingPunct="1">
                        <a:lnSpc>
                          <a:spcPct val="15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가독성을 위해 지난 알림은 회색</a:t>
                      </a:r>
                      <a:r>
                        <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남은 알림은 노란색으로 처리</a:t>
                      </a:r>
                      <a:endPar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12809653"/>
                  </a:ext>
                </a:extLst>
              </a:tr>
              <a:tr h="852819">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플러스 버튼을 누르면 새로운 알림을 추가할 수 있다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lang="en-US" altLang="ko-KR" sz="1000">
                          <a:latin typeface="나눔고딕" panose="020D0604000000000000" pitchFamily="50" charset="-127"/>
                          <a:ea typeface="나눔고딕" panose="020D0604000000000000" pitchFamily="50" charset="-127"/>
                        </a:rPr>
                        <a:t>FloatingActionButton</a:t>
                      </a:r>
                      <a:endParaRPr kumimoji="0" lang="ko-KR" altLang="ko-KR" sz="1000" b="0" i="0" u="none" strike="noStrike" cap="none" normalizeH="0" baseline="0">
                        <a:ln>
                          <a:noFill/>
                        </a:ln>
                        <a:solidFill>
                          <a:schemeClr val="tx1"/>
                        </a:solidFill>
                        <a:effectLst/>
                        <a:latin typeface="나눔고딕" panose="020D0604000000000000" pitchFamily="50" charset="-127"/>
                        <a:ea typeface="나눔고딕" panose="020D0604000000000000" pitchFamily="50" charset="-127"/>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08290506"/>
                  </a:ext>
                </a:extLst>
              </a:tr>
              <a:tr h="638464">
                <a:tc gridSpan="2">
                  <a:txBody>
                    <a:bodyPr/>
                    <a:lstStyle/>
                    <a:p>
                      <a:pPr algn="ctr" latinLnBrk="1"/>
                      <a:r>
                        <a:rPr lang="ko-KR" altLang="en-US" sz="1000" b="1" spc="0" baseline="0" dirty="0">
                          <a:latin typeface="+mn-ea"/>
                          <a:ea typeface="+mn-ea"/>
                        </a:rPr>
                        <a:t>확인 및 이슈사항</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9" name="왼쪽 중괄호 8">
            <a:extLst>
              <a:ext uri="{FF2B5EF4-FFF2-40B4-BE49-F238E27FC236}">
                <a16:creationId xmlns:a16="http://schemas.microsoft.com/office/drawing/2014/main" id="{2FF5C451-8F13-20BB-43B0-2742851AF1DA}"/>
              </a:ext>
            </a:extLst>
          </p:cNvPr>
          <p:cNvSpPr/>
          <p:nvPr/>
        </p:nvSpPr>
        <p:spPr>
          <a:xfrm rot="10800000">
            <a:off x="4988104" y="5156845"/>
            <a:ext cx="196583" cy="487679"/>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0" name="타원 9">
            <a:extLst>
              <a:ext uri="{FF2B5EF4-FFF2-40B4-BE49-F238E27FC236}">
                <a16:creationId xmlns:a16="http://schemas.microsoft.com/office/drawing/2014/main" id="{464F0258-358A-DD11-767D-624FD593C359}"/>
              </a:ext>
            </a:extLst>
          </p:cNvPr>
          <p:cNvSpPr/>
          <p:nvPr/>
        </p:nvSpPr>
        <p:spPr>
          <a:xfrm>
            <a:off x="5277319" y="529254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dirty="0">
              <a:latin typeface="Arial Black" panose="020B0A04020102020204" pitchFamily="34" charset="0"/>
            </a:endParaRPr>
          </a:p>
        </p:txBody>
      </p:sp>
      <p:sp>
        <p:nvSpPr>
          <p:cNvPr id="11" name="왼쪽 중괄호 10">
            <a:extLst>
              <a:ext uri="{FF2B5EF4-FFF2-40B4-BE49-F238E27FC236}">
                <a16:creationId xmlns:a16="http://schemas.microsoft.com/office/drawing/2014/main" id="{9DD21CA0-F4D3-0DD2-359A-DEBC4B10C243}"/>
              </a:ext>
            </a:extLst>
          </p:cNvPr>
          <p:cNvSpPr/>
          <p:nvPr/>
        </p:nvSpPr>
        <p:spPr>
          <a:xfrm rot="10800000">
            <a:off x="4988103" y="2179344"/>
            <a:ext cx="196583" cy="2794621"/>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2" name="타원 11">
            <a:extLst>
              <a:ext uri="{FF2B5EF4-FFF2-40B4-BE49-F238E27FC236}">
                <a16:creationId xmlns:a16="http://schemas.microsoft.com/office/drawing/2014/main" id="{9030B97F-E775-580B-01E4-DC8265C8D397}"/>
              </a:ext>
            </a:extLst>
          </p:cNvPr>
          <p:cNvSpPr/>
          <p:nvPr/>
        </p:nvSpPr>
        <p:spPr>
          <a:xfrm>
            <a:off x="5256997" y="346851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dirty="0">
              <a:latin typeface="Arial Black" panose="020B0A04020102020204" pitchFamily="34" charset="0"/>
            </a:endParaRPr>
          </a:p>
        </p:txBody>
      </p:sp>
      <p:sp>
        <p:nvSpPr>
          <p:cNvPr id="2" name="TextBox 1">
            <a:extLst>
              <a:ext uri="{FF2B5EF4-FFF2-40B4-BE49-F238E27FC236}">
                <a16:creationId xmlns:a16="http://schemas.microsoft.com/office/drawing/2014/main" id="{4B26B64E-D0F0-391E-F6C4-C4542D494A44}"/>
              </a:ext>
            </a:extLst>
          </p:cNvPr>
          <p:cNvSpPr txBox="1"/>
          <p:nvPr/>
        </p:nvSpPr>
        <p:spPr>
          <a:xfrm>
            <a:off x="8408446" y="4593937"/>
            <a:ext cx="3490328" cy="1754326"/>
          </a:xfrm>
          <a:prstGeom prst="rect">
            <a:avLst/>
          </a:prstGeom>
          <a:noFill/>
        </p:spPr>
        <p:txBody>
          <a:bodyPr wrap="square" rtlCol="0">
            <a:spAutoFit/>
          </a:bodyPr>
          <a:lstStyle/>
          <a:p>
            <a:r>
              <a:rPr lang="ko-KR" altLang="en-US">
                <a:solidFill>
                  <a:srgbClr val="FF0000"/>
                </a:solidFill>
              </a:rPr>
              <a:t>알림기록 페이지 어르신용이랑 보호자용 다르게 한다고 했었나요</a:t>
            </a:r>
            <a:r>
              <a:rPr lang="en-US" altLang="ko-KR">
                <a:solidFill>
                  <a:srgbClr val="FF0000"/>
                </a:solidFill>
              </a:rPr>
              <a:t>?</a:t>
            </a:r>
          </a:p>
          <a:p>
            <a:r>
              <a:rPr lang="ko-KR" altLang="en-US">
                <a:solidFill>
                  <a:srgbClr val="FF0000"/>
                </a:solidFill>
              </a:rPr>
              <a:t>혹시 몰라서 다음 페이지에 어르신용이랑 같은 버전도 넣어놨어요</a:t>
            </a:r>
            <a:r>
              <a:rPr lang="en-US" altLang="ko-KR">
                <a:solidFill>
                  <a:srgbClr val="FF0000"/>
                </a:solidFill>
              </a:rPr>
              <a:t>!</a:t>
            </a:r>
          </a:p>
        </p:txBody>
      </p:sp>
      <p:pic>
        <p:nvPicPr>
          <p:cNvPr id="17" name="그림 16">
            <a:extLst>
              <a:ext uri="{FF2B5EF4-FFF2-40B4-BE49-F238E27FC236}">
                <a16:creationId xmlns:a16="http://schemas.microsoft.com/office/drawing/2014/main" id="{581E58FA-8D8B-8FFB-4BF8-3257DCE9CC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00871" y="1182995"/>
            <a:ext cx="2512233" cy="4990146"/>
          </a:xfrm>
          <a:prstGeom prst="rect">
            <a:avLst/>
          </a:prstGeom>
          <a:ln>
            <a:solidFill>
              <a:schemeClr val="tx1"/>
            </a:solidFill>
          </a:ln>
        </p:spPr>
      </p:pic>
      <p:sp>
        <p:nvSpPr>
          <p:cNvPr id="16" name="Rectangle 1">
            <a:extLst>
              <a:ext uri="{FF2B5EF4-FFF2-40B4-BE49-F238E27FC236}">
                <a16:creationId xmlns:a16="http://schemas.microsoft.com/office/drawing/2014/main" id="{B9A3BBB4-0050-61A2-83C1-5EB7C16AD0F4}"/>
              </a:ext>
            </a:extLst>
          </p:cNvPr>
          <p:cNvSpPr>
            <a:spLocks noChangeArrowheads="1"/>
          </p:cNvSpPr>
          <p:nvPr/>
        </p:nvSpPr>
        <p:spPr bwMode="auto">
          <a:xfrm>
            <a:off x="5539108" y="3345820"/>
            <a:ext cx="127852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a:ln>
                  <a:noFill/>
                </a:ln>
                <a:solidFill>
                  <a:schemeClr val="tx1"/>
                </a:solidFill>
                <a:effectLst/>
              </a:rPr>
              <a:t>RecyclerView</a:t>
            </a:r>
            <a:r>
              <a:rPr lang="en-US" altLang="ko-KR" sz="1200"/>
              <a:t>,</a:t>
            </a: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a:ln>
                  <a:noFill/>
                </a:ln>
                <a:solidFill>
                  <a:schemeClr val="tx1"/>
                </a:solidFill>
                <a:effectLst/>
              </a:rPr>
              <a:t>TextView </a:t>
            </a:r>
          </a:p>
        </p:txBody>
      </p:sp>
      <p:sp>
        <p:nvSpPr>
          <p:cNvPr id="18" name="Rectangle 1">
            <a:extLst>
              <a:ext uri="{FF2B5EF4-FFF2-40B4-BE49-F238E27FC236}">
                <a16:creationId xmlns:a16="http://schemas.microsoft.com/office/drawing/2014/main" id="{A0D17B54-856C-54DE-62BE-3824B470F145}"/>
              </a:ext>
            </a:extLst>
          </p:cNvPr>
          <p:cNvSpPr>
            <a:spLocks noChangeArrowheads="1"/>
          </p:cNvSpPr>
          <p:nvPr/>
        </p:nvSpPr>
        <p:spPr bwMode="auto">
          <a:xfrm>
            <a:off x="5554348" y="5267382"/>
            <a:ext cx="175768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a:t>FloatingActionButton</a:t>
            </a:r>
            <a:endParaRPr kumimoji="0" lang="ko-KR" altLang="ko-KR" sz="1200" b="0" i="0" u="none" strike="noStrike" cap="none" normalizeH="0" baseline="0">
              <a:ln>
                <a:noFill/>
              </a:ln>
              <a:solidFill>
                <a:schemeClr val="tx1"/>
              </a:solidFill>
              <a:effectLst/>
            </a:endParaRPr>
          </a:p>
        </p:txBody>
      </p:sp>
    </p:spTree>
    <p:extLst>
      <p:ext uri="{BB962C8B-B14F-4D97-AF65-F5344CB8AC3E}">
        <p14:creationId xmlns:p14="http://schemas.microsoft.com/office/powerpoint/2010/main" val="13545392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3D97C65-7525-D241-8DC8-2BB165B66251}"/>
              </a:ext>
            </a:extLst>
          </p:cNvPr>
          <p:cNvSpPr>
            <a:spLocks noGrp="1"/>
          </p:cNvSpPr>
          <p:nvPr>
            <p:ph type="title"/>
          </p:nvPr>
        </p:nvSpPr>
        <p:spPr/>
        <p:txBody>
          <a:bodyPr/>
          <a:lstStyle/>
          <a:p>
            <a:endParaRPr lang="ko-KR" altLang="en-US"/>
          </a:p>
        </p:txBody>
      </p:sp>
      <p:sp>
        <p:nvSpPr>
          <p:cNvPr id="4" name="텍스트 개체 틀 3">
            <a:extLst>
              <a:ext uri="{FF2B5EF4-FFF2-40B4-BE49-F238E27FC236}">
                <a16:creationId xmlns:a16="http://schemas.microsoft.com/office/drawing/2014/main" id="{BFB368EE-C5A3-1880-01D0-F66DB2515AE3}"/>
              </a:ext>
            </a:extLst>
          </p:cNvPr>
          <p:cNvSpPr>
            <a:spLocks noGrp="1"/>
          </p:cNvSpPr>
          <p:nvPr>
            <p:ph type="body" sz="quarter" idx="15"/>
          </p:nvPr>
        </p:nvSpPr>
        <p:spPr/>
        <p:txBody>
          <a:bodyPr/>
          <a:lstStyle/>
          <a:p>
            <a:endParaRPr lang="ko-KR" altLang="en-US"/>
          </a:p>
        </p:txBody>
      </p:sp>
      <p:sp>
        <p:nvSpPr>
          <p:cNvPr id="5" name="텍스트 개체 틀 4">
            <a:extLst>
              <a:ext uri="{FF2B5EF4-FFF2-40B4-BE49-F238E27FC236}">
                <a16:creationId xmlns:a16="http://schemas.microsoft.com/office/drawing/2014/main" id="{0C3648A2-5AFF-4114-9E33-7F026EAB21CB}"/>
              </a:ext>
            </a:extLst>
          </p:cNvPr>
          <p:cNvSpPr>
            <a:spLocks noGrp="1"/>
          </p:cNvSpPr>
          <p:nvPr>
            <p:ph type="body" sz="quarter" idx="16"/>
          </p:nvPr>
        </p:nvSpPr>
        <p:spPr/>
        <p:txBody>
          <a:bodyPr/>
          <a:lstStyle/>
          <a:p>
            <a:endParaRPr lang="ko-KR" altLang="en-US"/>
          </a:p>
        </p:txBody>
      </p:sp>
      <p:pic>
        <p:nvPicPr>
          <p:cNvPr id="18" name="그림 17">
            <a:extLst>
              <a:ext uri="{FF2B5EF4-FFF2-40B4-BE49-F238E27FC236}">
                <a16:creationId xmlns:a16="http://schemas.microsoft.com/office/drawing/2014/main" id="{CCE6C4FA-FA2B-BF0B-CBED-3F6507B68B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39911" y="1198235"/>
            <a:ext cx="2494599" cy="4955119"/>
          </a:xfrm>
          <a:prstGeom prst="rect">
            <a:avLst/>
          </a:prstGeom>
          <a:ln>
            <a:solidFill>
              <a:schemeClr val="tx1"/>
            </a:solidFill>
          </a:ln>
        </p:spPr>
      </p:pic>
      <p:sp>
        <p:nvSpPr>
          <p:cNvPr id="8" name="왼쪽 중괄호 7">
            <a:extLst>
              <a:ext uri="{FF2B5EF4-FFF2-40B4-BE49-F238E27FC236}">
                <a16:creationId xmlns:a16="http://schemas.microsoft.com/office/drawing/2014/main" id="{9216066B-6ABB-0BE7-6CF7-C490D2BEE561}"/>
              </a:ext>
            </a:extLst>
          </p:cNvPr>
          <p:cNvSpPr/>
          <p:nvPr/>
        </p:nvSpPr>
        <p:spPr>
          <a:xfrm rot="10800000">
            <a:off x="4906085" y="2281071"/>
            <a:ext cx="216273" cy="1849934"/>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9" name="타원 8">
            <a:extLst>
              <a:ext uri="{FF2B5EF4-FFF2-40B4-BE49-F238E27FC236}">
                <a16:creationId xmlns:a16="http://schemas.microsoft.com/office/drawing/2014/main" id="{1B653D92-1D68-62EF-41DA-24369A133C44}"/>
              </a:ext>
            </a:extLst>
          </p:cNvPr>
          <p:cNvSpPr/>
          <p:nvPr/>
        </p:nvSpPr>
        <p:spPr>
          <a:xfrm>
            <a:off x="5192894" y="190116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dirty="0">
              <a:latin typeface="Arial Black" panose="020B0A04020102020204" pitchFamily="34" charset="0"/>
            </a:endParaRPr>
          </a:p>
        </p:txBody>
      </p:sp>
      <p:sp>
        <p:nvSpPr>
          <p:cNvPr id="10" name="텍스트 개체 틀 2">
            <a:extLst>
              <a:ext uri="{FF2B5EF4-FFF2-40B4-BE49-F238E27FC236}">
                <a16:creationId xmlns:a16="http://schemas.microsoft.com/office/drawing/2014/main" id="{CE29D78F-5375-E3B1-4373-3D9FD44CDF43}"/>
              </a:ext>
            </a:extLst>
          </p:cNvPr>
          <p:cNvSpPr>
            <a:spLocks noGrp="1"/>
          </p:cNvSpPr>
          <p:nvPr>
            <p:ph type="body" sz="quarter" idx="13"/>
          </p:nvPr>
        </p:nvSpPr>
        <p:spPr>
          <a:xfrm>
            <a:off x="3844424" y="294364"/>
            <a:ext cx="2854325" cy="150813"/>
          </a:xfrm>
        </p:spPr>
        <p:txBody>
          <a:bodyPr/>
          <a:lstStyle/>
          <a:p>
            <a:r>
              <a:rPr lang="ko-KR" altLang="en-US" sz="1000"/>
              <a:t>알림 기록 </a:t>
            </a:r>
            <a:r>
              <a:rPr lang="en-US" altLang="ko-KR" sz="1000"/>
              <a:t>- </a:t>
            </a:r>
            <a:r>
              <a:rPr lang="ko-KR" altLang="en-US" sz="1000"/>
              <a:t>보호자</a:t>
            </a:r>
          </a:p>
        </p:txBody>
      </p:sp>
      <p:graphicFrame>
        <p:nvGraphicFramePr>
          <p:cNvPr id="13" name="표 12">
            <a:extLst>
              <a:ext uri="{FF2B5EF4-FFF2-40B4-BE49-F238E27FC236}">
                <a16:creationId xmlns:a16="http://schemas.microsoft.com/office/drawing/2014/main" id="{07AE2651-BDEA-9BA6-9E46-FCFCC8EA8141}"/>
              </a:ext>
            </a:extLst>
          </p:cNvPr>
          <p:cNvGraphicFramePr>
            <a:graphicFrameLocks noGrp="1"/>
          </p:cNvGraphicFramePr>
          <p:nvPr>
            <p:extLst>
              <p:ext uri="{D42A27DB-BD31-4B8C-83A1-F6EECF244321}">
                <p14:modId xmlns:p14="http://schemas.microsoft.com/office/powerpoint/2010/main" val="625922366"/>
              </p:ext>
            </p:extLst>
          </p:nvPr>
        </p:nvGraphicFramePr>
        <p:xfrm>
          <a:off x="8269357" y="755896"/>
          <a:ext cx="3768507" cy="4707744"/>
        </p:xfrm>
        <a:graphic>
          <a:graphicData uri="http://schemas.openxmlformats.org/drawingml/2006/table">
            <a:tbl>
              <a:tblPr firstRow="1" bandRow="1">
                <a:tableStyleId>{5C22544A-7EE6-4342-B048-85BDC9FD1C3A}</a:tableStyleId>
              </a:tblPr>
              <a:tblGrid>
                <a:gridCol w="472947">
                  <a:extLst>
                    <a:ext uri="{9D8B030D-6E8A-4147-A177-3AD203B41FA5}">
                      <a16:colId xmlns:a16="http://schemas.microsoft.com/office/drawing/2014/main" val="3530039664"/>
                    </a:ext>
                  </a:extLst>
                </a:gridCol>
                <a:gridCol w="3295560">
                  <a:extLst>
                    <a:ext uri="{9D8B030D-6E8A-4147-A177-3AD203B41FA5}">
                      <a16:colId xmlns:a16="http://schemas.microsoft.com/office/drawing/2014/main" val="2911310704"/>
                    </a:ext>
                  </a:extLst>
                </a:gridCol>
              </a:tblGrid>
              <a:tr h="1181821">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보호자의 알림 기록 페이지</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1390631"/>
                  </a:ext>
                </a:extLst>
              </a:tr>
              <a:tr h="1181821">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50000"/>
                        </a:lnSpc>
                        <a:buFont typeface="Arial" panose="020B0604020202020204" pitchFamily="34" charset="0"/>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날짜 별로</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(7</a:t>
                      </a: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일 기준</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알림 내역을 확인할 수 있다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p>
                      <a:pPr marL="0" indent="0" algn="l" latinLnBrk="1">
                        <a:lnSpc>
                          <a:spcPct val="150000"/>
                        </a:lnSpc>
                        <a:buFont typeface="Arial" panose="020B0604020202020204" pitchFamily="34" charset="0"/>
                        <a:buNone/>
                      </a:pP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HorizontalScrollView, Button</a:t>
                      </a: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78524534"/>
                  </a:ext>
                </a:extLst>
              </a:tr>
              <a:tr h="852819">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스크롤 내리면 이전 알림 내역까지 확인할 수 있다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ko-KR" sz="1000" b="0" i="0" u="none" strike="noStrike" cap="none" normalizeH="0" baseline="0">
                          <a:ln>
                            <a:noFill/>
                          </a:ln>
                          <a:solidFill>
                            <a:schemeClr val="tx1"/>
                          </a:solidFill>
                          <a:effectLst/>
                          <a:latin typeface="나눔고딕" panose="020D0604000000000000" pitchFamily="50" charset="-127"/>
                          <a:ea typeface="나눔고딕" panose="020D0604000000000000" pitchFamily="50" charset="-127"/>
                        </a:rPr>
                        <a:t>RecyclerView</a:t>
                      </a:r>
                      <a:r>
                        <a:rPr lang="en-US" altLang="ko-KR" sz="1000">
                          <a:latin typeface="나눔고딕" panose="020D0604000000000000" pitchFamily="50" charset="-127"/>
                          <a:ea typeface="나눔고딕" panose="020D0604000000000000" pitchFamily="50" charset="-127"/>
                        </a:rPr>
                        <a:t>, </a:t>
                      </a:r>
                      <a:r>
                        <a:rPr kumimoji="0" lang="ko-KR" altLang="ko-KR" sz="1000" b="0" i="0" u="none" strike="noStrike" cap="none" normalizeH="0" baseline="0">
                          <a:ln>
                            <a:noFill/>
                          </a:ln>
                          <a:solidFill>
                            <a:schemeClr val="tx1"/>
                          </a:solidFill>
                          <a:effectLst/>
                          <a:latin typeface="나눔고딕" panose="020D0604000000000000" pitchFamily="50" charset="-127"/>
                          <a:ea typeface="나눔고딕" panose="020D0604000000000000" pitchFamily="50" charset="-127"/>
                        </a:rPr>
                        <a:t>TextView </a:t>
                      </a:r>
                      <a:endPar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marR="0" lvl="0" indent="0" algn="l" defTabSz="914400" rtl="0" eaLnBrk="1" fontAlgn="auto" latinLnBrk="1" hangingPunct="1">
                        <a:lnSpc>
                          <a:spcPct val="15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가독성을 위해 지난 알림은 회색</a:t>
                      </a:r>
                      <a:r>
                        <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남은 알림은 노란색으로 처리</a:t>
                      </a:r>
                      <a:endPar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12809653"/>
                  </a:ext>
                </a:extLst>
              </a:tr>
              <a:tr h="852819">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3</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플러스 버튼을 누르면 새로운 알림을 추가할 수 있다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lang="en-US" altLang="ko-KR" sz="1000">
                          <a:latin typeface="나눔고딕" panose="020D0604000000000000" pitchFamily="50" charset="-127"/>
                          <a:ea typeface="나눔고딕" panose="020D0604000000000000" pitchFamily="50" charset="-127"/>
                        </a:rPr>
                        <a:t>FloatingActionButton</a:t>
                      </a:r>
                      <a:endParaRPr kumimoji="0" lang="ko-KR" altLang="ko-KR" sz="1000" b="0" i="0" u="none" strike="noStrike" cap="none" normalizeH="0" baseline="0">
                        <a:ln>
                          <a:noFill/>
                        </a:ln>
                        <a:solidFill>
                          <a:schemeClr val="tx1"/>
                        </a:solidFill>
                        <a:effectLst/>
                        <a:latin typeface="나눔고딕" panose="020D0604000000000000" pitchFamily="50" charset="-127"/>
                        <a:ea typeface="나눔고딕" panose="020D0604000000000000" pitchFamily="50" charset="-127"/>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08290506"/>
                  </a:ext>
                </a:extLst>
              </a:tr>
              <a:tr h="638464">
                <a:tc gridSpan="2">
                  <a:txBody>
                    <a:bodyPr/>
                    <a:lstStyle/>
                    <a:p>
                      <a:pPr algn="ctr" latinLnBrk="1"/>
                      <a:r>
                        <a:rPr lang="ko-KR" altLang="en-US" sz="1000" b="1" spc="0" baseline="0" dirty="0">
                          <a:latin typeface="+mn-ea"/>
                          <a:ea typeface="+mn-ea"/>
                        </a:rPr>
                        <a:t>확인 및 이슈사항</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4" name="왼쪽 중괄호 13">
            <a:extLst>
              <a:ext uri="{FF2B5EF4-FFF2-40B4-BE49-F238E27FC236}">
                <a16:creationId xmlns:a16="http://schemas.microsoft.com/office/drawing/2014/main" id="{ACE49A87-D26A-D2B7-A5EC-0C783A77005D}"/>
              </a:ext>
            </a:extLst>
          </p:cNvPr>
          <p:cNvSpPr/>
          <p:nvPr/>
        </p:nvSpPr>
        <p:spPr>
          <a:xfrm rot="10800000">
            <a:off x="4901018" y="5172085"/>
            <a:ext cx="196583" cy="487679"/>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5" name="타원 14">
            <a:extLst>
              <a:ext uri="{FF2B5EF4-FFF2-40B4-BE49-F238E27FC236}">
                <a16:creationId xmlns:a16="http://schemas.microsoft.com/office/drawing/2014/main" id="{F3CA1764-93FA-A99D-3295-A8618E0F082C}"/>
              </a:ext>
            </a:extLst>
          </p:cNvPr>
          <p:cNvSpPr/>
          <p:nvPr/>
        </p:nvSpPr>
        <p:spPr>
          <a:xfrm>
            <a:off x="5209718" y="310976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dirty="0">
              <a:latin typeface="Arial Black" panose="020B0A04020102020204" pitchFamily="34" charset="0"/>
            </a:endParaRPr>
          </a:p>
        </p:txBody>
      </p:sp>
      <p:sp>
        <p:nvSpPr>
          <p:cNvPr id="3" name="Rectangle 1">
            <a:extLst>
              <a:ext uri="{FF2B5EF4-FFF2-40B4-BE49-F238E27FC236}">
                <a16:creationId xmlns:a16="http://schemas.microsoft.com/office/drawing/2014/main" id="{02799A75-047D-3E76-AFBD-2615E43D9EDC}"/>
              </a:ext>
            </a:extLst>
          </p:cNvPr>
          <p:cNvSpPr>
            <a:spLocks noChangeArrowheads="1"/>
          </p:cNvSpPr>
          <p:nvPr/>
        </p:nvSpPr>
        <p:spPr bwMode="auto">
          <a:xfrm>
            <a:off x="5433561" y="1751585"/>
            <a:ext cx="172669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l" latinLnBrk="1">
              <a:buFont typeface="Arial" panose="020B0604020202020204" pitchFamily="34" charset="0"/>
              <a:buNone/>
            </a:pPr>
            <a:r>
              <a:rPr kumimoji="0" lang="en-US" altLang="ko-KR" sz="1200" b="0" i="0" u="none" strike="noStrike" kern="1200" cap="none" spc="0" normalizeH="0" baseline="0" noProof="0">
                <a:ln>
                  <a:noFill/>
                </a:ln>
                <a:solidFill>
                  <a:schemeClr val="tx1"/>
                </a:solidFill>
                <a:effectLst/>
                <a:uLnTx/>
                <a:uFillTx/>
                <a:ea typeface="나눔고딕" panose="020D0604000000000000" pitchFamily="50" charset="-127"/>
                <a:cs typeface="+mn-cs"/>
              </a:rPr>
              <a:t>HorizontalScrollView, Button</a:t>
            </a:r>
          </a:p>
        </p:txBody>
      </p:sp>
      <p:sp>
        <p:nvSpPr>
          <p:cNvPr id="6" name="왼쪽 중괄호 5">
            <a:extLst>
              <a:ext uri="{FF2B5EF4-FFF2-40B4-BE49-F238E27FC236}">
                <a16:creationId xmlns:a16="http://schemas.microsoft.com/office/drawing/2014/main" id="{D5243DB3-53FE-934D-8EC1-AAE62C251A23}"/>
              </a:ext>
            </a:extLst>
          </p:cNvPr>
          <p:cNvSpPr/>
          <p:nvPr/>
        </p:nvSpPr>
        <p:spPr>
          <a:xfrm rot="10800000">
            <a:off x="4879423" y="1819414"/>
            <a:ext cx="216271" cy="379778"/>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7" name="타원 6">
            <a:extLst>
              <a:ext uri="{FF2B5EF4-FFF2-40B4-BE49-F238E27FC236}">
                <a16:creationId xmlns:a16="http://schemas.microsoft.com/office/drawing/2014/main" id="{42207153-286C-BE20-4FD4-6645E377E994}"/>
              </a:ext>
            </a:extLst>
          </p:cNvPr>
          <p:cNvSpPr/>
          <p:nvPr/>
        </p:nvSpPr>
        <p:spPr>
          <a:xfrm>
            <a:off x="5192901" y="530778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3</a:t>
            </a:r>
            <a:endParaRPr lang="ko-KR" altLang="en-US" sz="900" dirty="0">
              <a:latin typeface="Arial Black" panose="020B0A04020102020204" pitchFamily="34" charset="0"/>
            </a:endParaRPr>
          </a:p>
        </p:txBody>
      </p:sp>
      <p:sp>
        <p:nvSpPr>
          <p:cNvPr id="11" name="Rectangle 1">
            <a:extLst>
              <a:ext uri="{FF2B5EF4-FFF2-40B4-BE49-F238E27FC236}">
                <a16:creationId xmlns:a16="http://schemas.microsoft.com/office/drawing/2014/main" id="{AB9CAACC-59C7-2386-FE96-D239C51B3B83}"/>
              </a:ext>
            </a:extLst>
          </p:cNvPr>
          <p:cNvSpPr>
            <a:spLocks noChangeArrowheads="1"/>
          </p:cNvSpPr>
          <p:nvPr/>
        </p:nvSpPr>
        <p:spPr bwMode="auto">
          <a:xfrm>
            <a:off x="5478148" y="3002244"/>
            <a:ext cx="127852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a:ln>
                  <a:noFill/>
                </a:ln>
                <a:solidFill>
                  <a:schemeClr val="tx1"/>
                </a:solidFill>
                <a:effectLst/>
              </a:rPr>
              <a:t>RecyclerView</a:t>
            </a:r>
            <a:r>
              <a:rPr lang="en-US" altLang="ko-KR" sz="1200"/>
              <a:t>,</a:t>
            </a: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a:ln>
                  <a:noFill/>
                </a:ln>
                <a:solidFill>
                  <a:schemeClr val="tx1"/>
                </a:solidFill>
                <a:effectLst/>
              </a:rPr>
              <a:t>TextView </a:t>
            </a:r>
          </a:p>
        </p:txBody>
      </p:sp>
      <p:sp>
        <p:nvSpPr>
          <p:cNvPr id="12" name="Rectangle 1">
            <a:extLst>
              <a:ext uri="{FF2B5EF4-FFF2-40B4-BE49-F238E27FC236}">
                <a16:creationId xmlns:a16="http://schemas.microsoft.com/office/drawing/2014/main" id="{0AE7B1E9-6393-184C-396E-92F2F706B8C5}"/>
              </a:ext>
            </a:extLst>
          </p:cNvPr>
          <p:cNvSpPr>
            <a:spLocks noChangeArrowheads="1"/>
          </p:cNvSpPr>
          <p:nvPr/>
        </p:nvSpPr>
        <p:spPr bwMode="auto">
          <a:xfrm>
            <a:off x="5478148" y="5267382"/>
            <a:ext cx="175768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a:t>FloatingActionButton</a:t>
            </a:r>
            <a:endParaRPr kumimoji="0" lang="ko-KR" altLang="ko-KR" sz="1200" b="0" i="0" u="none" strike="noStrike" cap="none" normalizeH="0" baseline="0">
              <a:ln>
                <a:noFill/>
              </a:ln>
              <a:solidFill>
                <a:schemeClr val="tx1"/>
              </a:solidFill>
              <a:effectLst/>
            </a:endParaRPr>
          </a:p>
        </p:txBody>
      </p:sp>
    </p:spTree>
    <p:extLst>
      <p:ext uri="{BB962C8B-B14F-4D97-AF65-F5344CB8AC3E}">
        <p14:creationId xmlns:p14="http://schemas.microsoft.com/office/powerpoint/2010/main" val="31914288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제목 15">
            <a:extLst>
              <a:ext uri="{FF2B5EF4-FFF2-40B4-BE49-F238E27FC236}">
                <a16:creationId xmlns:a16="http://schemas.microsoft.com/office/drawing/2014/main" id="{B9C26DE8-2B17-5289-B1B9-461B8B3AB55D}"/>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452E3AF9-892B-9614-8797-C81E87F54099}"/>
              </a:ext>
            </a:extLst>
          </p:cNvPr>
          <p:cNvSpPr>
            <a:spLocks noGrp="1"/>
          </p:cNvSpPr>
          <p:nvPr>
            <p:ph type="body" sz="quarter" idx="13"/>
          </p:nvPr>
        </p:nvSpPr>
        <p:spPr>
          <a:xfrm>
            <a:off x="3844424" y="294364"/>
            <a:ext cx="2854325" cy="150813"/>
          </a:xfrm>
        </p:spPr>
        <p:txBody>
          <a:bodyPr/>
          <a:lstStyle/>
          <a:p>
            <a:r>
              <a:rPr lang="ko-KR" altLang="en-US" sz="1000"/>
              <a:t>알림 추가 </a:t>
            </a:r>
            <a:r>
              <a:rPr lang="en-US" altLang="ko-KR" sz="1000"/>
              <a:t>- </a:t>
            </a:r>
            <a:r>
              <a:rPr lang="ko-KR" altLang="en-US" sz="1000"/>
              <a:t>보호자</a:t>
            </a:r>
          </a:p>
        </p:txBody>
      </p:sp>
      <p:sp>
        <p:nvSpPr>
          <p:cNvPr id="17" name="텍스트 개체 틀 16">
            <a:extLst>
              <a:ext uri="{FF2B5EF4-FFF2-40B4-BE49-F238E27FC236}">
                <a16:creationId xmlns:a16="http://schemas.microsoft.com/office/drawing/2014/main" id="{324AA292-7646-07C3-CB5E-F14DCA4B7EAB}"/>
              </a:ext>
            </a:extLst>
          </p:cNvPr>
          <p:cNvSpPr>
            <a:spLocks noGrp="1"/>
          </p:cNvSpPr>
          <p:nvPr>
            <p:ph type="body" sz="quarter" idx="15"/>
          </p:nvPr>
        </p:nvSpPr>
        <p:spPr/>
        <p:txBody>
          <a:bodyPr/>
          <a:lstStyle/>
          <a:p>
            <a:endParaRPr lang="ko-KR" altLang="en-US"/>
          </a:p>
        </p:txBody>
      </p:sp>
      <p:sp>
        <p:nvSpPr>
          <p:cNvPr id="18" name="텍스트 개체 틀 17">
            <a:extLst>
              <a:ext uri="{FF2B5EF4-FFF2-40B4-BE49-F238E27FC236}">
                <a16:creationId xmlns:a16="http://schemas.microsoft.com/office/drawing/2014/main" id="{4C87BD72-C3FC-8E28-A23A-CB7B7C1E88FD}"/>
              </a:ext>
            </a:extLst>
          </p:cNvPr>
          <p:cNvSpPr>
            <a:spLocks noGrp="1"/>
          </p:cNvSpPr>
          <p:nvPr>
            <p:ph type="body" sz="quarter" idx="16"/>
          </p:nvPr>
        </p:nvSpPr>
        <p:spPr/>
        <p:txBody>
          <a:bodyPr/>
          <a:lstStyle/>
          <a:p>
            <a:endParaRPr lang="ko-KR" altLang="en-US"/>
          </a:p>
        </p:txBody>
      </p:sp>
      <p:pic>
        <p:nvPicPr>
          <p:cNvPr id="13" name="그림 12">
            <a:extLst>
              <a:ext uri="{FF2B5EF4-FFF2-40B4-BE49-F238E27FC236}">
                <a16:creationId xmlns:a16="http://schemas.microsoft.com/office/drawing/2014/main" id="{DAA7B27F-BD96-B7E0-BE93-52A124E05F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0561" y="1078376"/>
            <a:ext cx="2593635" cy="5151838"/>
          </a:xfrm>
          <a:prstGeom prst="rect">
            <a:avLst/>
          </a:prstGeom>
          <a:ln>
            <a:solidFill>
              <a:schemeClr val="tx1"/>
            </a:solidFill>
          </a:ln>
        </p:spPr>
      </p:pic>
      <p:graphicFrame>
        <p:nvGraphicFramePr>
          <p:cNvPr id="6" name="표 5">
            <a:extLst>
              <a:ext uri="{FF2B5EF4-FFF2-40B4-BE49-F238E27FC236}">
                <a16:creationId xmlns:a16="http://schemas.microsoft.com/office/drawing/2014/main" id="{1A1F7B8C-CD96-F834-6877-25783ACC3E1E}"/>
              </a:ext>
            </a:extLst>
          </p:cNvPr>
          <p:cNvGraphicFramePr>
            <a:graphicFrameLocks noGrp="1"/>
          </p:cNvGraphicFramePr>
          <p:nvPr>
            <p:extLst>
              <p:ext uri="{D42A27DB-BD31-4B8C-83A1-F6EECF244321}">
                <p14:modId xmlns:p14="http://schemas.microsoft.com/office/powerpoint/2010/main" val="1743383244"/>
              </p:ext>
            </p:extLst>
          </p:nvPr>
        </p:nvGraphicFramePr>
        <p:xfrm>
          <a:off x="8290560" y="755897"/>
          <a:ext cx="3747305" cy="3804527"/>
        </p:xfrm>
        <a:graphic>
          <a:graphicData uri="http://schemas.openxmlformats.org/drawingml/2006/table">
            <a:tbl>
              <a:tblPr firstRow="1" bandRow="1">
                <a:tableStyleId>{5C22544A-7EE6-4342-B048-85BDC9FD1C3A}</a:tableStyleId>
              </a:tblPr>
              <a:tblGrid>
                <a:gridCol w="470286">
                  <a:extLst>
                    <a:ext uri="{9D8B030D-6E8A-4147-A177-3AD203B41FA5}">
                      <a16:colId xmlns:a16="http://schemas.microsoft.com/office/drawing/2014/main" val="3530039664"/>
                    </a:ext>
                  </a:extLst>
                </a:gridCol>
                <a:gridCol w="3277019">
                  <a:extLst>
                    <a:ext uri="{9D8B030D-6E8A-4147-A177-3AD203B41FA5}">
                      <a16:colId xmlns:a16="http://schemas.microsoft.com/office/drawing/2014/main" val="2911310704"/>
                    </a:ext>
                  </a:extLst>
                </a:gridCol>
              </a:tblGrid>
              <a:tr h="661812">
                <a:tc>
                  <a:txBody>
                    <a:bodyPr/>
                    <a:lstStyle/>
                    <a:p>
                      <a:pPr algn="ctr" latinLnBrk="1"/>
                      <a:r>
                        <a:rPr lang="en-US" altLang="ko-KR" sz="10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50000"/>
                        </a:lnSpc>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알림을 추가 페이지．</a:t>
                      </a:r>
                      <a:endPar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a:lnSpc>
                          <a:spcPct val="150000"/>
                        </a:lnSpc>
                      </a:pPr>
                      <a:r>
                        <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특정 날짜에 알림을 추가할 수 있다</a:t>
                      </a:r>
                      <a:r>
                        <a:rPr kumimoji="0" lang="en-US" altLang="ko-KR" sz="8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endParaRPr lang="ko-KR" altLang="en-US" sz="800" b="0">
                        <a:solidFill>
                          <a:schemeClr val="tx1"/>
                        </a:solidFill>
                        <a:latin typeface="나눔고딕" panose="020D0604000000000000" pitchFamily="50" charset="-127"/>
                        <a:ea typeface="나눔고딕" panose="020D0604000000000000" pitchFamily="50" charset="-127"/>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661812">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날짜를 선택한다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lang="en-US" altLang="ko-KR" sz="1000" b="0">
                          <a:solidFill>
                            <a:schemeClr val="tx1"/>
                          </a:solidFill>
                          <a:latin typeface="나눔고딕" panose="020D0604000000000000" pitchFamily="50" charset="-127"/>
                          <a:ea typeface="나눔고딕" panose="020D0604000000000000" pitchFamily="50" charset="-127"/>
                        </a:rPr>
                        <a:t>DatePickerDialog, TextView </a:t>
                      </a:r>
                      <a:endParaRPr lang="ko-KR" altLang="en-US" sz="1000">
                        <a:latin typeface="나눔고딕" panose="020D0604000000000000" pitchFamily="50" charset="-127"/>
                        <a:ea typeface="나눔고딕" panose="020D0604000000000000" pitchFamily="50" charset="-127"/>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12809653"/>
                  </a:ext>
                </a:extLst>
              </a:tr>
              <a:tr h="661812">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시간을 선택한다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lang="en-US" altLang="ko-KR" sz="1000">
                          <a:latin typeface="나눔고딕" panose="020D0604000000000000" pitchFamily="50" charset="-127"/>
                          <a:ea typeface="나눔고딕" panose="020D0604000000000000" pitchFamily="50" charset="-127"/>
                        </a:rPr>
                        <a:t>TimePickerDialog, TextView </a:t>
                      </a:r>
                      <a:endPar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57913866"/>
                  </a:ext>
                </a:extLst>
              </a:tr>
              <a:tr h="661812">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3</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내용을 </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20</a:t>
                      </a: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자 이내로 작성한다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lang="en-US" altLang="ko-KR" sz="1000">
                          <a:latin typeface="나눔고딕" panose="020D0604000000000000" pitchFamily="50" charset="-127"/>
                          <a:ea typeface="나눔고딕" panose="020D0604000000000000" pitchFamily="50" charset="-127"/>
                        </a:rPr>
                        <a:t>EditText </a:t>
                      </a:r>
                      <a:endParaRPr lang="ko-KR" altLang="en-US" sz="1000">
                        <a:latin typeface="나눔고딕" panose="020D0604000000000000" pitchFamily="50" charset="-127"/>
                        <a:ea typeface="나눔고딕" panose="020D0604000000000000" pitchFamily="50" charset="-127"/>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7713764"/>
                  </a:ext>
                </a:extLst>
              </a:tr>
              <a:tr h="661812">
                <a:tc>
                  <a:txBody>
                    <a:bodyPr/>
                    <a:lstStyle/>
                    <a:p>
                      <a:pPr algn="ctr" latinLnBrk="1"/>
                      <a:r>
                        <a:rPr lang="en-US" altLang="ko-KR" sz="1000" b="1" spc="0" baseline="0">
                          <a:solidFill>
                            <a:schemeClr val="tx1">
                              <a:lumMod val="95000"/>
                              <a:lumOff val="5000"/>
                            </a:schemeClr>
                          </a:solidFill>
                          <a:latin typeface="Arial Black" panose="020B0A04020102020204" pitchFamily="34" charset="0"/>
                          <a:ea typeface="한컴 윤고딕 230" pitchFamily="18" charset="-127"/>
                        </a:rPr>
                        <a:t>4</a:t>
                      </a:r>
                      <a:endParaRPr lang="ko-KR" altLang="en-US" sz="1000" b="1" spc="0" baseline="0" dirty="0">
                        <a:solidFill>
                          <a:schemeClr val="tx1">
                            <a:lumMod val="95000"/>
                            <a:lumOff val="5000"/>
                          </a:schemeClr>
                        </a:solidFill>
                        <a:latin typeface="Arial Black" panose="020B0A04020102020204" pitchFamily="34" charset="0"/>
                        <a:ea typeface="한컴 윤고딕 230" pitchFamily="18" charset="-127"/>
                      </a:endParaRPr>
                    </a:p>
                  </a:txBody>
                  <a:tcPr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모두 작성했으면 </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추가하기</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버튼을 눌러 최종적으로 알림을 등록해준다</a:t>
                      </a:r>
                      <a:r>
                        <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lang="en-US" altLang="ko-KR" sz="1000">
                          <a:latin typeface="나눔고딕" panose="020D0604000000000000" pitchFamily="50" charset="-127"/>
                          <a:ea typeface="나눔고딕" panose="020D0604000000000000" pitchFamily="50" charset="-127"/>
                        </a:rPr>
                        <a:t>Button</a:t>
                      </a:r>
                      <a:endParaRPr kumimoji="0" lang="en-US" altLang="ko-KR" sz="10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85525047"/>
                  </a:ext>
                </a:extLst>
              </a:tr>
              <a:tr h="495467">
                <a:tc gridSpan="2">
                  <a:txBody>
                    <a:bodyPr/>
                    <a:lstStyle/>
                    <a:p>
                      <a:pPr algn="ctr" latinLnBrk="1"/>
                      <a:r>
                        <a:rPr lang="ko-KR" altLang="en-US" sz="1000" b="1" spc="0" baseline="0" dirty="0">
                          <a:latin typeface="+mn-ea"/>
                          <a:ea typeface="+mn-ea"/>
                        </a:rPr>
                        <a:t>확인 및 이슈사항</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7" name="왼쪽 중괄호 6">
            <a:extLst>
              <a:ext uri="{FF2B5EF4-FFF2-40B4-BE49-F238E27FC236}">
                <a16:creationId xmlns:a16="http://schemas.microsoft.com/office/drawing/2014/main" id="{455A6301-BBCE-B33D-20F2-1BD3819B96EF}"/>
              </a:ext>
            </a:extLst>
          </p:cNvPr>
          <p:cNvSpPr/>
          <p:nvPr/>
        </p:nvSpPr>
        <p:spPr>
          <a:xfrm rot="10800000">
            <a:off x="4929511" y="1993242"/>
            <a:ext cx="196583" cy="487679"/>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8" name="타원 7">
            <a:extLst>
              <a:ext uri="{FF2B5EF4-FFF2-40B4-BE49-F238E27FC236}">
                <a16:creationId xmlns:a16="http://schemas.microsoft.com/office/drawing/2014/main" id="{668DC6FF-3381-8A0A-93D7-1C09D7F6A145}"/>
              </a:ext>
            </a:extLst>
          </p:cNvPr>
          <p:cNvSpPr/>
          <p:nvPr/>
        </p:nvSpPr>
        <p:spPr>
          <a:xfrm>
            <a:off x="5233573" y="21405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dirty="0">
              <a:latin typeface="Arial Black" panose="020B0A04020102020204" pitchFamily="34" charset="0"/>
            </a:endParaRPr>
          </a:p>
        </p:txBody>
      </p:sp>
      <p:sp>
        <p:nvSpPr>
          <p:cNvPr id="9" name="왼쪽 중괄호 8">
            <a:extLst>
              <a:ext uri="{FF2B5EF4-FFF2-40B4-BE49-F238E27FC236}">
                <a16:creationId xmlns:a16="http://schemas.microsoft.com/office/drawing/2014/main" id="{52DA9A3C-3C68-EAF2-DBE3-CB8853B22B64}"/>
              </a:ext>
            </a:extLst>
          </p:cNvPr>
          <p:cNvSpPr/>
          <p:nvPr/>
        </p:nvSpPr>
        <p:spPr>
          <a:xfrm rot="10800000">
            <a:off x="4929511" y="2552042"/>
            <a:ext cx="196583" cy="487679"/>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0" name="타원 9">
            <a:extLst>
              <a:ext uri="{FF2B5EF4-FFF2-40B4-BE49-F238E27FC236}">
                <a16:creationId xmlns:a16="http://schemas.microsoft.com/office/drawing/2014/main" id="{E9B38CDC-177A-3D21-8F7B-47D875EFD672}"/>
              </a:ext>
            </a:extLst>
          </p:cNvPr>
          <p:cNvSpPr/>
          <p:nvPr/>
        </p:nvSpPr>
        <p:spPr>
          <a:xfrm>
            <a:off x="5233573" y="26993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dirty="0">
              <a:latin typeface="Arial Black" panose="020B0A04020102020204" pitchFamily="34" charset="0"/>
            </a:endParaRPr>
          </a:p>
        </p:txBody>
      </p:sp>
      <p:sp>
        <p:nvSpPr>
          <p:cNvPr id="11" name="왼쪽 중괄호 10">
            <a:extLst>
              <a:ext uri="{FF2B5EF4-FFF2-40B4-BE49-F238E27FC236}">
                <a16:creationId xmlns:a16="http://schemas.microsoft.com/office/drawing/2014/main" id="{EE4DCFC5-E7B5-21DE-4304-4D6F3EC508B5}"/>
              </a:ext>
            </a:extLst>
          </p:cNvPr>
          <p:cNvSpPr/>
          <p:nvPr/>
        </p:nvSpPr>
        <p:spPr>
          <a:xfrm rot="10800000">
            <a:off x="4929510" y="3082665"/>
            <a:ext cx="216271" cy="1846350"/>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2" name="타원 11">
            <a:extLst>
              <a:ext uri="{FF2B5EF4-FFF2-40B4-BE49-F238E27FC236}">
                <a16:creationId xmlns:a16="http://schemas.microsoft.com/office/drawing/2014/main" id="{1D3BD579-A829-FF4B-EBAD-45B70ED65DB8}"/>
              </a:ext>
            </a:extLst>
          </p:cNvPr>
          <p:cNvSpPr/>
          <p:nvPr/>
        </p:nvSpPr>
        <p:spPr>
          <a:xfrm>
            <a:off x="5233573" y="388057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3</a:t>
            </a:r>
            <a:endParaRPr lang="ko-KR" altLang="en-US" sz="900" dirty="0">
              <a:latin typeface="Arial Black" panose="020B0A04020102020204" pitchFamily="34" charset="0"/>
            </a:endParaRPr>
          </a:p>
        </p:txBody>
      </p:sp>
      <p:sp>
        <p:nvSpPr>
          <p:cNvPr id="14" name="왼쪽 중괄호 13">
            <a:extLst>
              <a:ext uri="{FF2B5EF4-FFF2-40B4-BE49-F238E27FC236}">
                <a16:creationId xmlns:a16="http://schemas.microsoft.com/office/drawing/2014/main" id="{F419E0BE-5086-9398-423E-4BE6282D210B}"/>
              </a:ext>
            </a:extLst>
          </p:cNvPr>
          <p:cNvSpPr/>
          <p:nvPr/>
        </p:nvSpPr>
        <p:spPr>
          <a:xfrm rot="10800000">
            <a:off x="4929511" y="5091935"/>
            <a:ext cx="196583" cy="487679"/>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5" name="타원 14">
            <a:extLst>
              <a:ext uri="{FF2B5EF4-FFF2-40B4-BE49-F238E27FC236}">
                <a16:creationId xmlns:a16="http://schemas.microsoft.com/office/drawing/2014/main" id="{11A7FDEB-86B7-18DF-0B10-04514E788B53}"/>
              </a:ext>
            </a:extLst>
          </p:cNvPr>
          <p:cNvSpPr/>
          <p:nvPr/>
        </p:nvSpPr>
        <p:spPr>
          <a:xfrm>
            <a:off x="5233573" y="523921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4</a:t>
            </a:r>
            <a:endParaRPr lang="ko-KR" altLang="en-US" sz="900" dirty="0">
              <a:latin typeface="Arial Black" panose="020B0A04020102020204" pitchFamily="34" charset="0"/>
            </a:endParaRPr>
          </a:p>
        </p:txBody>
      </p:sp>
      <p:sp>
        <p:nvSpPr>
          <p:cNvPr id="2" name="TextBox 1">
            <a:extLst>
              <a:ext uri="{FF2B5EF4-FFF2-40B4-BE49-F238E27FC236}">
                <a16:creationId xmlns:a16="http://schemas.microsoft.com/office/drawing/2014/main" id="{2C668B0C-0E91-35D5-CE46-49515A199826}"/>
              </a:ext>
            </a:extLst>
          </p:cNvPr>
          <p:cNvSpPr txBox="1"/>
          <p:nvPr/>
        </p:nvSpPr>
        <p:spPr>
          <a:xfrm>
            <a:off x="2576605" y="3576904"/>
            <a:ext cx="1957529" cy="261610"/>
          </a:xfrm>
          <a:prstGeom prst="rect">
            <a:avLst/>
          </a:prstGeom>
          <a:noFill/>
        </p:spPr>
        <p:txBody>
          <a:bodyPr wrap="square" rtlCol="0">
            <a:spAutoFit/>
          </a:bodyPr>
          <a:lstStyle/>
          <a:p>
            <a:r>
              <a:rPr lang="en-US" altLang="ko-KR" sz="1100">
                <a:solidFill>
                  <a:schemeClr val="bg1">
                    <a:lumMod val="65000"/>
                  </a:schemeClr>
                </a:solidFill>
              </a:rPr>
              <a:t>(20</a:t>
            </a:r>
            <a:r>
              <a:rPr lang="ko-KR" altLang="en-US" sz="1100">
                <a:solidFill>
                  <a:schemeClr val="bg1">
                    <a:lumMod val="65000"/>
                  </a:schemeClr>
                </a:solidFill>
              </a:rPr>
              <a:t>자 이내로 작성바랍니다</a:t>
            </a:r>
            <a:r>
              <a:rPr lang="en-US" altLang="ko-KR" sz="1100">
                <a:solidFill>
                  <a:schemeClr val="bg1">
                    <a:lumMod val="65000"/>
                  </a:schemeClr>
                </a:solidFill>
              </a:rPr>
              <a:t>.)</a:t>
            </a:r>
            <a:endParaRPr lang="ko-KR" altLang="en-US" sz="1100">
              <a:solidFill>
                <a:schemeClr val="bg1">
                  <a:lumMod val="65000"/>
                </a:schemeClr>
              </a:solidFill>
            </a:endParaRPr>
          </a:p>
        </p:txBody>
      </p:sp>
      <p:sp>
        <p:nvSpPr>
          <p:cNvPr id="19" name="TextBox 18">
            <a:extLst>
              <a:ext uri="{FF2B5EF4-FFF2-40B4-BE49-F238E27FC236}">
                <a16:creationId xmlns:a16="http://schemas.microsoft.com/office/drawing/2014/main" id="{EA777B62-462F-A678-9896-40909CC39C94}"/>
              </a:ext>
            </a:extLst>
          </p:cNvPr>
          <p:cNvSpPr txBox="1"/>
          <p:nvPr/>
        </p:nvSpPr>
        <p:spPr>
          <a:xfrm>
            <a:off x="5480098" y="2053580"/>
            <a:ext cx="1634809" cy="461665"/>
          </a:xfrm>
          <a:prstGeom prst="rect">
            <a:avLst/>
          </a:prstGeom>
          <a:noFill/>
        </p:spPr>
        <p:txBody>
          <a:bodyPr wrap="square" rtlCol="0">
            <a:spAutoFit/>
          </a:bodyPr>
          <a:lstStyle/>
          <a:p>
            <a:r>
              <a:rPr lang="en-US" altLang="ko-KR" sz="1200"/>
              <a:t>DatePickerDialog,</a:t>
            </a:r>
          </a:p>
          <a:p>
            <a:r>
              <a:rPr lang="en-US" altLang="ko-KR" sz="1200"/>
              <a:t>TextView </a:t>
            </a:r>
            <a:endParaRPr lang="ko-KR" altLang="en-US" sz="1200"/>
          </a:p>
        </p:txBody>
      </p:sp>
      <p:sp>
        <p:nvSpPr>
          <p:cNvPr id="20" name="TextBox 19">
            <a:extLst>
              <a:ext uri="{FF2B5EF4-FFF2-40B4-BE49-F238E27FC236}">
                <a16:creationId xmlns:a16="http://schemas.microsoft.com/office/drawing/2014/main" id="{8CAC7A98-B094-A7F1-75D9-65063BC8FDF4}"/>
              </a:ext>
            </a:extLst>
          </p:cNvPr>
          <p:cNvSpPr txBox="1"/>
          <p:nvPr/>
        </p:nvSpPr>
        <p:spPr>
          <a:xfrm>
            <a:off x="5480100" y="2622656"/>
            <a:ext cx="1634809" cy="461665"/>
          </a:xfrm>
          <a:prstGeom prst="rect">
            <a:avLst/>
          </a:prstGeom>
          <a:noFill/>
        </p:spPr>
        <p:txBody>
          <a:bodyPr wrap="square" rtlCol="0">
            <a:spAutoFit/>
          </a:bodyPr>
          <a:lstStyle/>
          <a:p>
            <a:r>
              <a:rPr lang="en-US" altLang="ko-KR" sz="1200"/>
              <a:t>TimePickerDialog,</a:t>
            </a:r>
          </a:p>
          <a:p>
            <a:r>
              <a:rPr lang="en-US" altLang="ko-KR" sz="1200"/>
              <a:t>TextView </a:t>
            </a:r>
            <a:endParaRPr lang="ko-KR" altLang="en-US" sz="1200"/>
          </a:p>
        </p:txBody>
      </p:sp>
      <p:sp>
        <p:nvSpPr>
          <p:cNvPr id="21" name="TextBox 20">
            <a:extLst>
              <a:ext uri="{FF2B5EF4-FFF2-40B4-BE49-F238E27FC236}">
                <a16:creationId xmlns:a16="http://schemas.microsoft.com/office/drawing/2014/main" id="{7BB561AA-5921-30FD-07B9-99B99B02B90B}"/>
              </a:ext>
            </a:extLst>
          </p:cNvPr>
          <p:cNvSpPr txBox="1"/>
          <p:nvPr/>
        </p:nvSpPr>
        <p:spPr>
          <a:xfrm>
            <a:off x="5480099" y="3839377"/>
            <a:ext cx="1634809" cy="276999"/>
          </a:xfrm>
          <a:prstGeom prst="rect">
            <a:avLst/>
          </a:prstGeom>
          <a:noFill/>
        </p:spPr>
        <p:txBody>
          <a:bodyPr wrap="square" rtlCol="0">
            <a:spAutoFit/>
          </a:bodyPr>
          <a:lstStyle/>
          <a:p>
            <a:r>
              <a:rPr lang="en-US" altLang="ko-KR" sz="1200"/>
              <a:t>EditText </a:t>
            </a:r>
            <a:endParaRPr lang="ko-KR" altLang="en-US" sz="1200"/>
          </a:p>
        </p:txBody>
      </p:sp>
      <p:sp>
        <p:nvSpPr>
          <p:cNvPr id="22" name="TextBox 21">
            <a:extLst>
              <a:ext uri="{FF2B5EF4-FFF2-40B4-BE49-F238E27FC236}">
                <a16:creationId xmlns:a16="http://schemas.microsoft.com/office/drawing/2014/main" id="{A92CA916-A287-3205-5DD9-94D44BB2858E}"/>
              </a:ext>
            </a:extLst>
          </p:cNvPr>
          <p:cNvSpPr txBox="1"/>
          <p:nvPr/>
        </p:nvSpPr>
        <p:spPr>
          <a:xfrm>
            <a:off x="5480098" y="5197274"/>
            <a:ext cx="1634809" cy="276999"/>
          </a:xfrm>
          <a:prstGeom prst="rect">
            <a:avLst/>
          </a:prstGeom>
          <a:noFill/>
        </p:spPr>
        <p:txBody>
          <a:bodyPr wrap="square" rtlCol="0">
            <a:spAutoFit/>
          </a:bodyPr>
          <a:lstStyle/>
          <a:p>
            <a:r>
              <a:rPr lang="en-US" altLang="ko-KR" sz="1200"/>
              <a:t>Button </a:t>
            </a:r>
            <a:endParaRPr lang="ko-KR" altLang="en-US" sz="1200"/>
          </a:p>
        </p:txBody>
      </p:sp>
    </p:spTree>
    <p:extLst>
      <p:ext uri="{BB962C8B-B14F-4D97-AF65-F5344CB8AC3E}">
        <p14:creationId xmlns:p14="http://schemas.microsoft.com/office/powerpoint/2010/main" val="1947994507"/>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38100">
          <a:solidFill>
            <a:srgbClr val="FF0000"/>
          </a:solidFill>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디자인 사용자 지정">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26495</TotalTime>
  <Words>764</Words>
  <Application>Microsoft Office PowerPoint</Application>
  <PresentationFormat>와이드스크린</PresentationFormat>
  <Paragraphs>210</Paragraphs>
  <Slides>15</Slides>
  <Notes>0</Notes>
  <HiddenSlides>0</HiddenSlides>
  <MMClips>0</MMClips>
  <ScaleCrop>false</ScaleCrop>
  <HeadingPairs>
    <vt:vector size="6" baseType="variant">
      <vt:variant>
        <vt:lpstr>사용한 글꼴</vt:lpstr>
      </vt:variant>
      <vt:variant>
        <vt:i4>8</vt:i4>
      </vt:variant>
      <vt:variant>
        <vt:lpstr>테마</vt:lpstr>
      </vt:variant>
      <vt:variant>
        <vt:i4>2</vt:i4>
      </vt:variant>
      <vt:variant>
        <vt:lpstr>슬라이드 제목</vt:lpstr>
      </vt:variant>
      <vt:variant>
        <vt:i4>15</vt:i4>
      </vt:variant>
    </vt:vector>
  </HeadingPairs>
  <TitlesOfParts>
    <vt:vector size="25" baseType="lpstr">
      <vt:lpstr>나눔명조</vt:lpstr>
      <vt:lpstr>Arial</vt:lpstr>
      <vt:lpstr>HY헤드라인M</vt:lpstr>
      <vt:lpstr>굴림</vt:lpstr>
      <vt:lpstr>Arial Black</vt:lpstr>
      <vt:lpstr>맑은 고딕</vt:lpstr>
      <vt:lpstr>나눔고딕</vt:lpstr>
      <vt:lpstr>돋움</vt:lpstr>
      <vt:lpstr>Office 테마</vt:lpstr>
      <vt:lpstr>디자인 사용자 지정</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03. 마이페이지</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스마트관광 APP 화면 설계서</dc:title>
  <dc:creator>pixels-meeting</dc:creator>
  <cp:lastModifiedBy>user</cp:lastModifiedBy>
  <cp:revision>1504</cp:revision>
  <dcterms:created xsi:type="dcterms:W3CDTF">2022-08-18T05:53:56Z</dcterms:created>
  <dcterms:modified xsi:type="dcterms:W3CDTF">2025-04-09T12:03:03Z</dcterms:modified>
</cp:coreProperties>
</file>